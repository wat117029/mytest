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61" r:id="rId5"/>
  </p:sldMasterIdLst>
  <p:notesMasterIdLst>
    <p:notesMasterId r:id="rId73"/>
  </p:notesMasterIdLst>
  <p:handoutMasterIdLst>
    <p:handoutMasterId r:id="rId74"/>
  </p:handoutMasterIdLst>
  <p:sldIdLst>
    <p:sldId id="372" r:id="rId6"/>
    <p:sldId id="373" r:id="rId7"/>
    <p:sldId id="375" r:id="rId8"/>
    <p:sldId id="256" r:id="rId9"/>
    <p:sldId id="370" r:id="rId10"/>
    <p:sldId id="257" r:id="rId11"/>
    <p:sldId id="354" r:id="rId12"/>
    <p:sldId id="296" r:id="rId13"/>
    <p:sldId id="297" r:id="rId14"/>
    <p:sldId id="374" r:id="rId15"/>
    <p:sldId id="302" r:id="rId16"/>
    <p:sldId id="300" r:id="rId17"/>
    <p:sldId id="355" r:id="rId18"/>
    <p:sldId id="307" r:id="rId19"/>
    <p:sldId id="303" r:id="rId20"/>
    <p:sldId id="364" r:id="rId21"/>
    <p:sldId id="304" r:id="rId22"/>
    <p:sldId id="305" r:id="rId23"/>
    <p:sldId id="359" r:id="rId24"/>
    <p:sldId id="306" r:id="rId25"/>
    <p:sldId id="309" r:id="rId26"/>
    <p:sldId id="310" r:id="rId27"/>
    <p:sldId id="311" r:id="rId28"/>
    <p:sldId id="312" r:id="rId29"/>
    <p:sldId id="313" r:id="rId30"/>
    <p:sldId id="356" r:id="rId31"/>
    <p:sldId id="314" r:id="rId32"/>
    <p:sldId id="315" r:id="rId33"/>
    <p:sldId id="316" r:id="rId34"/>
    <p:sldId id="317" r:id="rId35"/>
    <p:sldId id="318" r:id="rId36"/>
    <p:sldId id="319" r:id="rId37"/>
    <p:sldId id="320" r:id="rId38"/>
    <p:sldId id="357" r:id="rId39"/>
    <p:sldId id="321" r:id="rId40"/>
    <p:sldId id="322" r:id="rId41"/>
    <p:sldId id="324" r:id="rId42"/>
    <p:sldId id="325" r:id="rId43"/>
    <p:sldId id="327" r:id="rId44"/>
    <p:sldId id="328" r:id="rId45"/>
    <p:sldId id="329" r:id="rId46"/>
    <p:sldId id="333" r:id="rId47"/>
    <p:sldId id="334" r:id="rId48"/>
    <p:sldId id="335" r:id="rId49"/>
    <p:sldId id="330" r:id="rId50"/>
    <p:sldId id="332" r:id="rId51"/>
    <p:sldId id="336" r:id="rId52"/>
    <p:sldId id="337" r:id="rId53"/>
    <p:sldId id="338" r:id="rId54"/>
    <p:sldId id="339" r:id="rId55"/>
    <p:sldId id="343" r:id="rId56"/>
    <p:sldId id="344" r:id="rId57"/>
    <p:sldId id="345" r:id="rId58"/>
    <p:sldId id="340" r:id="rId59"/>
    <p:sldId id="341" r:id="rId60"/>
    <p:sldId id="342" r:id="rId61"/>
    <p:sldId id="346" r:id="rId62"/>
    <p:sldId id="347" r:id="rId63"/>
    <p:sldId id="348" r:id="rId64"/>
    <p:sldId id="350" r:id="rId65"/>
    <p:sldId id="352" r:id="rId66"/>
    <p:sldId id="371" r:id="rId67"/>
    <p:sldId id="360" r:id="rId68"/>
    <p:sldId id="361" r:id="rId69"/>
    <p:sldId id="362" r:id="rId70"/>
    <p:sldId id="363" r:id="rId71"/>
    <p:sldId id="369" r:id="rId72"/>
  </p:sldIdLst>
  <p:sldSz cx="12801600" cy="9601200" type="A3"/>
  <p:notesSz cx="6735763" cy="9866313"/>
  <p:defaultTextStyle>
    <a:defPPr>
      <a:defRPr lang="ja-JP"/>
    </a:defPPr>
    <a:lvl1pPr marL="0" algn="l" defTabSz="1075055" rtl="0" eaLnBrk="1" latinLnBrk="0" hangingPunct="1">
      <a:defRPr kumimoji="1" sz="2115" kern="1200">
        <a:solidFill>
          <a:schemeClr val="tx1"/>
        </a:solidFill>
        <a:latin typeface="+mn-lt"/>
        <a:ea typeface="+mn-ea"/>
        <a:cs typeface="+mn-cs"/>
      </a:defRPr>
    </a:lvl1pPr>
    <a:lvl2pPr marL="537210" algn="l" defTabSz="1075055" rtl="0" eaLnBrk="1" latinLnBrk="0" hangingPunct="1">
      <a:defRPr kumimoji="1" sz="2115" kern="1200">
        <a:solidFill>
          <a:schemeClr val="tx1"/>
        </a:solidFill>
        <a:latin typeface="+mn-lt"/>
        <a:ea typeface="+mn-ea"/>
        <a:cs typeface="+mn-cs"/>
      </a:defRPr>
    </a:lvl2pPr>
    <a:lvl3pPr marL="1075055" algn="l" defTabSz="1075055" rtl="0" eaLnBrk="1" latinLnBrk="0" hangingPunct="1">
      <a:defRPr kumimoji="1" sz="2115" kern="1200">
        <a:solidFill>
          <a:schemeClr val="tx1"/>
        </a:solidFill>
        <a:latin typeface="+mn-lt"/>
        <a:ea typeface="+mn-ea"/>
        <a:cs typeface="+mn-cs"/>
      </a:defRPr>
    </a:lvl3pPr>
    <a:lvl4pPr marL="1612265" algn="l" defTabSz="1075055" rtl="0" eaLnBrk="1" latinLnBrk="0" hangingPunct="1">
      <a:defRPr kumimoji="1" sz="2115" kern="1200">
        <a:solidFill>
          <a:schemeClr val="tx1"/>
        </a:solidFill>
        <a:latin typeface="+mn-lt"/>
        <a:ea typeface="+mn-ea"/>
        <a:cs typeface="+mn-cs"/>
      </a:defRPr>
    </a:lvl4pPr>
    <a:lvl5pPr marL="2150110" algn="l" defTabSz="1075055" rtl="0" eaLnBrk="1" latinLnBrk="0" hangingPunct="1">
      <a:defRPr kumimoji="1" sz="2115" kern="1200">
        <a:solidFill>
          <a:schemeClr val="tx1"/>
        </a:solidFill>
        <a:latin typeface="+mn-lt"/>
        <a:ea typeface="+mn-ea"/>
        <a:cs typeface="+mn-cs"/>
      </a:defRPr>
    </a:lvl5pPr>
    <a:lvl6pPr marL="2687320" algn="l" defTabSz="1075055" rtl="0" eaLnBrk="1" latinLnBrk="0" hangingPunct="1">
      <a:defRPr kumimoji="1" sz="2115" kern="1200">
        <a:solidFill>
          <a:schemeClr val="tx1"/>
        </a:solidFill>
        <a:latin typeface="+mn-lt"/>
        <a:ea typeface="+mn-ea"/>
        <a:cs typeface="+mn-cs"/>
      </a:defRPr>
    </a:lvl6pPr>
    <a:lvl7pPr marL="3225165" algn="l" defTabSz="1075055" rtl="0" eaLnBrk="1" latinLnBrk="0" hangingPunct="1">
      <a:defRPr kumimoji="1" sz="2115" kern="1200">
        <a:solidFill>
          <a:schemeClr val="tx1"/>
        </a:solidFill>
        <a:latin typeface="+mn-lt"/>
        <a:ea typeface="+mn-ea"/>
        <a:cs typeface="+mn-cs"/>
      </a:defRPr>
    </a:lvl7pPr>
    <a:lvl8pPr marL="3762375" algn="l" defTabSz="1075055" rtl="0" eaLnBrk="1" latinLnBrk="0" hangingPunct="1">
      <a:defRPr kumimoji="1" sz="2115" kern="1200">
        <a:solidFill>
          <a:schemeClr val="tx1"/>
        </a:solidFill>
        <a:latin typeface="+mn-lt"/>
        <a:ea typeface="+mn-ea"/>
        <a:cs typeface="+mn-cs"/>
      </a:defRPr>
    </a:lvl8pPr>
    <a:lvl9pPr marL="4300220" algn="l" defTabSz="1075055" rtl="0" eaLnBrk="1" latinLnBrk="0" hangingPunct="1">
      <a:defRPr kumimoji="1" sz="2115" kern="1200">
        <a:solidFill>
          <a:schemeClr val="tx1"/>
        </a:solidFill>
        <a:latin typeface="+mn-lt"/>
        <a:ea typeface="+mn-ea"/>
        <a:cs typeface="+mn-cs"/>
      </a:defRPr>
    </a:lvl9pPr>
  </p:defaultTextStyle>
  <p:extLst>
    <p:ext uri="{521415D9-36F7-43E2-AB2F-B90AF26B5E84}">
      <p14:sectionLst xmlns:p14="http://schemas.microsoft.com/office/powerpoint/2010/main">
        <p14:section name="A14IWサービスツール" id="{08FB327C-870C-465B-9D82-BE48BC521567}">
          <p14:sldIdLst>
            <p14:sldId id="372"/>
            <p14:sldId id="373"/>
            <p14:sldId id="375"/>
          </p14:sldIdLst>
        </p14:section>
        <p14:section name="タイトルなしのセクション" id="{CA265EE0-64B9-40A5-A2D6-E6307099AB45}">
          <p14:sldIdLst>
            <p14:sldId id="256"/>
            <p14:sldId id="370"/>
          </p14:sldIdLst>
        </p14:section>
        <p14:section name="Status" id="{6F83828C-B807-454B-8F2A-08369A9C34E8}">
          <p14:sldIdLst>
            <p14:sldId id="257"/>
            <p14:sldId id="354"/>
            <p14:sldId id="296"/>
            <p14:sldId id="297"/>
            <p14:sldId id="374"/>
            <p14:sldId id="302"/>
            <p14:sldId id="300"/>
            <p14:sldId id="355"/>
            <p14:sldId id="307"/>
            <p14:sldId id="303"/>
            <p14:sldId id="364"/>
          </p14:sldIdLst>
        </p14:section>
        <p14:section name="Engine Status" id="{06271352-77E4-4F15-BC7A-51C02F79F5C7}">
          <p14:sldIdLst>
            <p14:sldId id="304"/>
            <p14:sldId id="305"/>
            <p14:sldId id="359"/>
            <p14:sldId id="306"/>
          </p14:sldIdLst>
        </p14:section>
        <p14:section name="AUX1" id="{E49A2CD8-A6AD-4443-B16F-F7A1D6B7E4A9}">
          <p14:sldIdLst>
            <p14:sldId id="309"/>
            <p14:sldId id="310"/>
            <p14:sldId id="311"/>
            <p14:sldId id="312"/>
            <p14:sldId id="313"/>
            <p14:sldId id="356"/>
            <p14:sldId id="314"/>
            <p14:sldId id="315"/>
          </p14:sldIdLst>
        </p14:section>
        <p14:section name="AUX2" id="{22239FC5-4A65-4969-8811-9B0DED4084ED}">
          <p14:sldIdLst>
            <p14:sldId id="316"/>
            <p14:sldId id="317"/>
            <p14:sldId id="318"/>
            <p14:sldId id="319"/>
            <p14:sldId id="320"/>
            <p14:sldId id="357"/>
            <p14:sldId id="321"/>
          </p14:sldIdLst>
        </p14:section>
        <p14:section name="AUX4" id="{F7FD2E4C-505F-4148-8B82-70C80389B0AD}">
          <p14:sldIdLst>
            <p14:sldId id="322"/>
            <p14:sldId id="324"/>
            <p14:sldId id="325"/>
          </p14:sldIdLst>
        </p14:section>
        <p14:section name="Swing" id="{BAFFFBF9-A780-4860-8E77-0D809AC9D822}">
          <p14:sldIdLst>
            <p14:sldId id="327"/>
            <p14:sldId id="328"/>
            <p14:sldId id="329"/>
          </p14:sldIdLst>
        </p14:section>
        <p14:section name="Blade" id="{53730520-226A-43F2-B62C-78D1B26CCDC7}">
          <p14:sldIdLst>
            <p14:sldId id="333"/>
            <p14:sldId id="334"/>
            <p14:sldId id="335"/>
          </p14:sldIdLst>
        </p14:section>
        <p14:section name="Adjust" id="{6FDD78C8-AF47-4348-8F0B-F20D1E54533B}">
          <p14:sldIdLst>
            <p14:sldId id="330"/>
            <p14:sldId id="332"/>
          </p14:sldIdLst>
        </p14:section>
        <p14:section name="Hourmeter" id="{A58BE58C-15D2-4E66-B73C-40875BF26874}">
          <p14:sldIdLst>
            <p14:sldId id="336"/>
          </p14:sldIdLst>
        </p14:section>
        <p14:section name="Liftalarm" id="{29E9C66E-D1FC-468A-B7A5-3A520E5941DE}">
          <p14:sldIdLst>
            <p14:sldId id="337"/>
          </p14:sldIdLst>
        </p14:section>
        <p14:section name="Fan drive" id="{902B9ED2-CBE4-4857-9B82-0F1C7DBA16E7}">
          <p14:sldIdLst>
            <p14:sldId id="338"/>
            <p14:sldId id="339"/>
            <p14:sldId id="343"/>
            <p14:sldId id="344"/>
            <p14:sldId id="345"/>
          </p14:sldIdLst>
        </p14:section>
        <p14:section name="Auto reverse fan" id="{F9B6F181-C682-4C7B-9CF3-90F4B172E422}">
          <p14:sldIdLst>
            <p14:sldId id="340"/>
          </p14:sldIdLst>
        </p14:section>
        <p14:section name="Auto grease" id="{F222C14B-ECC5-42B1-8D75-C4CB66303C22}">
          <p14:sldIdLst>
            <p14:sldId id="341"/>
          </p14:sldIdLst>
        </p14:section>
        <p14:section name="Pattern change" id="{8DCC00A1-3F36-422E-A983-563217864655}">
          <p14:sldIdLst>
            <p14:sldId id="342"/>
            <p14:sldId id="346"/>
            <p14:sldId id="347"/>
          </p14:sldIdLst>
        </p14:section>
        <p14:section name="270° Camera" id="{72661042-81F7-4A7D-A12B-4FCAA71CEDDB}">
          <p14:sldIdLst>
            <p14:sldId id="348"/>
          </p14:sldIdLst>
        </p14:section>
        <p14:section name="Engine auto stop" id="{FFB89351-B40B-4756-9F1D-D9E51CAC8C9E}">
          <p14:sldIdLst>
            <p14:sldId id="350"/>
          </p14:sldIdLst>
        </p14:section>
        <p14:section name="Option" id="{F315DC32-D8F3-49DB-85C4-0A32B8E3D412}">
          <p14:sldIdLst>
            <p14:sldId id="352"/>
          </p14:sldIdLst>
        </p14:section>
        <p14:section name="Misc" id="{072B7584-6207-48A2-A6F2-0FA0A4D07AD4}">
          <p14:sldIdLst>
            <p14:sldId id="371"/>
          </p14:sldIdLst>
        </p14:section>
        <p14:section name="Extension　output" id="{1F854191-6F97-46BB-AAD6-AD86B8196CB8}">
          <p14:sldIdLst>
            <p14:sldId id="360"/>
            <p14:sldId id="361"/>
          </p14:sldIdLst>
        </p14:section>
        <p14:section name="joystick steering" id="{0C146FCE-F8BE-4DBE-A960-3733B0EF6025}">
          <p14:sldIdLst>
            <p14:sldId id="362"/>
            <p14:sldId id="363"/>
          </p14:sldIdLst>
        </p14:section>
        <p14:section name="TFM" id="{17EF32CC-84A7-4F9D-97D8-BEE67A2FA54C}">
          <p14:sldIdLst>
            <p14:sldId id="369"/>
          </p14:sldIdLst>
        </p14:section>
      </p14:sectionLst>
    </p:ext>
    <p:ext uri="{EFAFB233-063F-42B5-8137-9DF3F51BA10A}">
      <p15:sldGuideLst xmlns:p15="http://schemas.microsoft.com/office/powerpoint/2012/main">
        <p15:guide id="2" pos="199" userDrawn="1">
          <p15:clr>
            <a:srgbClr val="A4A3A4"/>
          </p15:clr>
        </p15:guide>
        <p15:guide id="3" orient="horz" pos="302" userDrawn="1">
          <p15:clr>
            <a:srgbClr val="A4A3A4"/>
          </p15:clr>
        </p15:guide>
        <p15:guide id="4" pos="4213"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E0ECF3-A115-455A-A862-4B84493BD7F3}" v="4" dt="2026-05-31T23:31:42.155"/>
  </p1510:revLst>
</p1510:revInfo>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534" y="84"/>
      </p:cViewPr>
      <p:guideLst>
        <p:guide pos="199"/>
        <p:guide orient="horz" pos="302"/>
        <p:guide pos="421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16" Type="http://schemas.openxmlformats.org/officeDocument/2006/relationships/slide" Target="slides/slide1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handoutMaster" Target="handoutMasters/handoutMaster1.xml"/><Relationship Id="rId79" Type="http://schemas.microsoft.com/office/2016/11/relationships/changesInfo" Target="changesInfos/changesInfo1.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notesMaster" Target="notesMasters/notesMaster1.xml"/><Relationship Id="rId78"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viewProps" Target="viewProps.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星野 真伸" userId="7942f303-9df8-4eae-8347-914133f6ca8e" providerId="ADAL" clId="{AB2986AE-730B-4E73-92F4-F965F932AF1A}"/>
    <pc:docChg chg="undo custSel addSld delSld modSld modSection">
      <pc:chgData name="星野 真伸" userId="7942f303-9df8-4eae-8347-914133f6ca8e" providerId="ADAL" clId="{AB2986AE-730B-4E73-92F4-F965F932AF1A}" dt="2026-05-31T23:31:43.187" v="575" actId="20577"/>
      <pc:docMkLst>
        <pc:docMk/>
      </pc:docMkLst>
      <pc:sldChg chg="addSp delSp modSp mod">
        <pc:chgData name="星野 真伸" userId="7942f303-9df8-4eae-8347-914133f6ca8e" providerId="ADAL" clId="{AB2986AE-730B-4E73-92F4-F965F932AF1A}" dt="2026-05-31T23:30:21.757" v="442" actId="20577"/>
        <pc:sldMkLst>
          <pc:docMk/>
          <pc:sldMk cId="3450208660" sldId="352"/>
        </pc:sldMkLst>
        <pc:spChg chg="add mod">
          <ac:chgData name="星野 真伸" userId="7942f303-9df8-4eae-8347-914133f6ca8e" providerId="ADAL" clId="{AB2986AE-730B-4E73-92F4-F965F932AF1A}" dt="2026-05-31T23:30:21.757" v="442" actId="20577"/>
          <ac:spMkLst>
            <pc:docMk/>
            <pc:sldMk cId="3450208660" sldId="352"/>
            <ac:spMk id="25" creationId="{D611DEDE-035E-C1A0-308A-18CA0F836D0A}"/>
          </ac:spMkLst>
        </pc:spChg>
        <pc:spChg chg="mod">
          <ac:chgData name="星野 真伸" userId="7942f303-9df8-4eae-8347-914133f6ca8e" providerId="ADAL" clId="{AB2986AE-730B-4E73-92F4-F965F932AF1A}" dt="2026-05-31T23:30:07.133" v="438" actId="207"/>
          <ac:spMkLst>
            <pc:docMk/>
            <pc:sldMk cId="3450208660" sldId="352"/>
            <ac:spMk id="40" creationId="{00000000-0000-0000-0000-000000000000}"/>
          </ac:spMkLst>
        </pc:spChg>
        <pc:picChg chg="del">
          <ac:chgData name="星野 真伸" userId="7942f303-9df8-4eae-8347-914133f6ca8e" providerId="ADAL" clId="{AB2986AE-730B-4E73-92F4-F965F932AF1A}" dt="2026-05-31T23:29:24.167" v="432" actId="478"/>
          <ac:picMkLst>
            <pc:docMk/>
            <pc:sldMk cId="3450208660" sldId="352"/>
            <ac:picMk id="2" creationId="{D39A1605-18F0-F605-47C0-68B9D4980316}"/>
          </ac:picMkLst>
        </pc:picChg>
        <pc:picChg chg="add mod ord modCrop">
          <ac:chgData name="星野 真伸" userId="7942f303-9df8-4eae-8347-914133f6ca8e" providerId="ADAL" clId="{AB2986AE-730B-4E73-92F4-F965F932AF1A}" dt="2026-05-31T23:29:22.823" v="431" actId="167"/>
          <ac:picMkLst>
            <pc:docMk/>
            <pc:sldMk cId="3450208660" sldId="352"/>
            <ac:picMk id="24" creationId="{E36BD61C-8531-F8C1-0155-2918A4CAE612}"/>
          </ac:picMkLst>
        </pc:picChg>
      </pc:sldChg>
      <pc:sldChg chg="modSp mod">
        <pc:chgData name="星野 真伸" userId="7942f303-9df8-4eae-8347-914133f6ca8e" providerId="ADAL" clId="{AB2986AE-730B-4E73-92F4-F965F932AF1A}" dt="2026-05-31T23:31:43.187" v="575" actId="20577"/>
        <pc:sldMkLst>
          <pc:docMk/>
          <pc:sldMk cId="2882453783" sldId="375"/>
        </pc:sldMkLst>
        <pc:graphicFrameChg chg="mod modGraphic">
          <ac:chgData name="星野 真伸" userId="7942f303-9df8-4eae-8347-914133f6ca8e" providerId="ADAL" clId="{AB2986AE-730B-4E73-92F4-F965F932AF1A}" dt="2026-05-31T23:31:43.187" v="575" actId="20577"/>
          <ac:graphicFrameMkLst>
            <pc:docMk/>
            <pc:sldMk cId="2882453783" sldId="375"/>
            <ac:graphicFrameMk id="4" creationId="{429E9454-E8E4-9DE1-721A-01EE92A36C76}"/>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6" y="6"/>
            <a:ext cx="2919413" cy="495300"/>
          </a:xfrm>
          <a:prstGeom prst="rect">
            <a:avLst/>
          </a:prstGeom>
        </p:spPr>
        <p:txBody>
          <a:bodyPr vert="horz" lIns="91423" tIns="45712" rIns="91423" bIns="45712" rtlCol="0"/>
          <a:lstStyle>
            <a:lvl1pPr algn="l">
              <a:defRPr sz="1200"/>
            </a:lvl1pPr>
          </a:lstStyle>
          <a:p>
            <a:endParaRPr kumimoji="1" lang="ja-JP" altLang="en-US"/>
          </a:p>
        </p:txBody>
      </p:sp>
      <p:sp>
        <p:nvSpPr>
          <p:cNvPr id="4" name="フッター プレースホルダー 3"/>
          <p:cNvSpPr>
            <a:spLocks noGrp="1"/>
          </p:cNvSpPr>
          <p:nvPr>
            <p:ph type="ftr" sz="quarter" idx="2"/>
          </p:nvPr>
        </p:nvSpPr>
        <p:spPr>
          <a:xfrm>
            <a:off x="6" y="9371018"/>
            <a:ext cx="2919413" cy="495300"/>
          </a:xfrm>
          <a:prstGeom prst="rect">
            <a:avLst/>
          </a:prstGeom>
        </p:spPr>
        <p:txBody>
          <a:bodyPr vert="horz" lIns="91423" tIns="45712" rIns="91423" bIns="45712" rtlCol="0" anchor="b"/>
          <a:lstStyle>
            <a:lvl1pPr algn="l">
              <a:defRPr sz="1200"/>
            </a:lvl1pPr>
          </a:lstStyle>
          <a:p>
            <a:endParaRPr kumimoji="1" lang="ja-JP" altLang="en-US"/>
          </a:p>
        </p:txBody>
      </p:sp>
    </p:spTree>
    <p:extLst>
      <p:ext uri="{BB962C8B-B14F-4D97-AF65-F5344CB8AC3E}">
        <p14:creationId xmlns:p14="http://schemas.microsoft.com/office/powerpoint/2010/main" val="23294070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1"/>
            <a:ext cx="2919413" cy="495300"/>
          </a:xfrm>
          <a:prstGeom prst="rect">
            <a:avLst/>
          </a:prstGeom>
        </p:spPr>
        <p:txBody>
          <a:bodyPr vert="horz" lIns="91438" tIns="45720" rIns="91438"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4764" y="1"/>
            <a:ext cx="2919412" cy="495300"/>
          </a:xfrm>
          <a:prstGeom prst="rect">
            <a:avLst/>
          </a:prstGeom>
        </p:spPr>
        <p:txBody>
          <a:bodyPr vert="horz" lIns="91438" tIns="45720" rIns="91438" bIns="45720" rtlCol="0"/>
          <a:lstStyle>
            <a:lvl1pPr algn="r">
              <a:defRPr sz="1200"/>
            </a:lvl1pPr>
          </a:lstStyle>
          <a:p>
            <a:fld id="{2716E90E-575C-4A60-BA8D-CACEEB9B05AC}" type="datetimeFigureOut">
              <a:rPr kumimoji="1" lang="ja-JP" altLang="en-US" smtClean="0"/>
              <a:t>2026/6/1</a:t>
            </a:fld>
            <a:endParaRPr kumimoji="1" lang="ja-JP" altLang="en-US"/>
          </a:p>
        </p:txBody>
      </p:sp>
      <p:sp>
        <p:nvSpPr>
          <p:cNvPr id="4" name="スライド イメージ プレースホルダー 3"/>
          <p:cNvSpPr>
            <a:spLocks noGrp="1" noRot="1" noChangeAspect="1"/>
          </p:cNvSpPr>
          <p:nvPr>
            <p:ph type="sldImg" idx="2"/>
          </p:nvPr>
        </p:nvSpPr>
        <p:spPr>
          <a:xfrm>
            <a:off x="1149350" y="1233488"/>
            <a:ext cx="4437063" cy="3328987"/>
          </a:xfrm>
          <a:prstGeom prst="rect">
            <a:avLst/>
          </a:prstGeom>
          <a:noFill/>
          <a:ln w="12700">
            <a:solidFill>
              <a:prstClr val="black"/>
            </a:solidFill>
          </a:ln>
        </p:spPr>
        <p:txBody>
          <a:bodyPr vert="horz" lIns="91438" tIns="45720" rIns="91438" bIns="45720" rtlCol="0" anchor="ctr"/>
          <a:lstStyle/>
          <a:p>
            <a:endParaRPr lang="ja-JP" altLang="en-US"/>
          </a:p>
        </p:txBody>
      </p:sp>
      <p:sp>
        <p:nvSpPr>
          <p:cNvPr id="5" name="ノート プレースホルダー 4"/>
          <p:cNvSpPr>
            <a:spLocks noGrp="1"/>
          </p:cNvSpPr>
          <p:nvPr>
            <p:ph type="body" sz="quarter" idx="3"/>
          </p:nvPr>
        </p:nvSpPr>
        <p:spPr>
          <a:xfrm>
            <a:off x="673101" y="4748213"/>
            <a:ext cx="5389563" cy="3884612"/>
          </a:xfrm>
          <a:prstGeom prst="rect">
            <a:avLst/>
          </a:prstGeom>
        </p:spPr>
        <p:txBody>
          <a:bodyPr vert="horz" lIns="91438" tIns="45720" rIns="91438"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371013"/>
            <a:ext cx="2919413" cy="495300"/>
          </a:xfrm>
          <a:prstGeom prst="rect">
            <a:avLst/>
          </a:prstGeom>
        </p:spPr>
        <p:txBody>
          <a:bodyPr vert="horz" lIns="91438" tIns="45720" rIns="91438"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4764" y="9371013"/>
            <a:ext cx="2919412" cy="495300"/>
          </a:xfrm>
          <a:prstGeom prst="rect">
            <a:avLst/>
          </a:prstGeom>
        </p:spPr>
        <p:txBody>
          <a:bodyPr vert="horz" lIns="91438" tIns="45720" rIns="91438" bIns="45720" rtlCol="0" anchor="b"/>
          <a:lstStyle>
            <a:lvl1pPr algn="r">
              <a:defRPr sz="1200"/>
            </a:lvl1pPr>
          </a:lstStyle>
          <a:p>
            <a:fld id="{6C99DC8A-B9AA-4A2D-8978-D6EC38A88B94}" type="slidenum">
              <a:rPr kumimoji="1" lang="ja-JP" altLang="en-US" smtClean="0"/>
              <a:t>‹#›</a:t>
            </a:fld>
            <a:endParaRPr kumimoji="1" lang="ja-JP" altLang="en-US"/>
          </a:p>
        </p:txBody>
      </p:sp>
    </p:spTree>
    <p:extLst>
      <p:ext uri="{BB962C8B-B14F-4D97-AF65-F5344CB8AC3E}">
        <p14:creationId xmlns:p14="http://schemas.microsoft.com/office/powerpoint/2010/main" val="3157379044"/>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960120" y="1571308"/>
            <a:ext cx="10881360" cy="3342640"/>
          </a:xfrm>
        </p:spPr>
        <p:txBody>
          <a:bodyPr anchor="b"/>
          <a:lstStyle>
            <a:lvl1pPr algn="ctr">
              <a:defRPr sz="8400"/>
            </a:lvl1pPr>
          </a:lstStyle>
          <a:p>
            <a:r>
              <a:rPr lang="ja-JP" altLang="en-US"/>
              <a:t>マスター タイトルの書式設定</a:t>
            </a:r>
            <a:endParaRPr lang="en-US"/>
          </a:p>
        </p:txBody>
      </p:sp>
      <p:sp>
        <p:nvSpPr>
          <p:cNvPr id="3" name="Subtitle 2"/>
          <p:cNvSpPr>
            <a:spLocks noGrp="1"/>
          </p:cNvSpPr>
          <p:nvPr>
            <p:ph type="subTitle" idx="1"/>
          </p:nvPr>
        </p:nvSpPr>
        <p:spPr>
          <a:xfrm>
            <a:off x="1600200" y="5042853"/>
            <a:ext cx="9601200" cy="2318067"/>
          </a:xfrm>
        </p:spPr>
        <p:txBody>
          <a:bodyPr/>
          <a:lstStyle>
            <a:lvl1pPr marL="0" indent="0" algn="ctr">
              <a:buNone/>
              <a:defRPr sz="3360"/>
            </a:lvl1pPr>
            <a:lvl2pPr marL="640080" indent="0" algn="ctr">
              <a:buNone/>
              <a:defRPr sz="2800"/>
            </a:lvl2pPr>
            <a:lvl3pPr marL="1280160" indent="0" algn="ctr">
              <a:buNone/>
              <a:defRPr sz="2520"/>
            </a:lvl3pPr>
            <a:lvl4pPr marL="1920240" indent="0" algn="ctr">
              <a:buNone/>
              <a:defRPr sz="2240"/>
            </a:lvl4pPr>
            <a:lvl5pPr marL="2560320" indent="0" algn="ctr">
              <a:buNone/>
              <a:defRPr sz="2240"/>
            </a:lvl5pPr>
            <a:lvl6pPr marL="3200400" indent="0" algn="ctr">
              <a:buNone/>
              <a:defRPr sz="2240"/>
            </a:lvl6pPr>
            <a:lvl7pPr marL="3840480" indent="0" algn="ctr">
              <a:buNone/>
              <a:defRPr sz="2240"/>
            </a:lvl7pPr>
            <a:lvl8pPr marL="4480560" indent="0" algn="ctr">
              <a:buNone/>
              <a:defRPr sz="2240"/>
            </a:lvl8pPr>
            <a:lvl9pPr marL="5120640" indent="0" algn="ctr">
              <a:buNone/>
              <a:defRPr sz="2240"/>
            </a:lvl9pPr>
          </a:lstStyle>
          <a:p>
            <a:r>
              <a:rPr lang="ja-JP" altLang="en-US"/>
              <a:t>マスター サブタイトルの書式設定</a:t>
            </a:r>
            <a:endParaRPr lang="en-US"/>
          </a:p>
        </p:txBody>
      </p:sp>
      <p:sp>
        <p:nvSpPr>
          <p:cNvPr id="4" name="Date Placeholder 3"/>
          <p:cNvSpPr>
            <a:spLocks noGrp="1"/>
          </p:cNvSpPr>
          <p:nvPr>
            <p:ph type="dt" sz="half" idx="10"/>
          </p:nvPr>
        </p:nvSpPr>
        <p:spPr/>
        <p:txBody>
          <a:bodyPr/>
          <a:lstStyle/>
          <a:p>
            <a:fld id="{55642CC9-16B2-4BD5-B368-9C54DD8EF03E}" type="datetimeFigureOut">
              <a:rPr kumimoji="1" lang="ja-JP" altLang="en-US" smtClean="0"/>
              <a:t>2026/6/1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57EA98D-E8A7-4960-989F-0CCA34E812EC}" type="slidenum">
              <a:rPr kumimoji="1" lang="ja-JP" altLang="en-US" smtClean="0"/>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55642CC9-16B2-4BD5-B368-9C54DD8EF03E}" type="datetimeFigureOut">
              <a:rPr kumimoji="1" lang="ja-JP" altLang="en-US" smtClean="0"/>
              <a:t>2026/6/1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57EA98D-E8A7-4960-989F-0CCA34E812EC}" type="slidenum">
              <a:rPr kumimoji="1" lang="ja-JP" altLang="en-US" smtClean="0"/>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73443" y="2393635"/>
            <a:ext cx="11041380" cy="3993832"/>
          </a:xfrm>
        </p:spPr>
        <p:txBody>
          <a:bodyPr anchor="b"/>
          <a:lstStyle>
            <a:lvl1pPr>
              <a:defRPr sz="8400"/>
            </a:lvl1pPr>
          </a:lstStyle>
          <a:p>
            <a:r>
              <a:rPr lang="ja-JP" altLang="en-US"/>
              <a:t>マスター タイトルの書式設定</a:t>
            </a:r>
            <a:endParaRPr lang="en-US"/>
          </a:p>
        </p:txBody>
      </p:sp>
      <p:sp>
        <p:nvSpPr>
          <p:cNvPr id="3" name="Text Placeholder 2"/>
          <p:cNvSpPr>
            <a:spLocks noGrp="1"/>
          </p:cNvSpPr>
          <p:nvPr>
            <p:ph type="body" idx="1"/>
          </p:nvPr>
        </p:nvSpPr>
        <p:spPr>
          <a:xfrm>
            <a:off x="873443" y="6425250"/>
            <a:ext cx="11041380" cy="2100262"/>
          </a:xfrm>
        </p:spPr>
        <p:txBody>
          <a:bodyPr/>
          <a:lstStyle>
            <a:lvl1pPr marL="0" indent="0">
              <a:buNone/>
              <a:defRPr sz="3360">
                <a:solidFill>
                  <a:schemeClr val="tx1"/>
                </a:solidFill>
              </a:defRPr>
            </a:lvl1pPr>
            <a:lvl2pPr marL="640080" indent="0">
              <a:buNone/>
              <a:defRPr sz="2800">
                <a:solidFill>
                  <a:schemeClr val="tx1">
                    <a:tint val="75000"/>
                  </a:schemeClr>
                </a:solidFill>
              </a:defRPr>
            </a:lvl2pPr>
            <a:lvl3pPr marL="1280160" indent="0">
              <a:buNone/>
              <a:defRPr sz="2520">
                <a:solidFill>
                  <a:schemeClr val="tx1">
                    <a:tint val="75000"/>
                  </a:schemeClr>
                </a:solidFill>
              </a:defRPr>
            </a:lvl3pPr>
            <a:lvl4pPr marL="1920240" indent="0">
              <a:buNone/>
              <a:defRPr sz="2240">
                <a:solidFill>
                  <a:schemeClr val="tx1">
                    <a:tint val="75000"/>
                  </a:schemeClr>
                </a:solidFill>
              </a:defRPr>
            </a:lvl4pPr>
            <a:lvl5pPr marL="2560320" indent="0">
              <a:buNone/>
              <a:defRPr sz="2240">
                <a:solidFill>
                  <a:schemeClr val="tx1">
                    <a:tint val="75000"/>
                  </a:schemeClr>
                </a:solidFill>
              </a:defRPr>
            </a:lvl5pPr>
            <a:lvl6pPr marL="3200400" indent="0">
              <a:buNone/>
              <a:defRPr sz="2240">
                <a:solidFill>
                  <a:schemeClr val="tx1">
                    <a:tint val="75000"/>
                  </a:schemeClr>
                </a:solidFill>
              </a:defRPr>
            </a:lvl6pPr>
            <a:lvl7pPr marL="3840480" indent="0">
              <a:buNone/>
              <a:defRPr sz="2240">
                <a:solidFill>
                  <a:schemeClr val="tx1">
                    <a:tint val="75000"/>
                  </a:schemeClr>
                </a:solidFill>
              </a:defRPr>
            </a:lvl7pPr>
            <a:lvl8pPr marL="4480560" indent="0">
              <a:buNone/>
              <a:defRPr sz="2240">
                <a:solidFill>
                  <a:schemeClr val="tx1">
                    <a:tint val="75000"/>
                  </a:schemeClr>
                </a:solidFill>
              </a:defRPr>
            </a:lvl8pPr>
            <a:lvl9pPr marL="5120640" indent="0">
              <a:buNone/>
              <a:defRPr sz="224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55642CC9-16B2-4BD5-B368-9C54DD8EF03E}" type="datetimeFigureOut">
              <a:rPr kumimoji="1" lang="ja-JP" altLang="en-US" smtClean="0"/>
              <a:t>2026/6/1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57EA98D-E8A7-4960-989F-0CCA34E812EC}" type="slidenum">
              <a:rPr kumimoji="1" lang="ja-JP" altLang="en-US" smtClean="0"/>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880110" y="2555875"/>
            <a:ext cx="5440680" cy="609187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Content Placeholder 3"/>
          <p:cNvSpPr>
            <a:spLocks noGrp="1"/>
          </p:cNvSpPr>
          <p:nvPr>
            <p:ph sz="half" idx="2"/>
          </p:nvPr>
        </p:nvSpPr>
        <p:spPr>
          <a:xfrm>
            <a:off x="6480810" y="2555875"/>
            <a:ext cx="5440680" cy="609187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Date Placeholder 4"/>
          <p:cNvSpPr>
            <a:spLocks noGrp="1"/>
          </p:cNvSpPr>
          <p:nvPr>
            <p:ph type="dt" sz="half" idx="10"/>
          </p:nvPr>
        </p:nvSpPr>
        <p:spPr/>
        <p:txBody>
          <a:bodyPr/>
          <a:lstStyle/>
          <a:p>
            <a:fld id="{55642CC9-16B2-4BD5-B368-9C54DD8EF03E}" type="datetimeFigureOut">
              <a:rPr kumimoji="1" lang="ja-JP" altLang="en-US" smtClean="0"/>
              <a:t>2026/6/1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57EA98D-E8A7-4960-989F-0CCA34E812EC}" type="slidenum">
              <a:rPr kumimoji="1" lang="ja-JP" altLang="en-US" smtClean="0"/>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81777" y="511177"/>
            <a:ext cx="11041380" cy="1855788"/>
          </a:xfrm>
        </p:spPr>
        <p:txBody>
          <a:bodyPr/>
          <a:lstStyle/>
          <a:p>
            <a:r>
              <a:rPr lang="ja-JP" altLang="en-US"/>
              <a:t>マスター タイトルの書式設定</a:t>
            </a:r>
            <a:endParaRPr lang="en-US"/>
          </a:p>
        </p:txBody>
      </p:sp>
      <p:sp>
        <p:nvSpPr>
          <p:cNvPr id="3" name="Text Placeholder 2"/>
          <p:cNvSpPr>
            <a:spLocks noGrp="1"/>
          </p:cNvSpPr>
          <p:nvPr>
            <p:ph type="body" idx="1"/>
          </p:nvPr>
        </p:nvSpPr>
        <p:spPr>
          <a:xfrm>
            <a:off x="881779" y="2353628"/>
            <a:ext cx="5415676" cy="1153477"/>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ja-JP" altLang="en-US"/>
              <a:t>マスター テキストの書式設定</a:t>
            </a:r>
          </a:p>
        </p:txBody>
      </p:sp>
      <p:sp>
        <p:nvSpPr>
          <p:cNvPr id="4" name="Content Placeholder 3"/>
          <p:cNvSpPr>
            <a:spLocks noGrp="1"/>
          </p:cNvSpPr>
          <p:nvPr>
            <p:ph sz="half" idx="2"/>
          </p:nvPr>
        </p:nvSpPr>
        <p:spPr>
          <a:xfrm>
            <a:off x="881779" y="3507105"/>
            <a:ext cx="5415676" cy="515842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Text Placeholder 4"/>
          <p:cNvSpPr>
            <a:spLocks noGrp="1"/>
          </p:cNvSpPr>
          <p:nvPr>
            <p:ph type="body" sz="quarter" idx="3"/>
          </p:nvPr>
        </p:nvSpPr>
        <p:spPr>
          <a:xfrm>
            <a:off x="6480811" y="2353628"/>
            <a:ext cx="5442347" cy="1153477"/>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ja-JP" altLang="en-US"/>
              <a:t>マスター テキストの書式設定</a:t>
            </a:r>
          </a:p>
        </p:txBody>
      </p:sp>
      <p:sp>
        <p:nvSpPr>
          <p:cNvPr id="6" name="Content Placeholder 5"/>
          <p:cNvSpPr>
            <a:spLocks noGrp="1"/>
          </p:cNvSpPr>
          <p:nvPr>
            <p:ph sz="quarter" idx="4"/>
          </p:nvPr>
        </p:nvSpPr>
        <p:spPr>
          <a:xfrm>
            <a:off x="6480811" y="3507105"/>
            <a:ext cx="5442347" cy="515842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p:txBody>
          <a:bodyPr/>
          <a:lstStyle/>
          <a:p>
            <a:fld id="{55642CC9-16B2-4BD5-B368-9C54DD8EF03E}" type="datetimeFigureOut">
              <a:rPr kumimoji="1" lang="ja-JP" altLang="en-US" smtClean="0"/>
              <a:t>2026/6/1</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E57EA98D-E8A7-4960-989F-0CCA34E812EC}" type="slidenum">
              <a:rPr kumimoji="1" lang="ja-JP" altLang="en-US" smtClean="0"/>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fld id="{55642CC9-16B2-4BD5-B368-9C54DD8EF03E}" type="datetimeFigureOut">
              <a:rPr kumimoji="1" lang="ja-JP" altLang="en-US" smtClean="0"/>
              <a:t>2026/6/1</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E57EA98D-E8A7-4960-989F-0CCA34E812EC}" type="slidenum">
              <a:rPr kumimoji="1" lang="ja-JP" altLang="en-US" smtClean="0"/>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642CC9-16B2-4BD5-B368-9C54DD8EF03E}" type="datetimeFigureOut">
              <a:rPr kumimoji="1" lang="ja-JP" altLang="en-US" smtClean="0"/>
              <a:t>2026/6/1</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E57EA98D-E8A7-4960-989F-0CCA34E812EC}" type="slidenum">
              <a:rPr kumimoji="1" lang="ja-JP" altLang="en-US" smtClean="0"/>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81778" y="640080"/>
            <a:ext cx="4128849" cy="2240280"/>
          </a:xfrm>
        </p:spPr>
        <p:txBody>
          <a:bodyPr anchor="b"/>
          <a:lstStyle>
            <a:lvl1pPr>
              <a:defRPr sz="4480"/>
            </a:lvl1pPr>
          </a:lstStyle>
          <a:p>
            <a:r>
              <a:rPr lang="ja-JP" altLang="en-US"/>
              <a:t>マスター タイトルの書式設定</a:t>
            </a:r>
            <a:endParaRPr lang="en-US"/>
          </a:p>
        </p:txBody>
      </p:sp>
      <p:sp>
        <p:nvSpPr>
          <p:cNvPr id="3" name="Content Placeholder 2"/>
          <p:cNvSpPr>
            <a:spLocks noGrp="1"/>
          </p:cNvSpPr>
          <p:nvPr>
            <p:ph idx="1"/>
          </p:nvPr>
        </p:nvSpPr>
        <p:spPr>
          <a:xfrm>
            <a:off x="5442347" y="1382397"/>
            <a:ext cx="6480810" cy="6823075"/>
          </a:xfrm>
        </p:spPr>
        <p:txBody>
          <a:bodyPr/>
          <a:lstStyle>
            <a:lvl1pPr>
              <a:defRPr sz="4480"/>
            </a:lvl1pPr>
            <a:lvl2pPr>
              <a:defRPr sz="3920"/>
            </a:lvl2pPr>
            <a:lvl3pPr>
              <a:defRPr sz="3360"/>
            </a:lvl3pPr>
            <a:lvl4pPr>
              <a:defRPr sz="2800"/>
            </a:lvl4pPr>
            <a:lvl5pPr>
              <a:defRPr sz="2800"/>
            </a:lvl5pPr>
            <a:lvl6pPr>
              <a:defRPr sz="2800"/>
            </a:lvl6pPr>
            <a:lvl7pPr>
              <a:defRPr sz="2800"/>
            </a:lvl7pPr>
            <a:lvl8pPr>
              <a:defRPr sz="2800"/>
            </a:lvl8pPr>
            <a:lvl9pPr>
              <a:defRPr sz="2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Text Placeholder 3"/>
          <p:cNvSpPr>
            <a:spLocks noGrp="1"/>
          </p:cNvSpPr>
          <p:nvPr>
            <p:ph type="body" sz="half" idx="2"/>
          </p:nvPr>
        </p:nvSpPr>
        <p:spPr>
          <a:xfrm>
            <a:off x="881778" y="2880360"/>
            <a:ext cx="4128849" cy="5336223"/>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55642CC9-16B2-4BD5-B368-9C54DD8EF03E}" type="datetimeFigureOut">
              <a:rPr kumimoji="1" lang="ja-JP" altLang="en-US" smtClean="0"/>
              <a:t>2026/6/1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57EA98D-E8A7-4960-989F-0CCA34E812EC}" type="slidenum">
              <a:rPr kumimoji="1" lang="ja-JP" altLang="en-US" smtClean="0"/>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81778" y="640080"/>
            <a:ext cx="4128849" cy="2240280"/>
          </a:xfrm>
        </p:spPr>
        <p:txBody>
          <a:bodyPr anchor="b"/>
          <a:lstStyle>
            <a:lvl1pPr>
              <a:defRPr sz="4480"/>
            </a:lvl1pPr>
          </a:lstStyle>
          <a:p>
            <a:r>
              <a:rPr lang="ja-JP" altLang="en-US"/>
              <a:t>マスター タイトルの書式設定</a:t>
            </a:r>
            <a:endParaRPr lang="en-US"/>
          </a:p>
        </p:txBody>
      </p:sp>
      <p:sp>
        <p:nvSpPr>
          <p:cNvPr id="3" name="Picture Placeholder 2"/>
          <p:cNvSpPr>
            <a:spLocks noGrp="1" noChangeAspect="1"/>
          </p:cNvSpPr>
          <p:nvPr>
            <p:ph type="pic" idx="1" hasCustomPrompt="1"/>
          </p:nvPr>
        </p:nvSpPr>
        <p:spPr>
          <a:xfrm>
            <a:off x="5442347" y="1382397"/>
            <a:ext cx="6480810" cy="6823075"/>
          </a:xfrm>
        </p:spPr>
        <p:txBody>
          <a:bodyPr anchor="t"/>
          <a:lstStyle>
            <a:lvl1pPr marL="0" indent="0">
              <a:buNone/>
              <a:defRPr sz="4480"/>
            </a:lvl1pPr>
            <a:lvl2pPr marL="640080" indent="0">
              <a:buNone/>
              <a:defRPr sz="3920"/>
            </a:lvl2pPr>
            <a:lvl3pPr marL="1280160" indent="0">
              <a:buNone/>
              <a:defRPr sz="3360"/>
            </a:lvl3pPr>
            <a:lvl4pPr marL="1920240" indent="0">
              <a:buNone/>
              <a:defRPr sz="2800"/>
            </a:lvl4pPr>
            <a:lvl5pPr marL="2560320" indent="0">
              <a:buNone/>
              <a:defRPr sz="2800"/>
            </a:lvl5pPr>
            <a:lvl6pPr marL="3200400" indent="0">
              <a:buNone/>
              <a:defRPr sz="2800"/>
            </a:lvl6pPr>
            <a:lvl7pPr marL="3840480" indent="0">
              <a:buNone/>
              <a:defRPr sz="2800"/>
            </a:lvl7pPr>
            <a:lvl8pPr marL="4480560" indent="0">
              <a:buNone/>
              <a:defRPr sz="2800"/>
            </a:lvl8pPr>
            <a:lvl9pPr marL="5120640" indent="0">
              <a:buNone/>
              <a:defRPr sz="2800"/>
            </a:lvl9pPr>
          </a:lstStyle>
          <a:p>
            <a:r>
              <a:rPr lang="ja-JP" altLang="en-US"/>
              <a:t>図を追加</a:t>
            </a:r>
            <a:endParaRPr lang="en-US"/>
          </a:p>
        </p:txBody>
      </p:sp>
      <p:sp>
        <p:nvSpPr>
          <p:cNvPr id="4" name="Text Placeholder 3"/>
          <p:cNvSpPr>
            <a:spLocks noGrp="1"/>
          </p:cNvSpPr>
          <p:nvPr>
            <p:ph type="body" sz="half" idx="2"/>
          </p:nvPr>
        </p:nvSpPr>
        <p:spPr>
          <a:xfrm>
            <a:off x="881778" y="2880360"/>
            <a:ext cx="4128849" cy="5336223"/>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55642CC9-16B2-4BD5-B368-9C54DD8EF03E}" type="datetimeFigureOut">
              <a:rPr kumimoji="1" lang="ja-JP" altLang="en-US" smtClean="0"/>
              <a:t>2026/6/1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57EA98D-E8A7-4960-989F-0CCA34E812EC}" type="slidenum">
              <a:rPr kumimoji="1" lang="ja-JP" altLang="en-US" smtClean="0"/>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55642CC9-16B2-4BD5-B368-9C54DD8EF03E}" type="datetimeFigureOut">
              <a:rPr kumimoji="1" lang="ja-JP" altLang="en-US" smtClean="0"/>
              <a:t>2026/6/1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57EA98D-E8A7-4960-989F-0CCA34E812EC}" type="slidenum">
              <a:rPr kumimoji="1" lang="ja-JP" altLang="en-US" smtClean="0"/>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61146" y="511175"/>
            <a:ext cx="2760345" cy="8136573"/>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880111" y="511175"/>
            <a:ext cx="8121015" cy="8136573"/>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55642CC9-16B2-4BD5-B368-9C54DD8EF03E}" type="datetimeFigureOut">
              <a:rPr kumimoji="1" lang="ja-JP" altLang="en-US" smtClean="0"/>
              <a:t>2026/6/1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57EA98D-E8A7-4960-989F-0CCA34E812EC}" type="slidenum">
              <a:rPr kumimoji="1" lang="ja-JP" altLang="en-US" smtClean="0"/>
              <a:t>‹#›</a:t>
            </a:fld>
            <a:endParaRPr kumimoji="1" lang="ja-JP"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コンテンツ">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7D8366AB-D84A-528B-2D98-0A77C81140BB}"/>
              </a:ext>
            </a:extLst>
          </p:cNvPr>
          <p:cNvCxnSpPr>
            <a:cxnSpLocks/>
          </p:cNvCxnSpPr>
          <p:nvPr userDrawn="1"/>
        </p:nvCxnSpPr>
        <p:spPr>
          <a:xfrm>
            <a:off x="171451" y="697229"/>
            <a:ext cx="12538710" cy="0"/>
          </a:xfrm>
          <a:prstGeom prst="line">
            <a:avLst/>
          </a:prstGeom>
          <a:ln w="41275" cap="rnd">
            <a:round/>
          </a:ln>
        </p:spPr>
        <p:style>
          <a:lnRef idx="1">
            <a:schemeClr val="accent1"/>
          </a:lnRef>
          <a:fillRef idx="0">
            <a:schemeClr val="accent1"/>
          </a:fillRef>
          <a:effectRef idx="0">
            <a:schemeClr val="accent1"/>
          </a:effectRef>
          <a:fontRef idx="minor">
            <a:schemeClr val="tx1"/>
          </a:fontRef>
        </p:style>
      </p:cxnSp>
      <p:sp>
        <p:nvSpPr>
          <p:cNvPr id="13" name="テキスト プレースホルダー 12">
            <a:extLst>
              <a:ext uri="{FF2B5EF4-FFF2-40B4-BE49-F238E27FC236}">
                <a16:creationId xmlns:a16="http://schemas.microsoft.com/office/drawing/2014/main" id="{CAB24DC4-51B5-E2CF-D5F6-70B4E6699C85}"/>
              </a:ext>
            </a:extLst>
          </p:cNvPr>
          <p:cNvSpPr>
            <a:spLocks noGrp="1"/>
          </p:cNvSpPr>
          <p:nvPr>
            <p:ph type="body" sz="quarter" idx="10"/>
          </p:nvPr>
        </p:nvSpPr>
        <p:spPr>
          <a:xfrm>
            <a:off x="171451" y="250828"/>
            <a:ext cx="12458700" cy="354963"/>
          </a:xfrm>
          <a:prstGeom prst="rect">
            <a:avLst/>
          </a:prstGeom>
        </p:spPr>
        <p:txBody>
          <a:bodyPr>
            <a:noAutofit/>
          </a:bodyPr>
          <a:lstStyle>
            <a:lvl1pPr>
              <a:defRPr sz="2215"/>
            </a:lvl1pPr>
          </a:lstStyle>
          <a:p>
            <a:pPr lvl="0"/>
            <a:r>
              <a:rPr kumimoji="1" lang="ja-JP" altLang="en-US"/>
              <a:t>マスター テキストの書式設定</a:t>
            </a:r>
          </a:p>
        </p:txBody>
      </p:sp>
    </p:spTree>
    <p:extLst>
      <p:ext uri="{BB962C8B-B14F-4D97-AF65-F5344CB8AC3E}">
        <p14:creationId xmlns:p14="http://schemas.microsoft.com/office/powerpoint/2010/main" val="10440687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960120" y="1571308"/>
            <a:ext cx="10881360" cy="3342640"/>
          </a:xfrm>
        </p:spPr>
        <p:txBody>
          <a:bodyPr anchor="b"/>
          <a:lstStyle>
            <a:lvl1pPr algn="ctr">
              <a:defRPr sz="8400"/>
            </a:lvl1pPr>
          </a:lstStyle>
          <a:p>
            <a:r>
              <a:rPr lang="ja-JP" altLang="en-US"/>
              <a:t>マスター タイトルの書式設定</a:t>
            </a:r>
            <a:endParaRPr lang="en-US"/>
          </a:p>
        </p:txBody>
      </p:sp>
      <p:sp>
        <p:nvSpPr>
          <p:cNvPr id="3" name="Subtitle 2"/>
          <p:cNvSpPr>
            <a:spLocks noGrp="1"/>
          </p:cNvSpPr>
          <p:nvPr>
            <p:ph type="subTitle" idx="1"/>
          </p:nvPr>
        </p:nvSpPr>
        <p:spPr>
          <a:xfrm>
            <a:off x="1600200" y="5042853"/>
            <a:ext cx="9601200" cy="2318067"/>
          </a:xfrm>
        </p:spPr>
        <p:txBody>
          <a:bodyPr/>
          <a:lstStyle>
            <a:lvl1pPr marL="0" indent="0" algn="ctr">
              <a:buNone/>
              <a:defRPr sz="3360"/>
            </a:lvl1pPr>
            <a:lvl2pPr marL="640080" indent="0" algn="ctr">
              <a:buNone/>
              <a:defRPr sz="2800"/>
            </a:lvl2pPr>
            <a:lvl3pPr marL="1280160" indent="0" algn="ctr">
              <a:buNone/>
              <a:defRPr sz="2520"/>
            </a:lvl3pPr>
            <a:lvl4pPr marL="1920240" indent="0" algn="ctr">
              <a:buNone/>
              <a:defRPr sz="2240"/>
            </a:lvl4pPr>
            <a:lvl5pPr marL="2560320" indent="0" algn="ctr">
              <a:buNone/>
              <a:defRPr sz="2240"/>
            </a:lvl5pPr>
            <a:lvl6pPr marL="3200400" indent="0" algn="ctr">
              <a:buNone/>
              <a:defRPr sz="2240"/>
            </a:lvl6pPr>
            <a:lvl7pPr marL="3840480" indent="0" algn="ctr">
              <a:buNone/>
              <a:defRPr sz="2240"/>
            </a:lvl7pPr>
            <a:lvl8pPr marL="4480560" indent="0" algn="ctr">
              <a:buNone/>
              <a:defRPr sz="2240"/>
            </a:lvl8pPr>
            <a:lvl9pPr marL="5120640" indent="0" algn="ctr">
              <a:buNone/>
              <a:defRPr sz="2240"/>
            </a:lvl9pPr>
          </a:lstStyle>
          <a:p>
            <a:r>
              <a:rPr lang="ja-JP" altLang="en-US"/>
              <a:t>マスター サブタイトルの書式設定</a:t>
            </a:r>
            <a:endParaRPr lang="en-US"/>
          </a:p>
        </p:txBody>
      </p:sp>
      <p:sp>
        <p:nvSpPr>
          <p:cNvPr id="4" name="Date Placeholder 3"/>
          <p:cNvSpPr>
            <a:spLocks noGrp="1"/>
          </p:cNvSpPr>
          <p:nvPr>
            <p:ph type="dt" sz="half" idx="10"/>
          </p:nvPr>
        </p:nvSpPr>
        <p:spPr/>
        <p:txBody>
          <a:bodyPr/>
          <a:lstStyle/>
          <a:p>
            <a:fld id="{55642CC9-16B2-4BD5-B368-9C54DD8EF03E}" type="datetimeFigureOut">
              <a:rPr kumimoji="1" lang="ja-JP" altLang="en-US" smtClean="0"/>
              <a:t>2026/6/1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57EA98D-E8A7-4960-989F-0CCA34E812EC}" type="slidenum">
              <a:rPr kumimoji="1" lang="ja-JP" altLang="en-US" smtClean="0"/>
              <a:t>‹#›</a:t>
            </a:fld>
            <a:endParaRPr kumimoji="1" lang="ja-JP" altLang="en-US"/>
          </a:p>
        </p:txBody>
      </p:sp>
    </p:spTree>
    <p:extLst>
      <p:ext uri="{BB962C8B-B14F-4D97-AF65-F5344CB8AC3E}">
        <p14:creationId xmlns:p14="http://schemas.microsoft.com/office/powerpoint/2010/main" val="6646833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55642CC9-16B2-4BD5-B368-9C54DD8EF03E}" type="datetimeFigureOut">
              <a:rPr kumimoji="1" lang="ja-JP" altLang="en-US" smtClean="0"/>
              <a:t>2026/6/1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57EA98D-E8A7-4960-989F-0CCA34E812EC}" type="slidenum">
              <a:rPr kumimoji="1" lang="ja-JP" altLang="en-US" smtClean="0"/>
              <a:t>‹#›</a:t>
            </a:fld>
            <a:endParaRPr kumimoji="1" lang="ja-JP" altLang="en-US"/>
          </a:p>
        </p:txBody>
      </p:sp>
    </p:spTree>
    <p:extLst>
      <p:ext uri="{BB962C8B-B14F-4D97-AF65-F5344CB8AC3E}">
        <p14:creationId xmlns:p14="http://schemas.microsoft.com/office/powerpoint/2010/main" val="40699657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73443" y="2393635"/>
            <a:ext cx="11041380" cy="3993832"/>
          </a:xfrm>
        </p:spPr>
        <p:txBody>
          <a:bodyPr anchor="b"/>
          <a:lstStyle>
            <a:lvl1pPr>
              <a:defRPr sz="8400"/>
            </a:lvl1pPr>
          </a:lstStyle>
          <a:p>
            <a:r>
              <a:rPr lang="ja-JP" altLang="en-US"/>
              <a:t>マスター タイトルの書式設定</a:t>
            </a:r>
            <a:endParaRPr lang="en-US"/>
          </a:p>
        </p:txBody>
      </p:sp>
      <p:sp>
        <p:nvSpPr>
          <p:cNvPr id="3" name="Text Placeholder 2"/>
          <p:cNvSpPr>
            <a:spLocks noGrp="1"/>
          </p:cNvSpPr>
          <p:nvPr>
            <p:ph type="body" idx="1"/>
          </p:nvPr>
        </p:nvSpPr>
        <p:spPr>
          <a:xfrm>
            <a:off x="873443" y="6425250"/>
            <a:ext cx="11041380" cy="2100262"/>
          </a:xfrm>
        </p:spPr>
        <p:txBody>
          <a:bodyPr/>
          <a:lstStyle>
            <a:lvl1pPr marL="0" indent="0">
              <a:buNone/>
              <a:defRPr sz="3360">
                <a:solidFill>
                  <a:schemeClr val="tx1"/>
                </a:solidFill>
              </a:defRPr>
            </a:lvl1pPr>
            <a:lvl2pPr marL="640080" indent="0">
              <a:buNone/>
              <a:defRPr sz="2800">
                <a:solidFill>
                  <a:schemeClr val="tx1">
                    <a:tint val="75000"/>
                  </a:schemeClr>
                </a:solidFill>
              </a:defRPr>
            </a:lvl2pPr>
            <a:lvl3pPr marL="1280160" indent="0">
              <a:buNone/>
              <a:defRPr sz="2520">
                <a:solidFill>
                  <a:schemeClr val="tx1">
                    <a:tint val="75000"/>
                  </a:schemeClr>
                </a:solidFill>
              </a:defRPr>
            </a:lvl3pPr>
            <a:lvl4pPr marL="1920240" indent="0">
              <a:buNone/>
              <a:defRPr sz="2240">
                <a:solidFill>
                  <a:schemeClr val="tx1">
                    <a:tint val="75000"/>
                  </a:schemeClr>
                </a:solidFill>
              </a:defRPr>
            </a:lvl4pPr>
            <a:lvl5pPr marL="2560320" indent="0">
              <a:buNone/>
              <a:defRPr sz="2240">
                <a:solidFill>
                  <a:schemeClr val="tx1">
                    <a:tint val="75000"/>
                  </a:schemeClr>
                </a:solidFill>
              </a:defRPr>
            </a:lvl5pPr>
            <a:lvl6pPr marL="3200400" indent="0">
              <a:buNone/>
              <a:defRPr sz="2240">
                <a:solidFill>
                  <a:schemeClr val="tx1">
                    <a:tint val="75000"/>
                  </a:schemeClr>
                </a:solidFill>
              </a:defRPr>
            </a:lvl6pPr>
            <a:lvl7pPr marL="3840480" indent="0">
              <a:buNone/>
              <a:defRPr sz="2240">
                <a:solidFill>
                  <a:schemeClr val="tx1">
                    <a:tint val="75000"/>
                  </a:schemeClr>
                </a:solidFill>
              </a:defRPr>
            </a:lvl7pPr>
            <a:lvl8pPr marL="4480560" indent="0">
              <a:buNone/>
              <a:defRPr sz="2240">
                <a:solidFill>
                  <a:schemeClr val="tx1">
                    <a:tint val="75000"/>
                  </a:schemeClr>
                </a:solidFill>
              </a:defRPr>
            </a:lvl8pPr>
            <a:lvl9pPr marL="5120640" indent="0">
              <a:buNone/>
              <a:defRPr sz="224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55642CC9-16B2-4BD5-B368-9C54DD8EF03E}" type="datetimeFigureOut">
              <a:rPr kumimoji="1" lang="ja-JP" altLang="en-US" smtClean="0"/>
              <a:t>2026/6/1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57EA98D-E8A7-4960-989F-0CCA34E812EC}" type="slidenum">
              <a:rPr kumimoji="1" lang="ja-JP" altLang="en-US" smtClean="0"/>
              <a:t>‹#›</a:t>
            </a:fld>
            <a:endParaRPr kumimoji="1" lang="ja-JP" altLang="en-US"/>
          </a:p>
        </p:txBody>
      </p:sp>
    </p:spTree>
    <p:extLst>
      <p:ext uri="{BB962C8B-B14F-4D97-AF65-F5344CB8AC3E}">
        <p14:creationId xmlns:p14="http://schemas.microsoft.com/office/powerpoint/2010/main" val="35909651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880110" y="2555875"/>
            <a:ext cx="5440680" cy="609187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Content Placeholder 3"/>
          <p:cNvSpPr>
            <a:spLocks noGrp="1"/>
          </p:cNvSpPr>
          <p:nvPr>
            <p:ph sz="half" idx="2"/>
          </p:nvPr>
        </p:nvSpPr>
        <p:spPr>
          <a:xfrm>
            <a:off x="6480810" y="2555875"/>
            <a:ext cx="5440680" cy="609187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Date Placeholder 4"/>
          <p:cNvSpPr>
            <a:spLocks noGrp="1"/>
          </p:cNvSpPr>
          <p:nvPr>
            <p:ph type="dt" sz="half" idx="10"/>
          </p:nvPr>
        </p:nvSpPr>
        <p:spPr/>
        <p:txBody>
          <a:bodyPr/>
          <a:lstStyle/>
          <a:p>
            <a:fld id="{55642CC9-16B2-4BD5-B368-9C54DD8EF03E}" type="datetimeFigureOut">
              <a:rPr kumimoji="1" lang="ja-JP" altLang="en-US" smtClean="0"/>
              <a:t>2026/6/1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57EA98D-E8A7-4960-989F-0CCA34E812EC}" type="slidenum">
              <a:rPr kumimoji="1" lang="ja-JP" altLang="en-US" smtClean="0"/>
              <a:t>‹#›</a:t>
            </a:fld>
            <a:endParaRPr kumimoji="1" lang="ja-JP" altLang="en-US"/>
          </a:p>
        </p:txBody>
      </p:sp>
    </p:spTree>
    <p:extLst>
      <p:ext uri="{BB962C8B-B14F-4D97-AF65-F5344CB8AC3E}">
        <p14:creationId xmlns:p14="http://schemas.microsoft.com/office/powerpoint/2010/main" val="12799111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81777" y="511177"/>
            <a:ext cx="11041380" cy="1855788"/>
          </a:xfrm>
        </p:spPr>
        <p:txBody>
          <a:bodyPr/>
          <a:lstStyle/>
          <a:p>
            <a:r>
              <a:rPr lang="ja-JP" altLang="en-US"/>
              <a:t>マスター タイトルの書式設定</a:t>
            </a:r>
            <a:endParaRPr lang="en-US"/>
          </a:p>
        </p:txBody>
      </p:sp>
      <p:sp>
        <p:nvSpPr>
          <p:cNvPr id="3" name="Text Placeholder 2"/>
          <p:cNvSpPr>
            <a:spLocks noGrp="1"/>
          </p:cNvSpPr>
          <p:nvPr>
            <p:ph type="body" idx="1"/>
          </p:nvPr>
        </p:nvSpPr>
        <p:spPr>
          <a:xfrm>
            <a:off x="881779" y="2353628"/>
            <a:ext cx="5415676" cy="1153477"/>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ja-JP" altLang="en-US"/>
              <a:t>マスター テキストの書式設定</a:t>
            </a:r>
          </a:p>
        </p:txBody>
      </p:sp>
      <p:sp>
        <p:nvSpPr>
          <p:cNvPr id="4" name="Content Placeholder 3"/>
          <p:cNvSpPr>
            <a:spLocks noGrp="1"/>
          </p:cNvSpPr>
          <p:nvPr>
            <p:ph sz="half" idx="2"/>
          </p:nvPr>
        </p:nvSpPr>
        <p:spPr>
          <a:xfrm>
            <a:off x="881779" y="3507105"/>
            <a:ext cx="5415676" cy="515842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Text Placeholder 4"/>
          <p:cNvSpPr>
            <a:spLocks noGrp="1"/>
          </p:cNvSpPr>
          <p:nvPr>
            <p:ph type="body" sz="quarter" idx="3"/>
          </p:nvPr>
        </p:nvSpPr>
        <p:spPr>
          <a:xfrm>
            <a:off x="6480811" y="2353628"/>
            <a:ext cx="5442347" cy="1153477"/>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ja-JP" altLang="en-US"/>
              <a:t>マスター テキストの書式設定</a:t>
            </a:r>
          </a:p>
        </p:txBody>
      </p:sp>
      <p:sp>
        <p:nvSpPr>
          <p:cNvPr id="6" name="Content Placeholder 5"/>
          <p:cNvSpPr>
            <a:spLocks noGrp="1"/>
          </p:cNvSpPr>
          <p:nvPr>
            <p:ph sz="quarter" idx="4"/>
          </p:nvPr>
        </p:nvSpPr>
        <p:spPr>
          <a:xfrm>
            <a:off x="6480811" y="3507105"/>
            <a:ext cx="5442347" cy="515842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p:txBody>
          <a:bodyPr/>
          <a:lstStyle/>
          <a:p>
            <a:fld id="{55642CC9-16B2-4BD5-B368-9C54DD8EF03E}" type="datetimeFigureOut">
              <a:rPr kumimoji="1" lang="ja-JP" altLang="en-US" smtClean="0"/>
              <a:t>2026/6/1</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E57EA98D-E8A7-4960-989F-0CCA34E812EC}" type="slidenum">
              <a:rPr kumimoji="1" lang="ja-JP" altLang="en-US" smtClean="0"/>
              <a:t>‹#›</a:t>
            </a:fld>
            <a:endParaRPr kumimoji="1" lang="ja-JP" altLang="en-US"/>
          </a:p>
        </p:txBody>
      </p:sp>
    </p:spTree>
    <p:extLst>
      <p:ext uri="{BB962C8B-B14F-4D97-AF65-F5344CB8AC3E}">
        <p14:creationId xmlns:p14="http://schemas.microsoft.com/office/powerpoint/2010/main" val="12702717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fld id="{55642CC9-16B2-4BD5-B368-9C54DD8EF03E}" type="datetimeFigureOut">
              <a:rPr kumimoji="1" lang="ja-JP" altLang="en-US" smtClean="0"/>
              <a:t>2026/6/1</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E57EA98D-E8A7-4960-989F-0CCA34E812EC}" type="slidenum">
              <a:rPr kumimoji="1" lang="ja-JP" altLang="en-US" smtClean="0"/>
              <a:t>‹#›</a:t>
            </a:fld>
            <a:endParaRPr kumimoji="1" lang="ja-JP" altLang="en-US"/>
          </a:p>
        </p:txBody>
      </p:sp>
    </p:spTree>
    <p:extLst>
      <p:ext uri="{BB962C8B-B14F-4D97-AF65-F5344CB8AC3E}">
        <p14:creationId xmlns:p14="http://schemas.microsoft.com/office/powerpoint/2010/main" val="5634680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642CC9-16B2-4BD5-B368-9C54DD8EF03E}" type="datetimeFigureOut">
              <a:rPr kumimoji="1" lang="ja-JP" altLang="en-US" smtClean="0"/>
              <a:t>2026/6/1</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E57EA98D-E8A7-4960-989F-0CCA34E812EC}" type="slidenum">
              <a:rPr kumimoji="1" lang="ja-JP" altLang="en-US" smtClean="0"/>
              <a:t>‹#›</a:t>
            </a:fld>
            <a:endParaRPr kumimoji="1" lang="ja-JP" altLang="en-US"/>
          </a:p>
        </p:txBody>
      </p:sp>
    </p:spTree>
    <p:extLst>
      <p:ext uri="{BB962C8B-B14F-4D97-AF65-F5344CB8AC3E}">
        <p14:creationId xmlns:p14="http://schemas.microsoft.com/office/powerpoint/2010/main" val="22752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81778" y="640080"/>
            <a:ext cx="4128849" cy="2240280"/>
          </a:xfrm>
        </p:spPr>
        <p:txBody>
          <a:bodyPr anchor="b"/>
          <a:lstStyle>
            <a:lvl1pPr>
              <a:defRPr sz="4480"/>
            </a:lvl1pPr>
          </a:lstStyle>
          <a:p>
            <a:r>
              <a:rPr lang="ja-JP" altLang="en-US"/>
              <a:t>マスター タイトルの書式設定</a:t>
            </a:r>
            <a:endParaRPr lang="en-US"/>
          </a:p>
        </p:txBody>
      </p:sp>
      <p:sp>
        <p:nvSpPr>
          <p:cNvPr id="3" name="Content Placeholder 2"/>
          <p:cNvSpPr>
            <a:spLocks noGrp="1"/>
          </p:cNvSpPr>
          <p:nvPr>
            <p:ph idx="1"/>
          </p:nvPr>
        </p:nvSpPr>
        <p:spPr>
          <a:xfrm>
            <a:off x="5442347" y="1382397"/>
            <a:ext cx="6480810" cy="6823075"/>
          </a:xfrm>
        </p:spPr>
        <p:txBody>
          <a:bodyPr/>
          <a:lstStyle>
            <a:lvl1pPr>
              <a:defRPr sz="4480"/>
            </a:lvl1pPr>
            <a:lvl2pPr>
              <a:defRPr sz="3920"/>
            </a:lvl2pPr>
            <a:lvl3pPr>
              <a:defRPr sz="3360"/>
            </a:lvl3pPr>
            <a:lvl4pPr>
              <a:defRPr sz="2800"/>
            </a:lvl4pPr>
            <a:lvl5pPr>
              <a:defRPr sz="2800"/>
            </a:lvl5pPr>
            <a:lvl6pPr>
              <a:defRPr sz="2800"/>
            </a:lvl6pPr>
            <a:lvl7pPr>
              <a:defRPr sz="2800"/>
            </a:lvl7pPr>
            <a:lvl8pPr>
              <a:defRPr sz="2800"/>
            </a:lvl8pPr>
            <a:lvl9pPr>
              <a:defRPr sz="2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Text Placeholder 3"/>
          <p:cNvSpPr>
            <a:spLocks noGrp="1"/>
          </p:cNvSpPr>
          <p:nvPr>
            <p:ph type="body" sz="half" idx="2"/>
          </p:nvPr>
        </p:nvSpPr>
        <p:spPr>
          <a:xfrm>
            <a:off x="881778" y="2880360"/>
            <a:ext cx="4128849" cy="5336223"/>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55642CC9-16B2-4BD5-B368-9C54DD8EF03E}" type="datetimeFigureOut">
              <a:rPr kumimoji="1" lang="ja-JP" altLang="en-US" smtClean="0"/>
              <a:t>2026/6/1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57EA98D-E8A7-4960-989F-0CCA34E812EC}" type="slidenum">
              <a:rPr kumimoji="1" lang="ja-JP" altLang="en-US" smtClean="0"/>
              <a:t>‹#›</a:t>
            </a:fld>
            <a:endParaRPr kumimoji="1" lang="ja-JP" altLang="en-US"/>
          </a:p>
        </p:txBody>
      </p:sp>
    </p:spTree>
    <p:extLst>
      <p:ext uri="{BB962C8B-B14F-4D97-AF65-F5344CB8AC3E}">
        <p14:creationId xmlns:p14="http://schemas.microsoft.com/office/powerpoint/2010/main" val="39759341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81778" y="640080"/>
            <a:ext cx="4128849" cy="2240280"/>
          </a:xfrm>
        </p:spPr>
        <p:txBody>
          <a:bodyPr anchor="b"/>
          <a:lstStyle>
            <a:lvl1pPr>
              <a:defRPr sz="4480"/>
            </a:lvl1pPr>
          </a:lstStyle>
          <a:p>
            <a:r>
              <a:rPr lang="ja-JP" altLang="en-US"/>
              <a:t>マスター タイトルの書式設定</a:t>
            </a:r>
            <a:endParaRPr lang="en-US"/>
          </a:p>
        </p:txBody>
      </p:sp>
      <p:sp>
        <p:nvSpPr>
          <p:cNvPr id="3" name="Picture Placeholder 2"/>
          <p:cNvSpPr>
            <a:spLocks noGrp="1" noChangeAspect="1"/>
          </p:cNvSpPr>
          <p:nvPr>
            <p:ph type="pic" idx="1" hasCustomPrompt="1"/>
          </p:nvPr>
        </p:nvSpPr>
        <p:spPr>
          <a:xfrm>
            <a:off x="5442347" y="1382397"/>
            <a:ext cx="6480810" cy="6823075"/>
          </a:xfrm>
        </p:spPr>
        <p:txBody>
          <a:bodyPr anchor="t"/>
          <a:lstStyle>
            <a:lvl1pPr marL="0" indent="0">
              <a:buNone/>
              <a:defRPr sz="4480"/>
            </a:lvl1pPr>
            <a:lvl2pPr marL="640080" indent="0">
              <a:buNone/>
              <a:defRPr sz="3920"/>
            </a:lvl2pPr>
            <a:lvl3pPr marL="1280160" indent="0">
              <a:buNone/>
              <a:defRPr sz="3360"/>
            </a:lvl3pPr>
            <a:lvl4pPr marL="1920240" indent="0">
              <a:buNone/>
              <a:defRPr sz="2800"/>
            </a:lvl4pPr>
            <a:lvl5pPr marL="2560320" indent="0">
              <a:buNone/>
              <a:defRPr sz="2800"/>
            </a:lvl5pPr>
            <a:lvl6pPr marL="3200400" indent="0">
              <a:buNone/>
              <a:defRPr sz="2800"/>
            </a:lvl6pPr>
            <a:lvl7pPr marL="3840480" indent="0">
              <a:buNone/>
              <a:defRPr sz="2800"/>
            </a:lvl7pPr>
            <a:lvl8pPr marL="4480560" indent="0">
              <a:buNone/>
              <a:defRPr sz="2800"/>
            </a:lvl8pPr>
            <a:lvl9pPr marL="5120640" indent="0">
              <a:buNone/>
              <a:defRPr sz="2800"/>
            </a:lvl9pPr>
          </a:lstStyle>
          <a:p>
            <a:r>
              <a:rPr lang="ja-JP" altLang="en-US"/>
              <a:t>図を追加</a:t>
            </a:r>
            <a:endParaRPr lang="en-US"/>
          </a:p>
        </p:txBody>
      </p:sp>
      <p:sp>
        <p:nvSpPr>
          <p:cNvPr id="4" name="Text Placeholder 3"/>
          <p:cNvSpPr>
            <a:spLocks noGrp="1"/>
          </p:cNvSpPr>
          <p:nvPr>
            <p:ph type="body" sz="half" idx="2"/>
          </p:nvPr>
        </p:nvSpPr>
        <p:spPr>
          <a:xfrm>
            <a:off x="881778" y="2880360"/>
            <a:ext cx="4128849" cy="5336223"/>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55642CC9-16B2-4BD5-B368-9C54DD8EF03E}" type="datetimeFigureOut">
              <a:rPr kumimoji="1" lang="ja-JP" altLang="en-US" smtClean="0"/>
              <a:t>2026/6/1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57EA98D-E8A7-4960-989F-0CCA34E812EC}" type="slidenum">
              <a:rPr kumimoji="1" lang="ja-JP" altLang="en-US" smtClean="0"/>
              <a:t>‹#›</a:t>
            </a:fld>
            <a:endParaRPr kumimoji="1" lang="ja-JP" altLang="en-US"/>
          </a:p>
        </p:txBody>
      </p:sp>
    </p:spTree>
    <p:extLst>
      <p:ext uri="{BB962C8B-B14F-4D97-AF65-F5344CB8AC3E}">
        <p14:creationId xmlns:p14="http://schemas.microsoft.com/office/powerpoint/2010/main" val="15414897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55642CC9-16B2-4BD5-B368-9C54DD8EF03E}" type="datetimeFigureOut">
              <a:rPr kumimoji="1" lang="ja-JP" altLang="en-US" smtClean="0"/>
              <a:t>2026/6/1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57EA98D-E8A7-4960-989F-0CCA34E812EC}" type="slidenum">
              <a:rPr kumimoji="1" lang="ja-JP" altLang="en-US" smtClean="0"/>
              <a:t>‹#›</a:t>
            </a:fld>
            <a:endParaRPr kumimoji="1" lang="ja-JP" altLang="en-US"/>
          </a:p>
        </p:txBody>
      </p:sp>
    </p:spTree>
    <p:extLst>
      <p:ext uri="{BB962C8B-B14F-4D97-AF65-F5344CB8AC3E}">
        <p14:creationId xmlns:p14="http://schemas.microsoft.com/office/powerpoint/2010/main" val="13486751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61146" y="511175"/>
            <a:ext cx="2760345" cy="8136573"/>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880111" y="511175"/>
            <a:ext cx="8121015" cy="8136573"/>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55642CC9-16B2-4BD5-B368-9C54DD8EF03E}" type="datetimeFigureOut">
              <a:rPr kumimoji="1" lang="ja-JP" altLang="en-US" smtClean="0"/>
              <a:t>2026/6/1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57EA98D-E8A7-4960-989F-0CCA34E812EC}" type="slidenum">
              <a:rPr kumimoji="1" lang="ja-JP" altLang="en-US" smtClean="0"/>
              <a:t>‹#›</a:t>
            </a:fld>
            <a:endParaRPr kumimoji="1" lang="ja-JP" altLang="en-US"/>
          </a:p>
        </p:txBody>
      </p:sp>
    </p:spTree>
    <p:extLst>
      <p:ext uri="{BB962C8B-B14F-4D97-AF65-F5344CB8AC3E}">
        <p14:creationId xmlns:p14="http://schemas.microsoft.com/office/powerpoint/2010/main" val="1746103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80110" y="511177"/>
            <a:ext cx="11041380" cy="1855788"/>
          </a:xfrm>
          <a:prstGeom prst="rect">
            <a:avLst/>
          </a:prstGeom>
        </p:spPr>
        <p:txBody>
          <a:bodyPr vert="horz" lIns="91440" tIns="45720" rIns="91440" bIns="45720" rtlCol="0" anchor="ctr">
            <a:normAutofit/>
          </a:bodyPr>
          <a:lstStyle/>
          <a:p>
            <a:r>
              <a:rPr lang="ja-JP" altLang="en-US"/>
              <a:t>マスター タイトルの書式設定</a:t>
            </a:r>
            <a:endParaRPr lang="en-US"/>
          </a:p>
        </p:txBody>
      </p:sp>
      <p:sp>
        <p:nvSpPr>
          <p:cNvPr id="3" name="Text Placeholder 2"/>
          <p:cNvSpPr>
            <a:spLocks noGrp="1"/>
          </p:cNvSpPr>
          <p:nvPr>
            <p:ph type="body" idx="1"/>
          </p:nvPr>
        </p:nvSpPr>
        <p:spPr>
          <a:xfrm>
            <a:off x="880110" y="2555875"/>
            <a:ext cx="11041380" cy="6091873"/>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2"/>
          </p:nvPr>
        </p:nvSpPr>
        <p:spPr>
          <a:xfrm>
            <a:off x="880110" y="8898892"/>
            <a:ext cx="2880360" cy="511175"/>
          </a:xfrm>
          <a:prstGeom prst="rect">
            <a:avLst/>
          </a:prstGeom>
        </p:spPr>
        <p:txBody>
          <a:bodyPr vert="horz" lIns="91440" tIns="45720" rIns="91440" bIns="45720" rtlCol="0" anchor="ctr"/>
          <a:lstStyle>
            <a:lvl1pPr algn="l">
              <a:defRPr sz="1680">
                <a:solidFill>
                  <a:schemeClr val="tx1">
                    <a:tint val="75000"/>
                  </a:schemeClr>
                </a:solidFill>
              </a:defRPr>
            </a:lvl1pPr>
          </a:lstStyle>
          <a:p>
            <a:fld id="{55642CC9-16B2-4BD5-B368-9C54DD8EF03E}" type="datetimeFigureOut">
              <a:rPr kumimoji="1" lang="ja-JP" altLang="en-US" smtClean="0"/>
              <a:t>2026/6/1</a:t>
            </a:fld>
            <a:endParaRPr kumimoji="1" lang="ja-JP" altLang="en-US"/>
          </a:p>
        </p:txBody>
      </p:sp>
      <p:sp>
        <p:nvSpPr>
          <p:cNvPr id="5" name="Footer Placeholder 4"/>
          <p:cNvSpPr>
            <a:spLocks noGrp="1"/>
          </p:cNvSpPr>
          <p:nvPr>
            <p:ph type="ftr" sz="quarter" idx="3"/>
          </p:nvPr>
        </p:nvSpPr>
        <p:spPr>
          <a:xfrm>
            <a:off x="4240530" y="8898892"/>
            <a:ext cx="4320540" cy="511175"/>
          </a:xfrm>
          <a:prstGeom prst="rect">
            <a:avLst/>
          </a:prstGeom>
        </p:spPr>
        <p:txBody>
          <a:bodyPr vert="horz" lIns="91440" tIns="45720" rIns="91440" bIns="45720" rtlCol="0" anchor="ctr"/>
          <a:lstStyle>
            <a:lvl1pPr algn="ctr">
              <a:defRPr sz="168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9041130" y="8898892"/>
            <a:ext cx="2880360" cy="511175"/>
          </a:xfrm>
          <a:prstGeom prst="rect">
            <a:avLst/>
          </a:prstGeom>
        </p:spPr>
        <p:txBody>
          <a:bodyPr vert="horz" lIns="91440" tIns="45720" rIns="91440" bIns="45720" rtlCol="0" anchor="ctr"/>
          <a:lstStyle>
            <a:lvl1pPr algn="r">
              <a:defRPr sz="1680">
                <a:solidFill>
                  <a:schemeClr val="tx1">
                    <a:tint val="75000"/>
                  </a:schemeClr>
                </a:solidFill>
              </a:defRPr>
            </a:lvl1pPr>
          </a:lstStyle>
          <a:p>
            <a:fld id="{E57EA98D-E8A7-4960-989F-0CCA34E812EC}"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1280160" rtl="0" eaLnBrk="1" latinLnBrk="0" hangingPunct="1">
        <a:lnSpc>
          <a:spcPct val="90000"/>
        </a:lnSpc>
        <a:spcBef>
          <a:spcPct val="0"/>
        </a:spcBef>
        <a:buNone/>
        <a:defRPr kumimoji="1" sz="6160" kern="1200">
          <a:solidFill>
            <a:schemeClr val="tx1"/>
          </a:solidFill>
          <a:latin typeface="+mj-lt"/>
          <a:ea typeface="+mj-ea"/>
          <a:cs typeface="+mj-cs"/>
        </a:defRPr>
      </a:lvl1pPr>
    </p:titleStyle>
    <p:bodyStyle>
      <a:lvl1pPr marL="320040" indent="-320040" algn="l" defTabSz="1280160" rtl="0" eaLnBrk="1" latinLnBrk="0" hangingPunct="1">
        <a:lnSpc>
          <a:spcPct val="90000"/>
        </a:lnSpc>
        <a:spcBef>
          <a:spcPts val="1400"/>
        </a:spcBef>
        <a:buFont typeface="Arial" panose="020B0604020202020204" pitchFamily="34" charset="0"/>
        <a:buChar char="•"/>
        <a:defRPr kumimoji="1" sz="3920" kern="1200">
          <a:solidFill>
            <a:schemeClr val="tx1"/>
          </a:solidFill>
          <a:latin typeface="+mn-lt"/>
          <a:ea typeface="+mn-ea"/>
          <a:cs typeface="+mn-cs"/>
        </a:defRPr>
      </a:lvl1pPr>
      <a:lvl2pPr marL="960120" indent="-320040" algn="l" defTabSz="1280160" rtl="0" eaLnBrk="1" latinLnBrk="0" hangingPunct="1">
        <a:lnSpc>
          <a:spcPct val="90000"/>
        </a:lnSpc>
        <a:spcBef>
          <a:spcPts val="700"/>
        </a:spcBef>
        <a:buFont typeface="Arial" panose="020B0604020202020204" pitchFamily="34" charset="0"/>
        <a:buChar char="•"/>
        <a:defRPr kumimoji="1" sz="3360" kern="1200">
          <a:solidFill>
            <a:schemeClr val="tx1"/>
          </a:solidFill>
          <a:latin typeface="+mn-lt"/>
          <a:ea typeface="+mn-ea"/>
          <a:cs typeface="+mn-cs"/>
        </a:defRPr>
      </a:lvl2pPr>
      <a:lvl3pPr marL="1600200" indent="-320040" algn="l" defTabSz="1280160" rtl="0" eaLnBrk="1" latinLnBrk="0" hangingPunct="1">
        <a:lnSpc>
          <a:spcPct val="90000"/>
        </a:lnSpc>
        <a:spcBef>
          <a:spcPts val="700"/>
        </a:spcBef>
        <a:buFont typeface="Arial" panose="020B0604020202020204" pitchFamily="34" charset="0"/>
        <a:buChar char="•"/>
        <a:defRPr kumimoji="1" sz="2800" kern="1200">
          <a:solidFill>
            <a:schemeClr val="tx1"/>
          </a:solidFill>
          <a:latin typeface="+mn-lt"/>
          <a:ea typeface="+mn-ea"/>
          <a:cs typeface="+mn-cs"/>
        </a:defRPr>
      </a:lvl3pPr>
      <a:lvl4pPr marL="224028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4pPr>
      <a:lvl5pPr marL="288036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5pPr>
      <a:lvl6pPr marL="352044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6pPr>
      <a:lvl7pPr marL="416052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7pPr>
      <a:lvl8pPr marL="480060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8pPr>
      <a:lvl9pPr marL="544068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9pPr>
    </p:bodyStyle>
    <p:otherStyle>
      <a:defPPr>
        <a:defRPr lang="en-US"/>
      </a:defPPr>
      <a:lvl1pPr marL="0" algn="l" defTabSz="1280160" rtl="0" eaLnBrk="1" latinLnBrk="0" hangingPunct="1">
        <a:defRPr kumimoji="1" sz="2520" kern="1200">
          <a:solidFill>
            <a:schemeClr val="tx1"/>
          </a:solidFill>
          <a:latin typeface="+mn-lt"/>
          <a:ea typeface="+mn-ea"/>
          <a:cs typeface="+mn-cs"/>
        </a:defRPr>
      </a:lvl1pPr>
      <a:lvl2pPr marL="640080" algn="l" defTabSz="1280160" rtl="0" eaLnBrk="1" latinLnBrk="0" hangingPunct="1">
        <a:defRPr kumimoji="1" sz="2520" kern="1200">
          <a:solidFill>
            <a:schemeClr val="tx1"/>
          </a:solidFill>
          <a:latin typeface="+mn-lt"/>
          <a:ea typeface="+mn-ea"/>
          <a:cs typeface="+mn-cs"/>
        </a:defRPr>
      </a:lvl2pPr>
      <a:lvl3pPr marL="1280160" algn="l" defTabSz="1280160" rtl="0" eaLnBrk="1" latinLnBrk="0" hangingPunct="1">
        <a:defRPr kumimoji="1" sz="2520" kern="1200">
          <a:solidFill>
            <a:schemeClr val="tx1"/>
          </a:solidFill>
          <a:latin typeface="+mn-lt"/>
          <a:ea typeface="+mn-ea"/>
          <a:cs typeface="+mn-cs"/>
        </a:defRPr>
      </a:lvl3pPr>
      <a:lvl4pPr marL="1920240" algn="l" defTabSz="1280160" rtl="0" eaLnBrk="1" latinLnBrk="0" hangingPunct="1">
        <a:defRPr kumimoji="1" sz="2520" kern="1200">
          <a:solidFill>
            <a:schemeClr val="tx1"/>
          </a:solidFill>
          <a:latin typeface="+mn-lt"/>
          <a:ea typeface="+mn-ea"/>
          <a:cs typeface="+mn-cs"/>
        </a:defRPr>
      </a:lvl4pPr>
      <a:lvl5pPr marL="2560320" algn="l" defTabSz="1280160" rtl="0" eaLnBrk="1" latinLnBrk="0" hangingPunct="1">
        <a:defRPr kumimoji="1" sz="2520" kern="1200">
          <a:solidFill>
            <a:schemeClr val="tx1"/>
          </a:solidFill>
          <a:latin typeface="+mn-lt"/>
          <a:ea typeface="+mn-ea"/>
          <a:cs typeface="+mn-cs"/>
        </a:defRPr>
      </a:lvl5pPr>
      <a:lvl6pPr marL="3200400" algn="l" defTabSz="1280160" rtl="0" eaLnBrk="1" latinLnBrk="0" hangingPunct="1">
        <a:defRPr kumimoji="1" sz="2520" kern="1200">
          <a:solidFill>
            <a:schemeClr val="tx1"/>
          </a:solidFill>
          <a:latin typeface="+mn-lt"/>
          <a:ea typeface="+mn-ea"/>
          <a:cs typeface="+mn-cs"/>
        </a:defRPr>
      </a:lvl6pPr>
      <a:lvl7pPr marL="3840480" algn="l" defTabSz="1280160" rtl="0" eaLnBrk="1" latinLnBrk="0" hangingPunct="1">
        <a:defRPr kumimoji="1" sz="2520" kern="1200">
          <a:solidFill>
            <a:schemeClr val="tx1"/>
          </a:solidFill>
          <a:latin typeface="+mn-lt"/>
          <a:ea typeface="+mn-ea"/>
          <a:cs typeface="+mn-cs"/>
        </a:defRPr>
      </a:lvl7pPr>
      <a:lvl8pPr marL="4480560" algn="l" defTabSz="1280160" rtl="0" eaLnBrk="1" latinLnBrk="0" hangingPunct="1">
        <a:defRPr kumimoji="1" sz="2520" kern="1200">
          <a:solidFill>
            <a:schemeClr val="tx1"/>
          </a:solidFill>
          <a:latin typeface="+mn-lt"/>
          <a:ea typeface="+mn-ea"/>
          <a:cs typeface="+mn-cs"/>
        </a:defRPr>
      </a:lvl8pPr>
      <a:lvl9pPr marL="5120640" algn="l" defTabSz="1280160" rtl="0" eaLnBrk="1" latinLnBrk="0" hangingPunct="1">
        <a:defRPr kumimoji="1" sz="252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80110" y="511177"/>
            <a:ext cx="11041380" cy="1855788"/>
          </a:xfrm>
          <a:prstGeom prst="rect">
            <a:avLst/>
          </a:prstGeom>
        </p:spPr>
        <p:txBody>
          <a:bodyPr vert="horz" lIns="91440" tIns="45720" rIns="91440" bIns="45720" rtlCol="0" anchor="ctr">
            <a:normAutofit/>
          </a:bodyPr>
          <a:lstStyle/>
          <a:p>
            <a:r>
              <a:rPr lang="ja-JP" altLang="en-US"/>
              <a:t>マスター タイトルの書式設定</a:t>
            </a:r>
            <a:endParaRPr lang="en-US"/>
          </a:p>
        </p:txBody>
      </p:sp>
      <p:sp>
        <p:nvSpPr>
          <p:cNvPr id="3" name="Text Placeholder 2"/>
          <p:cNvSpPr>
            <a:spLocks noGrp="1"/>
          </p:cNvSpPr>
          <p:nvPr>
            <p:ph type="body" idx="1"/>
          </p:nvPr>
        </p:nvSpPr>
        <p:spPr>
          <a:xfrm>
            <a:off x="880110" y="2555875"/>
            <a:ext cx="11041380" cy="6091873"/>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2"/>
          </p:nvPr>
        </p:nvSpPr>
        <p:spPr>
          <a:xfrm>
            <a:off x="880110" y="8898892"/>
            <a:ext cx="2880360" cy="511175"/>
          </a:xfrm>
          <a:prstGeom prst="rect">
            <a:avLst/>
          </a:prstGeom>
        </p:spPr>
        <p:txBody>
          <a:bodyPr vert="horz" lIns="91440" tIns="45720" rIns="91440" bIns="45720" rtlCol="0" anchor="ctr"/>
          <a:lstStyle>
            <a:lvl1pPr algn="l">
              <a:defRPr sz="1680">
                <a:solidFill>
                  <a:schemeClr val="tx1">
                    <a:tint val="75000"/>
                  </a:schemeClr>
                </a:solidFill>
              </a:defRPr>
            </a:lvl1pPr>
          </a:lstStyle>
          <a:p>
            <a:fld id="{55642CC9-16B2-4BD5-B368-9C54DD8EF03E}" type="datetimeFigureOut">
              <a:rPr kumimoji="1" lang="ja-JP" altLang="en-US" smtClean="0"/>
              <a:t>2026/6/1</a:t>
            </a:fld>
            <a:endParaRPr kumimoji="1" lang="ja-JP" altLang="en-US"/>
          </a:p>
        </p:txBody>
      </p:sp>
      <p:sp>
        <p:nvSpPr>
          <p:cNvPr id="5" name="Footer Placeholder 4"/>
          <p:cNvSpPr>
            <a:spLocks noGrp="1"/>
          </p:cNvSpPr>
          <p:nvPr>
            <p:ph type="ftr" sz="quarter" idx="3"/>
          </p:nvPr>
        </p:nvSpPr>
        <p:spPr>
          <a:xfrm>
            <a:off x="4240530" y="8898892"/>
            <a:ext cx="4320540" cy="511175"/>
          </a:xfrm>
          <a:prstGeom prst="rect">
            <a:avLst/>
          </a:prstGeom>
        </p:spPr>
        <p:txBody>
          <a:bodyPr vert="horz" lIns="91440" tIns="45720" rIns="91440" bIns="45720" rtlCol="0" anchor="ctr"/>
          <a:lstStyle>
            <a:lvl1pPr algn="ctr">
              <a:defRPr sz="168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9041130" y="8898892"/>
            <a:ext cx="2880360" cy="511175"/>
          </a:xfrm>
          <a:prstGeom prst="rect">
            <a:avLst/>
          </a:prstGeom>
        </p:spPr>
        <p:txBody>
          <a:bodyPr vert="horz" lIns="91440" tIns="45720" rIns="91440" bIns="45720" rtlCol="0" anchor="ctr"/>
          <a:lstStyle>
            <a:lvl1pPr algn="r">
              <a:defRPr sz="1680">
                <a:solidFill>
                  <a:schemeClr val="tx1">
                    <a:tint val="75000"/>
                  </a:schemeClr>
                </a:solidFill>
              </a:defRPr>
            </a:lvl1pPr>
          </a:lstStyle>
          <a:p>
            <a:fld id="{E57EA98D-E8A7-4960-989F-0CCA34E812EC}" type="slidenum">
              <a:rPr kumimoji="1" lang="ja-JP" altLang="en-US" smtClean="0"/>
              <a:t>‹#›</a:t>
            </a:fld>
            <a:endParaRPr kumimoji="1" lang="ja-JP" altLang="en-US"/>
          </a:p>
        </p:txBody>
      </p:sp>
    </p:spTree>
    <p:extLst>
      <p:ext uri="{BB962C8B-B14F-4D97-AF65-F5344CB8AC3E}">
        <p14:creationId xmlns:p14="http://schemas.microsoft.com/office/powerpoint/2010/main" val="188441680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1280160" rtl="0" eaLnBrk="1" latinLnBrk="0" hangingPunct="1">
        <a:lnSpc>
          <a:spcPct val="90000"/>
        </a:lnSpc>
        <a:spcBef>
          <a:spcPct val="0"/>
        </a:spcBef>
        <a:buNone/>
        <a:defRPr kumimoji="1" sz="6160" kern="1200">
          <a:solidFill>
            <a:schemeClr val="tx1"/>
          </a:solidFill>
          <a:latin typeface="+mj-lt"/>
          <a:ea typeface="+mj-ea"/>
          <a:cs typeface="+mj-cs"/>
        </a:defRPr>
      </a:lvl1pPr>
    </p:titleStyle>
    <p:bodyStyle>
      <a:lvl1pPr marL="320040" indent="-320040" algn="l" defTabSz="1280160" rtl="0" eaLnBrk="1" latinLnBrk="0" hangingPunct="1">
        <a:lnSpc>
          <a:spcPct val="90000"/>
        </a:lnSpc>
        <a:spcBef>
          <a:spcPts val="1400"/>
        </a:spcBef>
        <a:buFont typeface="Arial" panose="020B0604020202020204" pitchFamily="34" charset="0"/>
        <a:buChar char="•"/>
        <a:defRPr kumimoji="1" sz="3920" kern="1200">
          <a:solidFill>
            <a:schemeClr val="tx1"/>
          </a:solidFill>
          <a:latin typeface="+mn-lt"/>
          <a:ea typeface="+mn-ea"/>
          <a:cs typeface="+mn-cs"/>
        </a:defRPr>
      </a:lvl1pPr>
      <a:lvl2pPr marL="960120" indent="-320040" algn="l" defTabSz="1280160" rtl="0" eaLnBrk="1" latinLnBrk="0" hangingPunct="1">
        <a:lnSpc>
          <a:spcPct val="90000"/>
        </a:lnSpc>
        <a:spcBef>
          <a:spcPts val="700"/>
        </a:spcBef>
        <a:buFont typeface="Arial" panose="020B0604020202020204" pitchFamily="34" charset="0"/>
        <a:buChar char="•"/>
        <a:defRPr kumimoji="1" sz="3360" kern="1200">
          <a:solidFill>
            <a:schemeClr val="tx1"/>
          </a:solidFill>
          <a:latin typeface="+mn-lt"/>
          <a:ea typeface="+mn-ea"/>
          <a:cs typeface="+mn-cs"/>
        </a:defRPr>
      </a:lvl2pPr>
      <a:lvl3pPr marL="1600200" indent="-320040" algn="l" defTabSz="1280160" rtl="0" eaLnBrk="1" latinLnBrk="0" hangingPunct="1">
        <a:lnSpc>
          <a:spcPct val="90000"/>
        </a:lnSpc>
        <a:spcBef>
          <a:spcPts val="700"/>
        </a:spcBef>
        <a:buFont typeface="Arial" panose="020B0604020202020204" pitchFamily="34" charset="0"/>
        <a:buChar char="•"/>
        <a:defRPr kumimoji="1" sz="2800" kern="1200">
          <a:solidFill>
            <a:schemeClr val="tx1"/>
          </a:solidFill>
          <a:latin typeface="+mn-lt"/>
          <a:ea typeface="+mn-ea"/>
          <a:cs typeface="+mn-cs"/>
        </a:defRPr>
      </a:lvl3pPr>
      <a:lvl4pPr marL="224028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4pPr>
      <a:lvl5pPr marL="288036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5pPr>
      <a:lvl6pPr marL="352044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6pPr>
      <a:lvl7pPr marL="416052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7pPr>
      <a:lvl8pPr marL="480060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8pPr>
      <a:lvl9pPr marL="544068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9pPr>
    </p:bodyStyle>
    <p:otherStyle>
      <a:defPPr>
        <a:defRPr lang="en-US"/>
      </a:defPPr>
      <a:lvl1pPr marL="0" algn="l" defTabSz="1280160" rtl="0" eaLnBrk="1" latinLnBrk="0" hangingPunct="1">
        <a:defRPr kumimoji="1" sz="2520" kern="1200">
          <a:solidFill>
            <a:schemeClr val="tx1"/>
          </a:solidFill>
          <a:latin typeface="+mn-lt"/>
          <a:ea typeface="+mn-ea"/>
          <a:cs typeface="+mn-cs"/>
        </a:defRPr>
      </a:lvl1pPr>
      <a:lvl2pPr marL="640080" algn="l" defTabSz="1280160" rtl="0" eaLnBrk="1" latinLnBrk="0" hangingPunct="1">
        <a:defRPr kumimoji="1" sz="2520" kern="1200">
          <a:solidFill>
            <a:schemeClr val="tx1"/>
          </a:solidFill>
          <a:latin typeface="+mn-lt"/>
          <a:ea typeface="+mn-ea"/>
          <a:cs typeface="+mn-cs"/>
        </a:defRPr>
      </a:lvl2pPr>
      <a:lvl3pPr marL="1280160" algn="l" defTabSz="1280160" rtl="0" eaLnBrk="1" latinLnBrk="0" hangingPunct="1">
        <a:defRPr kumimoji="1" sz="2520" kern="1200">
          <a:solidFill>
            <a:schemeClr val="tx1"/>
          </a:solidFill>
          <a:latin typeface="+mn-lt"/>
          <a:ea typeface="+mn-ea"/>
          <a:cs typeface="+mn-cs"/>
        </a:defRPr>
      </a:lvl3pPr>
      <a:lvl4pPr marL="1920240" algn="l" defTabSz="1280160" rtl="0" eaLnBrk="1" latinLnBrk="0" hangingPunct="1">
        <a:defRPr kumimoji="1" sz="2520" kern="1200">
          <a:solidFill>
            <a:schemeClr val="tx1"/>
          </a:solidFill>
          <a:latin typeface="+mn-lt"/>
          <a:ea typeface="+mn-ea"/>
          <a:cs typeface="+mn-cs"/>
        </a:defRPr>
      </a:lvl4pPr>
      <a:lvl5pPr marL="2560320" algn="l" defTabSz="1280160" rtl="0" eaLnBrk="1" latinLnBrk="0" hangingPunct="1">
        <a:defRPr kumimoji="1" sz="2520" kern="1200">
          <a:solidFill>
            <a:schemeClr val="tx1"/>
          </a:solidFill>
          <a:latin typeface="+mn-lt"/>
          <a:ea typeface="+mn-ea"/>
          <a:cs typeface="+mn-cs"/>
        </a:defRPr>
      </a:lvl5pPr>
      <a:lvl6pPr marL="3200400" algn="l" defTabSz="1280160" rtl="0" eaLnBrk="1" latinLnBrk="0" hangingPunct="1">
        <a:defRPr kumimoji="1" sz="2520" kern="1200">
          <a:solidFill>
            <a:schemeClr val="tx1"/>
          </a:solidFill>
          <a:latin typeface="+mn-lt"/>
          <a:ea typeface="+mn-ea"/>
          <a:cs typeface="+mn-cs"/>
        </a:defRPr>
      </a:lvl6pPr>
      <a:lvl7pPr marL="3840480" algn="l" defTabSz="1280160" rtl="0" eaLnBrk="1" latinLnBrk="0" hangingPunct="1">
        <a:defRPr kumimoji="1" sz="2520" kern="1200">
          <a:solidFill>
            <a:schemeClr val="tx1"/>
          </a:solidFill>
          <a:latin typeface="+mn-lt"/>
          <a:ea typeface="+mn-ea"/>
          <a:cs typeface="+mn-cs"/>
        </a:defRPr>
      </a:lvl7pPr>
      <a:lvl8pPr marL="4480560" algn="l" defTabSz="1280160" rtl="0" eaLnBrk="1" latinLnBrk="0" hangingPunct="1">
        <a:defRPr kumimoji="1" sz="2520" kern="1200">
          <a:solidFill>
            <a:schemeClr val="tx1"/>
          </a:solidFill>
          <a:latin typeface="+mn-lt"/>
          <a:ea typeface="+mn-ea"/>
          <a:cs typeface="+mn-cs"/>
        </a:defRPr>
      </a:lvl8pPr>
      <a:lvl9pPr marL="5120640" algn="l" defTabSz="1280160" rtl="0" eaLnBrk="1" latinLnBrk="0" hangingPunct="1">
        <a:defRPr kumimoji="1" sz="25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5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5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5.png"/></Relationships>
</file>

<file path=ppt/slides/_rels/slide6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a:blip r:embed="rId2"/>
          <a:stretch>
            <a:fillRect/>
          </a:stretch>
        </p:blipFill>
        <p:spPr>
          <a:xfrm>
            <a:off x="8148170" y="638060"/>
            <a:ext cx="4282872" cy="1297940"/>
          </a:xfrm>
          <a:prstGeom prst="rect">
            <a:avLst/>
          </a:prstGeom>
        </p:spPr>
      </p:pic>
      <p:sp>
        <p:nvSpPr>
          <p:cNvPr id="4" name="タイトル 1"/>
          <p:cNvSpPr txBox="1"/>
          <p:nvPr/>
        </p:nvSpPr>
        <p:spPr>
          <a:xfrm rot="5400000">
            <a:off x="5640851" y="1264340"/>
            <a:ext cx="771750" cy="4642191"/>
          </a:xfrm>
          <a:prstGeom prst="rect">
            <a:avLst/>
          </a:prstGeom>
          <a:ln>
            <a:solidFill>
              <a:schemeClr val="tx1"/>
            </a:solidFill>
          </a:ln>
        </p:spPr>
        <p:txBody>
          <a:bodyPr vert="vert270" wrap="square" lIns="91440" tIns="45720" rIns="91440" bIns="45720" rtlCol="0" anchor="b">
            <a:sp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メイリオ" panose="020B0604030504040204" pitchFamily="50" charset="-128"/>
              </a:rPr>
              <a:t>メンテナンス</a:t>
            </a:r>
            <a:r>
              <a:rPr kumimoji="1" lang="en-US" altLang="ja-JP" sz="14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メイリオ" panose="020B0604030504040204" pitchFamily="50" charset="-128"/>
              </a:rPr>
              <a:t>CD</a:t>
            </a:r>
            <a:r>
              <a:rPr kumimoji="1" lang="ja-JP" altLang="en-US" sz="14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メイリオ" panose="020B0604030504040204" pitchFamily="50" charset="-128"/>
              </a:rPr>
              <a:t>品番</a:t>
            </a:r>
            <a:endParaRPr kumimoji="1" lang="en-US" altLang="ja-JP" sz="14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a:p>
            <a:pPr marL="0" marR="0" lvl="0" indent="0" algn="ctr" defTabSz="914400" rtl="0" eaLnBrk="1" fontAlgn="auto" latinLnBrk="0" hangingPunct="1">
              <a:lnSpc>
                <a:spcPct val="90000"/>
              </a:lnSpc>
              <a:spcBef>
                <a:spcPct val="0"/>
              </a:spcBef>
              <a:spcAft>
                <a:spcPts val="0"/>
              </a:spcAft>
              <a:buClrTx/>
              <a:buSzTx/>
              <a:buFontTx/>
              <a:buNone/>
              <a:tabLst/>
              <a:defRPr/>
            </a:pPr>
            <a:r>
              <a:rPr kumimoji="1" lang="en-US" altLang="ja-JP" sz="14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メイリオ" panose="020B0604030504040204" pitchFamily="50" charset="-128"/>
              </a:rPr>
              <a:t>05601-00283</a:t>
            </a:r>
            <a:r>
              <a:rPr kumimoji="1" lang="ja-JP" altLang="en-US" sz="14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メイリオ" panose="020B0604030504040204" pitchFamily="50" charset="-128"/>
              </a:rPr>
              <a:t>（フリー版）</a:t>
            </a:r>
            <a:endParaRPr kumimoji="1" lang="en-US" altLang="ja-JP" sz="14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a:p>
            <a:pPr marL="0" marR="0" lvl="0" indent="0" algn="ctr" defTabSz="914400" rtl="0" eaLnBrk="1" fontAlgn="auto" latinLnBrk="0" hangingPunct="1">
              <a:lnSpc>
                <a:spcPct val="90000"/>
              </a:lnSpc>
              <a:spcBef>
                <a:spcPct val="0"/>
              </a:spcBef>
              <a:spcAft>
                <a:spcPts val="0"/>
              </a:spcAft>
              <a:buClrTx/>
              <a:buSzTx/>
              <a:buFontTx/>
              <a:buNone/>
              <a:tabLst/>
              <a:defRPr/>
            </a:pPr>
            <a:r>
              <a:rPr kumimoji="1" lang="en-US" altLang="ja-JP" sz="14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メイリオ" panose="020B0604030504040204" pitchFamily="50" charset="-128"/>
              </a:rPr>
              <a:t>05601-00321</a:t>
            </a:r>
            <a:r>
              <a:rPr kumimoji="1" lang="ja-JP" altLang="en-US" sz="14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メイリオ" panose="020B0604030504040204" pitchFamily="50" charset="-128"/>
              </a:rPr>
              <a:t>（ライセンス版）</a:t>
            </a:r>
            <a:endParaRPr kumimoji="1" lang="en-US" altLang="ja-JP" sz="14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テキスト ボックス 4"/>
          <p:cNvSpPr txBox="1"/>
          <p:nvPr/>
        </p:nvSpPr>
        <p:spPr>
          <a:xfrm>
            <a:off x="2793468" y="2264007"/>
            <a:ext cx="6766597" cy="707886"/>
          </a:xfrm>
          <a:prstGeom prst="rect">
            <a:avLst/>
          </a:prstGeom>
          <a:noFill/>
        </p:spPr>
        <p:txBody>
          <a:bodyPr wrap="none" rtlCol="0">
            <a:spAutoFit/>
          </a:bodyPr>
          <a:lstStyle/>
          <a:p>
            <a:pPr marL="0" marR="0" lvl="0" indent="0" algn="ctr" defTabSz="1075055" rtl="0" eaLnBrk="1" fontAlgn="auto" latinLnBrk="0" hangingPunct="1">
              <a:lnSpc>
                <a:spcPct val="100000"/>
              </a:lnSpc>
              <a:spcBef>
                <a:spcPts val="0"/>
              </a:spcBef>
              <a:spcAft>
                <a:spcPts val="0"/>
              </a:spcAft>
              <a:buClrTx/>
              <a:buSzTx/>
              <a:buFontTx/>
              <a:buNone/>
              <a:tabLst/>
              <a:defRPr/>
            </a:pPr>
            <a:r>
              <a:rPr kumimoji="1" lang="en-US" altLang="ja-JP" sz="4000" b="0" i="0" u="none" strike="noStrike" kern="1200" cap="none" spc="0" normalizeH="0" baseline="0" noProof="0">
                <a:ln>
                  <a:noFill/>
                </a:ln>
                <a:solidFill>
                  <a:prstClr val="black"/>
                </a:solidFill>
                <a:effectLst/>
                <a:uLnTx/>
                <a:uFillTx/>
                <a:latin typeface="ＭＳ Ｐゴシック" panose="020B0600070205080204" pitchFamily="50" charset="-128"/>
                <a:ea typeface="ＭＳ Ｐゴシック" panose="020B0600070205080204" pitchFamily="50" charset="-128"/>
                <a:cs typeface="+mn-cs"/>
              </a:rPr>
              <a:t>A14IW </a:t>
            </a:r>
            <a:r>
              <a:rPr kumimoji="1" lang="ja-JP" altLang="en-US" sz="3600" b="0" i="0" u="none" strike="noStrike" kern="1200" cap="none" spc="0" normalizeH="0" baseline="0" noProof="0">
                <a:ln>
                  <a:noFill/>
                </a:ln>
                <a:solidFill>
                  <a:prstClr val="black"/>
                </a:solidFill>
                <a:effectLst/>
                <a:uLnTx/>
                <a:uFillTx/>
                <a:latin typeface="ＭＳ Ｐゴシック" panose="020B0600070205080204" pitchFamily="50" charset="-128"/>
                <a:ea typeface="ＭＳ Ｐゴシック" panose="020B0600070205080204" pitchFamily="50" charset="-128"/>
                <a:cs typeface="+mn-cs"/>
              </a:rPr>
              <a:t>サービスツール</a:t>
            </a:r>
            <a:r>
              <a:rPr kumimoji="1" lang="ja-JP" altLang="en-US" sz="4000" b="0" i="0" u="none" strike="noStrike" kern="1200" cap="none" spc="0" normalizeH="0" baseline="0" noProof="0">
                <a:ln>
                  <a:noFill/>
                </a:ln>
                <a:solidFill>
                  <a:prstClr val="black"/>
                </a:solidFill>
                <a:effectLst/>
                <a:uLnTx/>
                <a:uFillTx/>
                <a:latin typeface="ＭＳ Ｐゴシック" panose="020B0600070205080204" pitchFamily="50" charset="-128"/>
                <a:ea typeface="ＭＳ Ｐゴシック" panose="020B0600070205080204" pitchFamily="50" charset="-128"/>
                <a:cs typeface="+mn-cs"/>
              </a:rPr>
              <a:t>動作仕様</a:t>
            </a:r>
            <a:endParaRPr kumimoji="1" lang="en-US" altLang="ja-JP" sz="4000" b="0" i="0" u="none" strike="noStrike" kern="1200" cap="none" spc="0" normalizeH="0" baseline="0" noProof="0">
              <a:ln>
                <a:noFill/>
              </a:ln>
              <a:solidFill>
                <a:prstClr val="black"/>
              </a:solidFill>
              <a:effectLst/>
              <a:uLnTx/>
              <a:uFillTx/>
              <a:latin typeface="ＭＳ Ｐゴシック" panose="020B0600070205080204" pitchFamily="50" charset="-128"/>
              <a:ea typeface="ＭＳ Ｐゴシック" panose="020B0600070205080204" pitchFamily="50" charset="-128"/>
              <a:cs typeface="+mn-cs"/>
            </a:endParaRPr>
          </a:p>
        </p:txBody>
      </p:sp>
      <p:graphicFrame>
        <p:nvGraphicFramePr>
          <p:cNvPr id="3" name="表 2"/>
          <p:cNvGraphicFramePr>
            <a:graphicFrameLocks noGrp="1"/>
          </p:cNvGraphicFramePr>
          <p:nvPr>
            <p:extLst>
              <p:ext uri="{D42A27DB-BD31-4B8C-83A1-F6EECF244321}">
                <p14:modId xmlns:p14="http://schemas.microsoft.com/office/powerpoint/2010/main" val="1953765868"/>
              </p:ext>
            </p:extLst>
          </p:nvPr>
        </p:nvGraphicFramePr>
        <p:xfrm>
          <a:off x="578069" y="4198978"/>
          <a:ext cx="11728230" cy="5086717"/>
        </p:xfrm>
        <a:graphic>
          <a:graphicData uri="http://schemas.openxmlformats.org/drawingml/2006/table">
            <a:tbl>
              <a:tblPr firstRow="1" bandRow="1">
                <a:tableStyleId>{5940675A-B579-460E-94D1-54222C63F5DA}</a:tableStyleId>
              </a:tblPr>
              <a:tblGrid>
                <a:gridCol w="425719">
                  <a:extLst>
                    <a:ext uri="{9D8B030D-6E8A-4147-A177-3AD203B41FA5}">
                      <a16:colId xmlns:a16="http://schemas.microsoft.com/office/drawing/2014/main" val="20000"/>
                    </a:ext>
                  </a:extLst>
                </a:gridCol>
                <a:gridCol w="1399846">
                  <a:extLst>
                    <a:ext uri="{9D8B030D-6E8A-4147-A177-3AD203B41FA5}">
                      <a16:colId xmlns:a16="http://schemas.microsoft.com/office/drawing/2014/main" val="20001"/>
                    </a:ext>
                  </a:extLst>
                </a:gridCol>
                <a:gridCol w="867265">
                  <a:extLst>
                    <a:ext uri="{9D8B030D-6E8A-4147-A177-3AD203B41FA5}">
                      <a16:colId xmlns:a16="http://schemas.microsoft.com/office/drawing/2014/main" val="20002"/>
                    </a:ext>
                  </a:extLst>
                </a:gridCol>
                <a:gridCol w="7602602">
                  <a:extLst>
                    <a:ext uri="{9D8B030D-6E8A-4147-A177-3AD203B41FA5}">
                      <a16:colId xmlns:a16="http://schemas.microsoft.com/office/drawing/2014/main" val="20003"/>
                    </a:ext>
                  </a:extLst>
                </a:gridCol>
                <a:gridCol w="1432798">
                  <a:extLst>
                    <a:ext uri="{9D8B030D-6E8A-4147-A177-3AD203B41FA5}">
                      <a16:colId xmlns:a16="http://schemas.microsoft.com/office/drawing/2014/main" val="20004"/>
                    </a:ext>
                  </a:extLst>
                </a:gridCol>
              </a:tblGrid>
              <a:tr h="418197">
                <a:tc>
                  <a:txBody>
                    <a:bodyPr/>
                    <a:lstStyle/>
                    <a:p>
                      <a:pPr algn="ctr"/>
                      <a:r>
                        <a:rPr kumimoji="1" lang="en-US" altLang="ja-JP" sz="1400" dirty="0"/>
                        <a:t>Δ</a:t>
                      </a:r>
                      <a:endParaRPr kumimoji="1" lang="ja-JP" altLang="en-US" sz="1400"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1" lang="ja-JP" altLang="en-US" sz="1400"/>
                        <a:t>設計変更</a:t>
                      </a:r>
                      <a:r>
                        <a:rPr kumimoji="1" lang="en-US" altLang="ja-JP" sz="1400"/>
                        <a:t>NO.</a:t>
                      </a:r>
                      <a:endParaRPr kumimoji="1" lang="ja-JP" altLang="en-US" sz="1400"/>
                    </a:p>
                  </a:txBody>
                  <a:tcPr anchor="ctr"/>
                </a:tc>
                <a:tc>
                  <a:txBody>
                    <a:bodyPr/>
                    <a:lstStyle/>
                    <a:p>
                      <a:pPr algn="ctr"/>
                      <a:r>
                        <a:rPr kumimoji="1" lang="en-US" altLang="ja-JP" sz="1400"/>
                        <a:t>version</a:t>
                      </a:r>
                      <a:endParaRPr kumimoji="1" lang="ja-JP" altLang="en-US" sz="1400"/>
                    </a:p>
                  </a:txBody>
                  <a:tcPr anchor="ctr"/>
                </a:tc>
                <a:tc>
                  <a:txBody>
                    <a:bodyPr/>
                    <a:lstStyle/>
                    <a:p>
                      <a:pPr algn="ctr"/>
                      <a:r>
                        <a:rPr kumimoji="1" lang="ja-JP" altLang="en-US" sz="1400"/>
                        <a:t>変更内容</a:t>
                      </a:r>
                    </a:p>
                  </a:txBody>
                  <a:tcPr anchor="ctr"/>
                </a:tc>
                <a:tc>
                  <a:txBody>
                    <a:bodyPr/>
                    <a:lstStyle/>
                    <a:p>
                      <a:pPr algn="ctr"/>
                      <a:r>
                        <a:rPr kumimoji="1" lang="ja-JP" altLang="en-US" sz="1400"/>
                        <a:t>担当</a:t>
                      </a:r>
                    </a:p>
                  </a:txBody>
                  <a:tcPr anchor="ctr"/>
                </a:tc>
                <a:extLst>
                  <a:ext uri="{0D108BD9-81ED-4DB2-BD59-A6C34878D82A}">
                    <a16:rowId xmlns:a16="http://schemas.microsoft.com/office/drawing/2014/main" val="10000"/>
                  </a:ext>
                </a:extLst>
              </a:tr>
              <a:tr h="370840">
                <a:tc>
                  <a:txBody>
                    <a:bodyPr/>
                    <a:lstStyle/>
                    <a:p>
                      <a:pPr algn="ctr"/>
                      <a:r>
                        <a:rPr kumimoji="1" lang="en-US" altLang="ja-JP" sz="1400"/>
                        <a:t>3</a:t>
                      </a:r>
                    </a:p>
                  </a:txBody>
                  <a:tcPr anchor="ctr"/>
                </a:tc>
                <a:tc>
                  <a:txBody>
                    <a:bodyPr/>
                    <a:lstStyle/>
                    <a:p>
                      <a:pPr algn="ctr"/>
                      <a:r>
                        <a:rPr kumimoji="1" lang="en-US" altLang="ja-JP" sz="1400"/>
                        <a:t>55338</a:t>
                      </a:r>
                      <a:endParaRPr kumimoji="1" lang="ja-JP" altLang="en-US" sz="1400"/>
                    </a:p>
                  </a:txBody>
                  <a:tcPr anchor="ctr"/>
                </a:tc>
                <a:tc>
                  <a:txBody>
                    <a:bodyPr/>
                    <a:lstStyle/>
                    <a:p>
                      <a:pPr algn="ctr"/>
                      <a:r>
                        <a:rPr kumimoji="1" lang="en-US" altLang="ja-JP" sz="1400"/>
                        <a:t>1.00</a:t>
                      </a:r>
                      <a:endParaRPr kumimoji="1" lang="ja-JP" altLang="en-US" sz="1400"/>
                    </a:p>
                  </a:txBody>
                  <a:tcPr anchor="ctr"/>
                </a:tc>
                <a:tc>
                  <a:txBody>
                    <a:bodyPr/>
                    <a:lstStyle/>
                    <a:p>
                      <a:pPr algn="l"/>
                      <a:r>
                        <a:rPr kumimoji="1" lang="ja-JP" altLang="en-US" sz="1400"/>
                        <a:t>量産出図</a:t>
                      </a:r>
                    </a:p>
                  </a:txBody>
                  <a:tcP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400"/>
                        <a:t>渡辺（孝）</a:t>
                      </a:r>
                    </a:p>
                  </a:txBody>
                  <a:tcPr anchor="ctr"/>
                </a:tc>
                <a:extLst>
                  <a:ext uri="{0D108BD9-81ED-4DB2-BD59-A6C34878D82A}">
                    <a16:rowId xmlns:a16="http://schemas.microsoft.com/office/drawing/2014/main" val="10004"/>
                  </a:ext>
                </a:extLst>
              </a:tr>
              <a:tr h="370840">
                <a:tc>
                  <a:txBody>
                    <a:bodyPr/>
                    <a:lstStyle/>
                    <a:p>
                      <a:pPr algn="ctr"/>
                      <a:r>
                        <a:rPr kumimoji="1" lang="en-US" altLang="ja-JP" sz="1400"/>
                        <a:t>4</a:t>
                      </a:r>
                    </a:p>
                  </a:txBody>
                  <a:tcPr anchor="ctr"/>
                </a:tc>
                <a:tc>
                  <a:txBody>
                    <a:bodyPr/>
                    <a:lstStyle/>
                    <a:p>
                      <a:pPr algn="ctr"/>
                      <a:r>
                        <a:rPr kumimoji="1" lang="en-US" altLang="ja-JP" sz="1400"/>
                        <a:t>55576</a:t>
                      </a:r>
                      <a:endParaRPr kumimoji="1" lang="ja-JP" altLang="en-US" sz="1400"/>
                    </a:p>
                  </a:txBody>
                  <a:tcPr anchor="ctr"/>
                </a:tc>
                <a:tc>
                  <a:txBody>
                    <a:bodyPr/>
                    <a:lstStyle/>
                    <a:p>
                      <a:pPr algn="ctr"/>
                      <a:r>
                        <a:rPr kumimoji="1" lang="en-US" altLang="ja-JP" sz="1400"/>
                        <a:t>1.01</a:t>
                      </a:r>
                      <a:endParaRPr kumimoji="1" lang="ja-JP" altLang="en-US" sz="1400"/>
                    </a:p>
                  </a:txBody>
                  <a:tcPr anchor="ctr"/>
                </a:tc>
                <a:tc>
                  <a:txBody>
                    <a:bodyPr/>
                    <a:lstStyle/>
                    <a:p>
                      <a:pPr algn="l"/>
                      <a:r>
                        <a:rPr kumimoji="1" lang="en-US" altLang="ja-JP" sz="1400"/>
                        <a:t>AUX1</a:t>
                      </a:r>
                      <a:r>
                        <a:rPr kumimoji="1" lang="ja-JP" altLang="en-US" sz="1400"/>
                        <a:t>高圧仕様追加</a:t>
                      </a:r>
                    </a:p>
                  </a:txBody>
                  <a:tcP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400"/>
                        <a:t>渡辺（孝）</a:t>
                      </a:r>
                    </a:p>
                  </a:txBody>
                  <a:tcPr anchor="ctr"/>
                </a:tc>
                <a:extLst>
                  <a:ext uri="{0D108BD9-81ED-4DB2-BD59-A6C34878D82A}">
                    <a16:rowId xmlns:a16="http://schemas.microsoft.com/office/drawing/2014/main" val="10005"/>
                  </a:ext>
                </a:extLst>
              </a:tr>
              <a:tr h="370840">
                <a:tc>
                  <a:txBody>
                    <a:bodyPr/>
                    <a:lstStyle/>
                    <a:p>
                      <a:pPr algn="ctr"/>
                      <a:r>
                        <a:rPr kumimoji="1" lang="en-US" altLang="ja-JP" sz="1400"/>
                        <a:t>5</a:t>
                      </a:r>
                    </a:p>
                  </a:txBody>
                  <a:tcPr anchor="ctr"/>
                </a:tc>
                <a:tc>
                  <a:txBody>
                    <a:bodyPr/>
                    <a:lstStyle/>
                    <a:p>
                      <a:pPr algn="ctr"/>
                      <a:r>
                        <a:rPr kumimoji="1" lang="en-US" altLang="ja-JP" sz="1400"/>
                        <a:t>55898</a:t>
                      </a:r>
                      <a:endParaRPr kumimoji="1" lang="ja-JP" altLang="en-US" sz="1400"/>
                    </a:p>
                  </a:txBody>
                  <a:tcPr anchor="ctr"/>
                </a:tc>
                <a:tc>
                  <a:txBody>
                    <a:bodyPr/>
                    <a:lstStyle/>
                    <a:p>
                      <a:pPr algn="ctr"/>
                      <a:r>
                        <a:rPr kumimoji="1" lang="en-US" altLang="ja-JP" sz="1400"/>
                        <a:t>1.02</a:t>
                      </a:r>
                      <a:endParaRPr kumimoji="1" lang="ja-JP" altLang="en-US" sz="1400"/>
                    </a:p>
                  </a:txBody>
                  <a:tcPr anchor="ctr"/>
                </a:tc>
                <a:tc>
                  <a:txBody>
                    <a:bodyPr/>
                    <a:lstStyle/>
                    <a:p>
                      <a:pPr algn="l"/>
                      <a:r>
                        <a:rPr kumimoji="1" lang="ja-JP" altLang="en-US" sz="1400"/>
                        <a:t>多機能グリップ割り当て変更</a:t>
                      </a:r>
                    </a:p>
                  </a:txBody>
                  <a:tcP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400"/>
                        <a:t>渡辺（孝）</a:t>
                      </a:r>
                    </a:p>
                  </a:txBody>
                  <a:tcPr anchor="ctr"/>
                </a:tc>
                <a:extLst>
                  <a:ext uri="{0D108BD9-81ED-4DB2-BD59-A6C34878D82A}">
                    <a16:rowId xmlns:a16="http://schemas.microsoft.com/office/drawing/2014/main" val="10006"/>
                  </a:ext>
                </a:extLst>
              </a:tr>
              <a:tr h="370840">
                <a:tc>
                  <a:txBody>
                    <a:bodyPr/>
                    <a:lstStyle/>
                    <a:p>
                      <a:pPr algn="ctr"/>
                      <a:r>
                        <a:rPr kumimoji="1" lang="en-US" altLang="ja-JP" sz="1400"/>
                        <a:t>6</a:t>
                      </a:r>
                    </a:p>
                  </a:txBody>
                  <a:tcPr anchor="ctr"/>
                </a:tc>
                <a:tc>
                  <a:txBody>
                    <a:bodyPr/>
                    <a:lstStyle/>
                    <a:p>
                      <a:pPr algn="ctr"/>
                      <a:r>
                        <a:rPr kumimoji="1" lang="en-US" altLang="ja-JP" sz="1400"/>
                        <a:t>55979</a:t>
                      </a:r>
                      <a:endParaRPr kumimoji="1" lang="ja-JP" altLang="en-US" sz="1400"/>
                    </a:p>
                  </a:txBody>
                  <a:tcPr anchor="ctr"/>
                </a:tc>
                <a:tc>
                  <a:txBody>
                    <a:bodyPr/>
                    <a:lstStyle/>
                    <a:p>
                      <a:pPr algn="ctr"/>
                      <a:r>
                        <a:rPr kumimoji="1" lang="en-US" altLang="ja-JP" sz="1400"/>
                        <a:t>1.03</a:t>
                      </a:r>
                      <a:endParaRPr kumimoji="1" lang="ja-JP" altLang="en-US" sz="1400"/>
                    </a:p>
                  </a:txBody>
                  <a:tcPr anchor="ctr"/>
                </a:tc>
                <a:tc>
                  <a:txBody>
                    <a:bodyPr/>
                    <a:lstStyle/>
                    <a:p>
                      <a:pPr algn="l"/>
                      <a:r>
                        <a:rPr kumimoji="1" lang="ja-JP" altLang="en-US" sz="1400"/>
                        <a:t>ワークショップマニュアルに記載するため、</a:t>
                      </a:r>
                      <a:r>
                        <a:rPr kumimoji="1" lang="en-US" altLang="ja-JP" sz="1400"/>
                        <a:t>EngineStatus2</a:t>
                      </a:r>
                      <a:r>
                        <a:rPr kumimoji="1" lang="ja-JP" altLang="en-US" sz="1400"/>
                        <a:t>の説明を追記</a:t>
                      </a:r>
                      <a:endParaRPr kumimoji="1" lang="en-US" altLang="ja-JP" sz="1400"/>
                    </a:p>
                    <a:p>
                      <a:pPr algn="l"/>
                      <a:r>
                        <a:rPr kumimoji="1" lang="en-US" altLang="ja-JP" sz="1400"/>
                        <a:t>20km/h</a:t>
                      </a:r>
                      <a:r>
                        <a:rPr kumimoji="1" lang="ja-JP" altLang="en-US" sz="1400"/>
                        <a:t>速度制限の変更時、確認する機能を追加</a:t>
                      </a:r>
                    </a:p>
                  </a:txBody>
                  <a:tcP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400"/>
                        <a:t>渡辺（孝）</a:t>
                      </a:r>
                    </a:p>
                  </a:txBody>
                  <a:tcPr anchor="ctr"/>
                </a:tc>
                <a:extLst>
                  <a:ext uri="{0D108BD9-81ED-4DB2-BD59-A6C34878D82A}">
                    <a16:rowId xmlns:a16="http://schemas.microsoft.com/office/drawing/2014/main" val="10007"/>
                  </a:ext>
                </a:extLst>
              </a:tr>
              <a:tr h="370840">
                <a:tc>
                  <a:txBody>
                    <a:bodyPr/>
                    <a:lstStyle/>
                    <a:p>
                      <a:pPr algn="ctr"/>
                      <a:r>
                        <a:rPr kumimoji="1" lang="en-US" altLang="ja-JP" sz="1400"/>
                        <a:t>7</a:t>
                      </a:r>
                    </a:p>
                  </a:txBody>
                  <a:tcPr anchor="ctr"/>
                </a:tc>
                <a:tc>
                  <a:txBody>
                    <a:bodyPr/>
                    <a:lstStyle/>
                    <a:p>
                      <a:pPr algn="ctr"/>
                      <a:r>
                        <a:rPr kumimoji="1" lang="en-US" altLang="ja-JP" sz="1400" dirty="0"/>
                        <a:t>56013</a:t>
                      </a:r>
                      <a:endParaRPr kumimoji="1" lang="ja-JP" altLang="en-US" sz="1400" dirty="0"/>
                    </a:p>
                  </a:txBody>
                  <a:tcPr anchor="ctr"/>
                </a:tc>
                <a:tc>
                  <a:txBody>
                    <a:bodyPr/>
                    <a:lstStyle/>
                    <a:p>
                      <a:pPr algn="ctr"/>
                      <a:r>
                        <a:rPr kumimoji="1" lang="en-US" altLang="ja-JP" sz="1400"/>
                        <a:t>1.04</a:t>
                      </a:r>
                      <a:endParaRPr kumimoji="1" lang="ja-JP" altLang="en-US" sz="1400"/>
                    </a:p>
                  </a:txBody>
                  <a:tcPr anchor="ctr"/>
                </a:tc>
                <a:tc>
                  <a:txBody>
                    <a:bodyPr/>
                    <a:lstStyle/>
                    <a:p>
                      <a:pPr algn="l"/>
                      <a:r>
                        <a:rPr kumimoji="1" lang="en-US" altLang="ja-JP" sz="1400" dirty="0"/>
                        <a:t>20km/h</a:t>
                      </a:r>
                      <a:r>
                        <a:rPr kumimoji="1" lang="ja-JP" altLang="en-US" sz="1400" dirty="0"/>
                        <a:t>仕様のコントローラ品番を分けたため、</a:t>
                      </a:r>
                      <a:r>
                        <a:rPr kumimoji="1" lang="en-US" altLang="ja-JP" sz="1400" dirty="0"/>
                        <a:t>20km/h</a:t>
                      </a:r>
                      <a:r>
                        <a:rPr kumimoji="1" lang="ja-JP" altLang="en-US" sz="1400" dirty="0"/>
                        <a:t>速度制限オプションの切替をサービスツールからできないようにした。</a:t>
                      </a:r>
                    </a:p>
                  </a:txBody>
                  <a:tcP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400"/>
                        <a:t>渡辺（孝）</a:t>
                      </a:r>
                    </a:p>
                  </a:txBody>
                  <a:tcPr anchor="ctr"/>
                </a:tc>
                <a:extLst>
                  <a:ext uri="{0D108BD9-81ED-4DB2-BD59-A6C34878D82A}">
                    <a16:rowId xmlns:a16="http://schemas.microsoft.com/office/drawing/2014/main" val="2484284760"/>
                  </a:ext>
                </a:extLst>
              </a:tr>
              <a:tr h="370840">
                <a:tc>
                  <a:txBody>
                    <a:bodyPr/>
                    <a:lstStyle/>
                    <a:p>
                      <a:pPr algn="ctr"/>
                      <a:r>
                        <a:rPr kumimoji="1" lang="en-US" altLang="ja-JP" sz="1400"/>
                        <a:t>8</a:t>
                      </a:r>
                    </a:p>
                  </a:txBody>
                  <a:tcPr anchor="ctr"/>
                </a:tc>
                <a:tc>
                  <a:txBody>
                    <a:bodyPr/>
                    <a:lstStyle/>
                    <a:p>
                      <a:pPr algn="ctr"/>
                      <a:r>
                        <a:rPr kumimoji="1" lang="en-US" altLang="ja-JP" sz="1400"/>
                        <a:t>60495</a:t>
                      </a:r>
                      <a:endParaRPr kumimoji="1" lang="ja-JP" altLang="en-US" sz="1400"/>
                    </a:p>
                  </a:txBody>
                  <a:tcPr anchor="ctr"/>
                </a:tc>
                <a:tc>
                  <a:txBody>
                    <a:bodyPr/>
                    <a:lstStyle/>
                    <a:p>
                      <a:pPr algn="ctr"/>
                      <a:r>
                        <a:rPr kumimoji="1" lang="en-US" altLang="ja-JP" sz="1400"/>
                        <a:t>1.05</a:t>
                      </a:r>
                      <a:endParaRPr kumimoji="1" lang="ja-JP" altLang="en-US" sz="1400"/>
                    </a:p>
                  </a:txBody>
                  <a:tcPr anchor="ctr"/>
                </a:tc>
                <a:tc>
                  <a:txBody>
                    <a:bodyPr/>
                    <a:lstStyle/>
                    <a:p>
                      <a:pPr algn="l"/>
                      <a:r>
                        <a:rPr kumimoji="1" lang="ja-JP" altLang="en-US" sz="1400"/>
                        <a:t>オプション出力拡張機能を追加</a:t>
                      </a:r>
                    </a:p>
                  </a:txBody>
                  <a:tcP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400"/>
                        <a:t>氏家</a:t>
                      </a:r>
                    </a:p>
                  </a:txBody>
                  <a:tcPr anchor="ctr"/>
                </a:tc>
                <a:extLst>
                  <a:ext uri="{0D108BD9-81ED-4DB2-BD59-A6C34878D82A}">
                    <a16:rowId xmlns:a16="http://schemas.microsoft.com/office/drawing/2014/main" val="2734881397"/>
                  </a:ext>
                </a:extLst>
              </a:tr>
              <a:tr h="370840">
                <a:tc>
                  <a:txBody>
                    <a:bodyPr/>
                    <a:lstStyle/>
                    <a:p>
                      <a:pPr algn="ctr"/>
                      <a:r>
                        <a:rPr kumimoji="1" lang="en-US" altLang="ja-JP" sz="1400"/>
                        <a:t>9</a:t>
                      </a:r>
                    </a:p>
                  </a:txBody>
                  <a:tcPr anchor="ctr"/>
                </a:tc>
                <a:tc>
                  <a:txBody>
                    <a:bodyPr/>
                    <a:lstStyle/>
                    <a:p>
                      <a:pPr algn="ctr"/>
                      <a:r>
                        <a:rPr kumimoji="1" lang="en-US" altLang="ja-JP" sz="1400" kern="1200">
                          <a:solidFill>
                            <a:schemeClr val="tx1"/>
                          </a:solidFill>
                          <a:latin typeface="+mn-lt"/>
                          <a:ea typeface="+mn-ea"/>
                          <a:cs typeface="+mn-cs"/>
                        </a:rPr>
                        <a:t>61020</a:t>
                      </a:r>
                      <a:endParaRPr kumimoji="1" lang="ja-JP" altLang="en-US" sz="1400" kern="1200">
                        <a:solidFill>
                          <a:schemeClr val="tx1"/>
                        </a:solidFill>
                        <a:latin typeface="+mn-lt"/>
                        <a:ea typeface="+mn-ea"/>
                        <a:cs typeface="+mn-cs"/>
                      </a:endParaRPr>
                    </a:p>
                  </a:txBody>
                  <a:tcPr anchor="ctr"/>
                </a:tc>
                <a:tc>
                  <a:txBody>
                    <a:bodyPr/>
                    <a:lstStyle/>
                    <a:p>
                      <a:pPr algn="ctr"/>
                      <a:r>
                        <a:rPr kumimoji="1" lang="en-US" altLang="ja-JP" sz="1400"/>
                        <a:t>1.07</a:t>
                      </a:r>
                      <a:endParaRPr kumimoji="1" lang="ja-JP" altLang="en-US" sz="1400"/>
                    </a:p>
                  </a:txBody>
                  <a:tcPr anchor="ctr"/>
                </a:tc>
                <a:tc>
                  <a:txBody>
                    <a:bodyPr/>
                    <a:lstStyle/>
                    <a:p>
                      <a:pPr algn="l"/>
                      <a:r>
                        <a:rPr kumimoji="1" lang="ja-JP" altLang="en-US" sz="1400" dirty="0"/>
                        <a:t>ジョイスティックステアリング機能、ブームサスペンション機能を追加</a:t>
                      </a:r>
                      <a:endParaRPr kumimoji="1" lang="en-US" altLang="ja-JP" sz="1400" dirty="0"/>
                    </a:p>
                    <a:p>
                      <a:pPr algn="l"/>
                      <a:r>
                        <a:rPr kumimoji="1" lang="en-US" altLang="ja-JP" sz="1400" dirty="0"/>
                        <a:t>CAN</a:t>
                      </a:r>
                      <a:r>
                        <a:rPr kumimoji="1" lang="ja-JP" altLang="en-US" sz="1400" dirty="0"/>
                        <a:t>グリップの</a:t>
                      </a:r>
                      <a:r>
                        <a:rPr kumimoji="1" lang="en-US" altLang="ja-JP" sz="1400" dirty="0"/>
                        <a:t>Input</a:t>
                      </a:r>
                      <a:r>
                        <a:rPr kumimoji="1" lang="ja-JP" altLang="en-US" sz="1400" dirty="0"/>
                        <a:t>画面を追加</a:t>
                      </a:r>
                    </a:p>
                  </a:txBody>
                  <a:tcP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400"/>
                        <a:t>氏家</a:t>
                      </a:r>
                    </a:p>
                  </a:txBody>
                  <a:tcPr anchor="ctr"/>
                </a:tc>
                <a:extLst>
                  <a:ext uri="{0D108BD9-81ED-4DB2-BD59-A6C34878D82A}">
                    <a16:rowId xmlns:a16="http://schemas.microsoft.com/office/drawing/2014/main" val="3062823039"/>
                  </a:ext>
                </a:extLst>
              </a:tr>
              <a:tr h="370840">
                <a:tc>
                  <a:txBody>
                    <a:bodyPr/>
                    <a:lstStyle/>
                    <a:p>
                      <a:pPr algn="ctr"/>
                      <a:r>
                        <a:rPr kumimoji="1" lang="en-US" altLang="ja-JP" sz="1400">
                          <a:solidFill>
                            <a:schemeClr val="tx1"/>
                          </a:solidFill>
                        </a:rPr>
                        <a:t>10</a:t>
                      </a:r>
                    </a:p>
                  </a:txBody>
                  <a:tcPr anchor="ctr"/>
                </a:tc>
                <a:tc>
                  <a:txBody>
                    <a:bodyPr/>
                    <a:lstStyle/>
                    <a:p>
                      <a:pPr marL="0" algn="ctr" defTabSz="1280160" rtl="0" eaLnBrk="1" latinLnBrk="0" hangingPunct="1"/>
                      <a:r>
                        <a:rPr kumimoji="1" lang="en-US" altLang="ja-JP" sz="1400" kern="1200">
                          <a:solidFill>
                            <a:schemeClr val="tx1"/>
                          </a:solidFill>
                          <a:latin typeface="+mn-lt"/>
                          <a:ea typeface="+mn-ea"/>
                          <a:cs typeface="+mn-cs"/>
                        </a:rPr>
                        <a:t>63176</a:t>
                      </a:r>
                      <a:endParaRPr kumimoji="1" lang="ja-JP" altLang="en-US" sz="1400" kern="1200">
                        <a:solidFill>
                          <a:schemeClr val="tx1"/>
                        </a:solidFill>
                        <a:latin typeface="+mn-lt"/>
                        <a:ea typeface="+mn-ea"/>
                        <a:cs typeface="+mn-cs"/>
                      </a:endParaRPr>
                    </a:p>
                  </a:txBody>
                  <a:tcPr anchor="ctr"/>
                </a:tc>
                <a:tc>
                  <a:txBody>
                    <a:bodyPr/>
                    <a:lstStyle/>
                    <a:p>
                      <a:pPr algn="ctr"/>
                      <a:r>
                        <a:rPr kumimoji="1" lang="en-US" altLang="ja-JP" sz="1400">
                          <a:solidFill>
                            <a:schemeClr val="tx1"/>
                          </a:solidFill>
                        </a:rPr>
                        <a:t>1.08</a:t>
                      </a:r>
                      <a:endParaRPr kumimoji="1" lang="ja-JP" altLang="en-US" sz="1400">
                        <a:solidFill>
                          <a:schemeClr val="tx1"/>
                        </a:solidFill>
                      </a:endParaRPr>
                    </a:p>
                  </a:txBody>
                  <a:tcPr anchor="ctr"/>
                </a:tc>
                <a:tc>
                  <a:txBody>
                    <a:bodyPr/>
                    <a:lstStyle/>
                    <a:p>
                      <a:pPr algn="l"/>
                      <a:r>
                        <a:rPr kumimoji="1" lang="ja-JP" altLang="en-US" sz="1400">
                          <a:solidFill>
                            <a:schemeClr val="tx1"/>
                          </a:solidFill>
                        </a:rPr>
                        <a:t>ディギングブレーキ追加</a:t>
                      </a:r>
                    </a:p>
                  </a:txBody>
                  <a:tcP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rPr>
                        <a:t>渡辺（孝）</a:t>
                      </a:r>
                    </a:p>
                  </a:txBody>
                  <a:tcPr anchor="ctr"/>
                </a:tc>
                <a:extLst>
                  <a:ext uri="{0D108BD9-81ED-4DB2-BD59-A6C34878D82A}">
                    <a16:rowId xmlns:a16="http://schemas.microsoft.com/office/drawing/2014/main" val="2827079491"/>
                  </a:ext>
                </a:extLst>
              </a:tr>
              <a:tr h="370840">
                <a:tc>
                  <a:txBody>
                    <a:bodyPr/>
                    <a:lstStyle/>
                    <a:p>
                      <a:pPr algn="ctr"/>
                      <a:r>
                        <a:rPr kumimoji="1" lang="en-US" altLang="ja-JP" sz="1400">
                          <a:solidFill>
                            <a:schemeClr val="tx1"/>
                          </a:solidFill>
                        </a:rPr>
                        <a:t>11</a:t>
                      </a:r>
                    </a:p>
                  </a:txBody>
                  <a:tcPr anchor="ctr"/>
                </a:tc>
                <a:tc>
                  <a:txBody>
                    <a:bodyPr/>
                    <a:lstStyle/>
                    <a:p>
                      <a:pPr marL="0" algn="ctr" defTabSz="1280160" rtl="0" eaLnBrk="1" latinLnBrk="0" hangingPunct="1"/>
                      <a:r>
                        <a:rPr kumimoji="1" lang="en-US" altLang="ja-JP" sz="1400" kern="1200" dirty="0">
                          <a:solidFill>
                            <a:schemeClr val="tx1"/>
                          </a:solidFill>
                          <a:latin typeface="+mn-lt"/>
                          <a:ea typeface="+mn-ea"/>
                          <a:cs typeface="+mn-cs"/>
                        </a:rPr>
                        <a:t>63514</a:t>
                      </a:r>
                      <a:endParaRPr kumimoji="1" lang="ja-JP" altLang="en-US" sz="1400" kern="1200" dirty="0">
                        <a:solidFill>
                          <a:schemeClr val="tx1"/>
                        </a:solidFill>
                        <a:latin typeface="+mn-lt"/>
                        <a:ea typeface="+mn-ea"/>
                        <a:cs typeface="+mn-cs"/>
                      </a:endParaRPr>
                    </a:p>
                  </a:txBody>
                  <a:tcPr anchor="ctr"/>
                </a:tc>
                <a:tc>
                  <a:txBody>
                    <a:bodyPr/>
                    <a:lstStyle/>
                    <a:p>
                      <a:pPr algn="ctr"/>
                      <a:r>
                        <a:rPr kumimoji="1" lang="en-US" altLang="ja-JP" sz="1400">
                          <a:solidFill>
                            <a:schemeClr val="tx1"/>
                          </a:solidFill>
                        </a:rPr>
                        <a:t>1.09</a:t>
                      </a:r>
                    </a:p>
                  </a:txBody>
                  <a:tcPr anchor="ctr"/>
                </a:tc>
                <a:tc>
                  <a:txBody>
                    <a:bodyPr/>
                    <a:lstStyle/>
                    <a:p>
                      <a:pPr algn="l"/>
                      <a:r>
                        <a:rPr lang="ja-JP" altLang="en-US" sz="1400">
                          <a:solidFill>
                            <a:schemeClr val="tx1"/>
                          </a:solidFill>
                        </a:rPr>
                        <a:t>緊急ステアリングソレノイド出力ピン追加</a:t>
                      </a:r>
                    </a:p>
                    <a:p>
                      <a:pPr lvl="0" algn="l">
                        <a:buNone/>
                      </a:pPr>
                      <a:r>
                        <a:rPr kumimoji="1" lang="ja-JP" altLang="en-US" sz="1400">
                          <a:solidFill>
                            <a:schemeClr val="tx1"/>
                          </a:solidFill>
                        </a:rPr>
                        <a:t>起動時スイング・アジャスト切替機能追加</a:t>
                      </a:r>
                    </a:p>
                  </a:txBody>
                  <a:tcP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rPr>
                        <a:t>星野</a:t>
                      </a:r>
                    </a:p>
                  </a:txBody>
                  <a:tcPr anchor="ctr"/>
                </a:tc>
                <a:extLst>
                  <a:ext uri="{0D108BD9-81ED-4DB2-BD59-A6C34878D82A}">
                    <a16:rowId xmlns:a16="http://schemas.microsoft.com/office/drawing/2014/main" val="553778438"/>
                  </a:ext>
                </a:extLst>
              </a:tr>
              <a:tr h="370840">
                <a:tc>
                  <a:txBody>
                    <a:bodyPr/>
                    <a:lstStyle/>
                    <a:p>
                      <a:pPr algn="ctr"/>
                      <a:r>
                        <a:rPr kumimoji="1" lang="en-US" altLang="ja-JP" sz="1400" dirty="0">
                          <a:solidFill>
                            <a:schemeClr val="tx1"/>
                          </a:solidFill>
                        </a:rPr>
                        <a:t>12</a:t>
                      </a:r>
                    </a:p>
                  </a:txBody>
                  <a:tcPr anchor="ctr"/>
                </a:tc>
                <a:tc>
                  <a:txBody>
                    <a:bodyPr/>
                    <a:lstStyle/>
                    <a:p>
                      <a:pPr marL="0" algn="ctr" defTabSz="1280160" rtl="0" eaLnBrk="1" latinLnBrk="0" hangingPunct="1"/>
                      <a:r>
                        <a:rPr kumimoji="1" lang="en-US" altLang="ja-JP" sz="1400" kern="1200" dirty="0">
                          <a:solidFill>
                            <a:schemeClr val="tx1"/>
                          </a:solidFill>
                          <a:latin typeface="+mn-lt"/>
                          <a:ea typeface="+mn-ea"/>
                          <a:cs typeface="+mn-cs"/>
                        </a:rPr>
                        <a:t>63847</a:t>
                      </a:r>
                      <a:endParaRPr kumimoji="1" lang="ja-JP" altLang="en-US" sz="1400" kern="1200" dirty="0">
                        <a:solidFill>
                          <a:schemeClr val="tx1"/>
                        </a:solidFill>
                        <a:latin typeface="+mn-lt"/>
                        <a:ea typeface="+mn-ea"/>
                        <a:cs typeface="+mn-cs"/>
                      </a:endParaRPr>
                    </a:p>
                  </a:txBody>
                  <a:tcPr anchor="ctr"/>
                </a:tc>
                <a:tc>
                  <a:txBody>
                    <a:bodyPr/>
                    <a:lstStyle/>
                    <a:p>
                      <a:pPr algn="ctr"/>
                      <a:r>
                        <a:rPr kumimoji="1" lang="en-US" altLang="ja-JP" sz="1400">
                          <a:solidFill>
                            <a:schemeClr val="tx1"/>
                          </a:solidFill>
                        </a:rPr>
                        <a:t>1.00L</a:t>
                      </a:r>
                      <a:endParaRPr kumimoji="1" lang="ja-JP" altLang="en-US" sz="1400">
                        <a:solidFill>
                          <a:schemeClr val="tx1"/>
                        </a:solidFill>
                      </a:endParaRPr>
                    </a:p>
                  </a:txBody>
                  <a:tcPr anchor="ctr"/>
                </a:tc>
                <a:tc>
                  <a:txBody>
                    <a:bodyPr/>
                    <a:lstStyle/>
                    <a:p>
                      <a:pPr algn="l"/>
                      <a:r>
                        <a:rPr kumimoji="1" lang="ja-JP" altLang="en-US" sz="1400" dirty="0">
                          <a:solidFill>
                            <a:schemeClr val="tx1"/>
                          </a:solidFill>
                        </a:rPr>
                        <a:t>ライセンス版サービスツール出図</a:t>
                      </a:r>
                      <a:endParaRPr kumimoji="1" lang="en-US" altLang="ja-JP" sz="1400" dirty="0">
                        <a:solidFill>
                          <a:schemeClr val="tx1"/>
                        </a:solidFill>
                      </a:endParaRPr>
                    </a:p>
                  </a:txBody>
                  <a:tcP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rPr>
                        <a:t>星野</a:t>
                      </a:r>
                    </a:p>
                  </a:txBody>
                  <a:tcPr anchor="ctr"/>
                </a:tc>
                <a:extLst>
                  <a:ext uri="{0D108BD9-81ED-4DB2-BD59-A6C34878D82A}">
                    <a16:rowId xmlns:a16="http://schemas.microsoft.com/office/drawing/2014/main" val="901388622"/>
                  </a:ext>
                </a:extLst>
              </a:tr>
              <a:tr h="370840">
                <a:tc>
                  <a:txBody>
                    <a:bodyPr/>
                    <a:lstStyle/>
                    <a:p>
                      <a:pPr algn="ctr"/>
                      <a:r>
                        <a:rPr kumimoji="1" lang="en-US" altLang="ja-JP" sz="1400" dirty="0">
                          <a:solidFill>
                            <a:srgbClr val="FF0000"/>
                          </a:solidFill>
                        </a:rPr>
                        <a:t>13</a:t>
                      </a:r>
                    </a:p>
                  </a:txBody>
                  <a:tcPr anchor="ctr"/>
                </a:tc>
                <a:tc>
                  <a:txBody>
                    <a:bodyPr/>
                    <a:lstStyle/>
                    <a:p>
                      <a:pPr marL="0" algn="ctr" defTabSz="1280160" rtl="0" eaLnBrk="1" latinLnBrk="0" hangingPunct="1"/>
                      <a:endParaRPr kumimoji="1" lang="ja-JP" altLang="en-US" sz="1400" kern="1200" dirty="0">
                        <a:solidFill>
                          <a:srgbClr val="FF0000"/>
                        </a:solidFill>
                        <a:latin typeface="+mn-lt"/>
                        <a:ea typeface="+mn-ea"/>
                        <a:cs typeface="+mn-cs"/>
                      </a:endParaRPr>
                    </a:p>
                  </a:txBody>
                  <a:tcPr anchor="ctr"/>
                </a:tc>
                <a:tc>
                  <a:txBody>
                    <a:bodyPr/>
                    <a:lstStyle/>
                    <a:p>
                      <a:pPr algn="ctr"/>
                      <a:endParaRPr kumimoji="1" lang="ja-JP" altLang="en-US" sz="1400" dirty="0">
                        <a:solidFill>
                          <a:srgbClr val="FF0000"/>
                        </a:solidFill>
                      </a:endParaRPr>
                    </a:p>
                  </a:txBody>
                  <a:tcPr anchor="ctr"/>
                </a:tc>
                <a:tc>
                  <a:txBody>
                    <a:bodyPr/>
                    <a:lstStyle/>
                    <a:p>
                      <a:pPr algn="l"/>
                      <a:r>
                        <a:rPr kumimoji="1" lang="ja-JP" altLang="en-US" sz="1400" dirty="0">
                          <a:solidFill>
                            <a:srgbClr val="FF0000"/>
                          </a:solidFill>
                        </a:rPr>
                        <a:t>誤記修正</a:t>
                      </a:r>
                      <a:endParaRPr kumimoji="1" lang="en-US" altLang="ja-JP" sz="1400" dirty="0">
                        <a:solidFill>
                          <a:srgbClr val="FF0000"/>
                        </a:solidFill>
                      </a:endParaRPr>
                    </a:p>
                  </a:txBody>
                  <a:tcP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400" dirty="0">
                          <a:solidFill>
                            <a:srgbClr val="FF0000"/>
                          </a:solidFill>
                        </a:rPr>
                        <a:t>星野</a:t>
                      </a:r>
                    </a:p>
                  </a:txBody>
                  <a:tcPr anchor="ctr"/>
                </a:tc>
                <a:extLst>
                  <a:ext uri="{0D108BD9-81ED-4DB2-BD59-A6C34878D82A}">
                    <a16:rowId xmlns:a16="http://schemas.microsoft.com/office/drawing/2014/main" val="296163147"/>
                  </a:ext>
                </a:extLst>
              </a:tr>
            </a:tbl>
          </a:graphicData>
        </a:graphic>
      </p:graphicFrame>
      <p:grpSp>
        <p:nvGrpSpPr>
          <p:cNvPr id="6" name="グループ化 5"/>
          <p:cNvGrpSpPr/>
          <p:nvPr/>
        </p:nvGrpSpPr>
        <p:grpSpPr>
          <a:xfrm>
            <a:off x="697746" y="638060"/>
            <a:ext cx="1089615" cy="1297940"/>
            <a:chOff x="750908" y="638060"/>
            <a:chExt cx="1089615" cy="1297940"/>
          </a:xfrm>
        </p:grpSpPr>
        <p:pic>
          <p:nvPicPr>
            <p:cNvPr id="7" name="図 6"/>
            <p:cNvPicPr>
              <a:picLocks noChangeAspect="1"/>
            </p:cNvPicPr>
            <p:nvPr/>
          </p:nvPicPr>
          <p:blipFill rotWithShape="1">
            <a:blip r:embed="rId2"/>
            <a:srcRect r="74559"/>
            <a:stretch>
              <a:fillRect/>
            </a:stretch>
          </p:blipFill>
          <p:spPr>
            <a:xfrm>
              <a:off x="750908" y="638060"/>
              <a:ext cx="1089615" cy="1297940"/>
            </a:xfrm>
            <a:prstGeom prst="rect">
              <a:avLst/>
            </a:prstGeom>
          </p:spPr>
        </p:pic>
        <p:sp>
          <p:nvSpPr>
            <p:cNvPr id="8" name="テキスト ボックス 7"/>
            <p:cNvSpPr txBox="1"/>
            <p:nvPr/>
          </p:nvSpPr>
          <p:spPr>
            <a:xfrm>
              <a:off x="844945" y="675382"/>
              <a:ext cx="901540" cy="278845"/>
            </a:xfrm>
            <a:prstGeom prst="rect">
              <a:avLst/>
            </a:prstGeom>
            <a:solidFill>
              <a:schemeClr val="bg1"/>
            </a:solidFill>
          </p:spPr>
          <p:txBody>
            <a:bodyPr wrap="square" rtlCol="0">
              <a:spAutoFit/>
            </a:bodyPr>
            <a:lstStyle/>
            <a:p>
              <a:pPr marL="0" marR="0" lvl="0" indent="0" algn="ctr" defTabSz="1075055"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Calibri"/>
                  <a:ea typeface="ＭＳ Ｐゴシック" panose="020B0600070205080204" pitchFamily="50" charset="-128"/>
                  <a:cs typeface="+mn-cs"/>
                </a:rPr>
                <a:t>商品資料</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4">
            <a:extLst>
              <a:ext uri="{FF2B5EF4-FFF2-40B4-BE49-F238E27FC236}">
                <a16:creationId xmlns:a16="http://schemas.microsoft.com/office/drawing/2014/main" id="{10E9C699-0C03-33DE-782E-8634A3471D27}"/>
              </a:ext>
            </a:extLst>
          </p:cNvPr>
          <p:cNvGraphicFramePr>
            <a:graphicFrameLocks noGrp="1"/>
          </p:cNvGraphicFramePr>
          <p:nvPr>
            <p:extLst>
              <p:ext uri="{D42A27DB-BD31-4B8C-83A1-F6EECF244321}">
                <p14:modId xmlns:p14="http://schemas.microsoft.com/office/powerpoint/2010/main" val="3959235016"/>
              </p:ext>
            </p:extLst>
          </p:nvPr>
        </p:nvGraphicFramePr>
        <p:xfrm>
          <a:off x="1023154" y="415431"/>
          <a:ext cx="11051291" cy="8641914"/>
        </p:xfrm>
        <a:graphic>
          <a:graphicData uri="http://schemas.openxmlformats.org/drawingml/2006/table">
            <a:tbl>
              <a:tblPr firstRow="1" bandRow="1">
                <a:tableStyleId>{5940675A-B579-460E-94D1-54222C63F5DA}</a:tableStyleId>
              </a:tblPr>
              <a:tblGrid>
                <a:gridCol w="504825">
                  <a:extLst>
                    <a:ext uri="{9D8B030D-6E8A-4147-A177-3AD203B41FA5}">
                      <a16:colId xmlns:a16="http://schemas.microsoft.com/office/drawing/2014/main" val="211006134"/>
                    </a:ext>
                  </a:extLst>
                </a:gridCol>
                <a:gridCol w="3138668">
                  <a:extLst>
                    <a:ext uri="{9D8B030D-6E8A-4147-A177-3AD203B41FA5}">
                      <a16:colId xmlns:a16="http://schemas.microsoft.com/office/drawing/2014/main" val="625884237"/>
                    </a:ext>
                  </a:extLst>
                </a:gridCol>
                <a:gridCol w="6412375">
                  <a:extLst>
                    <a:ext uri="{9D8B030D-6E8A-4147-A177-3AD203B41FA5}">
                      <a16:colId xmlns:a16="http://schemas.microsoft.com/office/drawing/2014/main" val="1074217283"/>
                    </a:ext>
                  </a:extLst>
                </a:gridCol>
                <a:gridCol w="995423">
                  <a:extLst>
                    <a:ext uri="{9D8B030D-6E8A-4147-A177-3AD203B41FA5}">
                      <a16:colId xmlns:a16="http://schemas.microsoft.com/office/drawing/2014/main" val="439745675"/>
                    </a:ext>
                  </a:extLst>
                </a:gridCol>
              </a:tblGrid>
              <a:tr h="309501">
                <a:tc>
                  <a:txBody>
                    <a:bodyPr/>
                    <a:lstStyle/>
                    <a:p>
                      <a:pPr algn="ctr"/>
                      <a:r>
                        <a:rPr kumimoji="1" lang="ja-JP" altLang="en-US" sz="1050"/>
                        <a:t>△</a:t>
                      </a:r>
                    </a:p>
                  </a:txBody>
                  <a:tcPr marL="36000" marR="36000" marT="36000" marB="36000" anchor="ctr"/>
                </a:tc>
                <a:tc>
                  <a:txBody>
                    <a:bodyPr/>
                    <a:lstStyle/>
                    <a:p>
                      <a:pPr algn="ctr"/>
                      <a:r>
                        <a:rPr kumimoji="1" lang="ja-JP" altLang="en-US" sz="1050"/>
                        <a:t>ページ</a:t>
                      </a:r>
                    </a:p>
                  </a:txBody>
                  <a:tcPr marL="36000" marR="36000" marT="36000" marB="36000" anchor="ctr"/>
                </a:tc>
                <a:tc>
                  <a:txBody>
                    <a:bodyPr/>
                    <a:lstStyle/>
                    <a:p>
                      <a:pPr algn="ctr"/>
                      <a:r>
                        <a:rPr kumimoji="1" lang="ja-JP" altLang="en-US" sz="1050"/>
                        <a:t>変更内容</a:t>
                      </a:r>
                    </a:p>
                  </a:txBody>
                  <a:tcPr marL="36000" marR="36000" marT="36000" marB="36000" anchor="ctr"/>
                </a:tc>
                <a:tc>
                  <a:txBody>
                    <a:bodyPr/>
                    <a:lstStyle/>
                    <a:p>
                      <a:pPr algn="ctr"/>
                      <a:r>
                        <a:rPr kumimoji="1" lang="ja-JP" altLang="en-US" sz="1050"/>
                        <a:t>担当</a:t>
                      </a:r>
                    </a:p>
                  </a:txBody>
                  <a:tcPr marL="36000" marR="36000" marT="36000" marB="36000" anchor="ctr"/>
                </a:tc>
                <a:extLst>
                  <a:ext uri="{0D108BD9-81ED-4DB2-BD59-A6C34878D82A}">
                    <a16:rowId xmlns:a16="http://schemas.microsoft.com/office/drawing/2014/main" val="2743679487"/>
                  </a:ext>
                </a:extLst>
              </a:tr>
              <a:tr h="309501">
                <a:tc>
                  <a:txBody>
                    <a:bodyPr/>
                    <a:lstStyle/>
                    <a:p>
                      <a:pPr algn="ctr"/>
                      <a:r>
                        <a:rPr kumimoji="1" lang="en-US" altLang="ja-JP" sz="1050"/>
                        <a:t>04</a:t>
                      </a:r>
                      <a:endParaRPr kumimoji="1" lang="ja-JP" altLang="en-US" sz="1050"/>
                    </a:p>
                  </a:txBody>
                  <a:tcPr marL="36000" marR="36000" marT="36000" marB="36000" anchor="ctr"/>
                </a:tc>
                <a:tc>
                  <a:txBody>
                    <a:bodyPr/>
                    <a:lstStyle/>
                    <a:p>
                      <a:pPr algn="ctr"/>
                      <a:r>
                        <a:rPr kumimoji="1" lang="en-US" altLang="ja-JP" sz="1050"/>
                        <a:t>AUX1</a:t>
                      </a:r>
                      <a:r>
                        <a:rPr kumimoji="1" lang="ja-JP" altLang="en-US" sz="1050"/>
                        <a:t>画面</a:t>
                      </a:r>
                    </a:p>
                  </a:txBody>
                  <a:tcPr marL="36000" marR="36000" marT="36000" marB="36000" anchor="ctr"/>
                </a:tc>
                <a:tc>
                  <a:txBody>
                    <a:bodyPr/>
                    <a:lstStyle/>
                    <a:p>
                      <a:pPr algn="l"/>
                      <a:r>
                        <a:rPr kumimoji="1" lang="en-US" altLang="ja-JP" sz="1050"/>
                        <a:t>MAX</a:t>
                      </a:r>
                      <a:r>
                        <a:rPr kumimoji="1" lang="ja-JP" altLang="en-US" sz="1050"/>
                        <a:t> </a:t>
                      </a:r>
                      <a:r>
                        <a:rPr kumimoji="1" lang="en-US" altLang="ja-JP" sz="1050"/>
                        <a:t>Pressure</a:t>
                      </a:r>
                      <a:r>
                        <a:rPr kumimoji="1" lang="ja-JP" altLang="en-US" sz="1050"/>
                        <a:t> </a:t>
                      </a:r>
                      <a:r>
                        <a:rPr kumimoji="1" lang="en-US" altLang="ja-JP" sz="1050"/>
                        <a:t>Change</a:t>
                      </a:r>
                      <a:r>
                        <a:rPr kumimoji="1" lang="ja-JP" altLang="en-US" sz="1050"/>
                        <a:t>ボタン削除（</a:t>
                      </a:r>
                      <a:r>
                        <a:rPr kumimoji="1" lang="en-US" altLang="ja-JP" sz="1050"/>
                        <a:t>AUX1</a:t>
                      </a:r>
                      <a:r>
                        <a:rPr kumimoji="1" lang="ja-JP" altLang="en-US" sz="1050"/>
                        <a:t>高圧仕様追加による）</a:t>
                      </a:r>
                    </a:p>
                  </a:txBody>
                  <a:tcPr marL="36000" marR="36000" marT="36000" marB="36000" anchor="ctr"/>
                </a:tc>
                <a:tc>
                  <a:txBody>
                    <a:bodyPr/>
                    <a:lstStyle/>
                    <a:p>
                      <a:pPr algn="ctr"/>
                      <a:r>
                        <a:rPr kumimoji="1" lang="ja-JP" altLang="en-US" sz="1050"/>
                        <a:t>渡辺（孝）</a:t>
                      </a:r>
                    </a:p>
                  </a:txBody>
                  <a:tcPr marL="36000" marR="36000" marT="36000" marB="36000" anchor="ctr" anchorCtr="1"/>
                </a:tc>
                <a:extLst>
                  <a:ext uri="{0D108BD9-81ED-4DB2-BD59-A6C34878D82A}">
                    <a16:rowId xmlns:a16="http://schemas.microsoft.com/office/drawing/2014/main" val="2931536807"/>
                  </a:ext>
                </a:extLst>
              </a:tr>
              <a:tr h="309501">
                <a:tc>
                  <a:txBody>
                    <a:bodyPr/>
                    <a:lstStyle/>
                    <a:p>
                      <a:pPr algn="ctr"/>
                      <a:r>
                        <a:rPr kumimoji="1" lang="en-US" altLang="ja-JP" sz="1050"/>
                        <a:t>04</a:t>
                      </a:r>
                      <a:endParaRPr kumimoji="1" lang="ja-JP" altLang="en-US" sz="1050"/>
                    </a:p>
                  </a:txBody>
                  <a:tcPr marL="36000" marR="36000" marT="36000" marB="36000" anchor="ctr"/>
                </a:tc>
                <a:tc>
                  <a:txBody>
                    <a:bodyPr/>
                    <a:lstStyle/>
                    <a:p>
                      <a:pPr algn="ctr"/>
                      <a:r>
                        <a:rPr kumimoji="1" lang="en-US" altLang="ja-JP" sz="1050"/>
                        <a:t>AUX1</a:t>
                      </a:r>
                      <a:r>
                        <a:rPr kumimoji="1" lang="ja-JP" altLang="en-US" sz="1050"/>
                        <a:t> </a:t>
                      </a:r>
                      <a:r>
                        <a:rPr kumimoji="1" lang="en-US" altLang="ja-JP" sz="1050"/>
                        <a:t>Pressure</a:t>
                      </a:r>
                      <a:r>
                        <a:rPr kumimoji="1" lang="ja-JP" altLang="en-US" sz="1050"/>
                        <a:t> </a:t>
                      </a:r>
                      <a:r>
                        <a:rPr kumimoji="1" lang="en-US" altLang="ja-JP" sz="1050"/>
                        <a:t>Setting</a:t>
                      </a:r>
                      <a:r>
                        <a:rPr kumimoji="1" lang="ja-JP" altLang="en-US" sz="1050"/>
                        <a:t>画面</a:t>
                      </a:r>
                    </a:p>
                  </a:txBody>
                  <a:tcPr marL="36000" marR="36000" marT="36000" marB="36000" anchor="ctr"/>
                </a:tc>
                <a:tc>
                  <a:txBody>
                    <a:bodyPr/>
                    <a:lstStyle/>
                    <a:p>
                      <a:pPr algn="l"/>
                      <a:r>
                        <a:rPr kumimoji="1" lang="ja-JP" altLang="en-US" sz="1050"/>
                        <a:t>リセットボタン追加</a:t>
                      </a:r>
                    </a:p>
                  </a:txBody>
                  <a:tcPr marL="36000" marR="36000" marT="36000" marB="36000"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50"/>
                        <a:t>渡辺（孝）</a:t>
                      </a:r>
                    </a:p>
                  </a:txBody>
                  <a:tcPr marL="36000" marR="36000" marT="36000" marB="36000" anchor="ctr" anchorCtr="1"/>
                </a:tc>
                <a:extLst>
                  <a:ext uri="{0D108BD9-81ED-4DB2-BD59-A6C34878D82A}">
                    <a16:rowId xmlns:a16="http://schemas.microsoft.com/office/drawing/2014/main" val="1648508047"/>
                  </a:ext>
                </a:extLst>
              </a:tr>
              <a:tr h="309501">
                <a:tc>
                  <a:txBody>
                    <a:bodyPr/>
                    <a:lstStyle/>
                    <a:p>
                      <a:pPr algn="ctr"/>
                      <a:r>
                        <a:rPr kumimoji="1" lang="en-US" altLang="ja-JP" sz="1050"/>
                        <a:t>04</a:t>
                      </a:r>
                      <a:endParaRPr kumimoji="1" lang="ja-JP" altLang="en-US" sz="1050"/>
                    </a:p>
                  </a:txBody>
                  <a:tcPr marL="36000" marR="36000" marT="36000" marB="36000" anchor="ctr"/>
                </a:tc>
                <a:tc>
                  <a:txBody>
                    <a:bodyPr/>
                    <a:lstStyle/>
                    <a:p>
                      <a:pPr algn="ctr"/>
                      <a:r>
                        <a:rPr kumimoji="1" lang="en-US" altLang="ja-JP" sz="1050"/>
                        <a:t>AUX2</a:t>
                      </a:r>
                      <a:r>
                        <a:rPr kumimoji="1" lang="ja-JP" altLang="en-US" sz="1050"/>
                        <a:t> </a:t>
                      </a:r>
                      <a:r>
                        <a:rPr kumimoji="1" lang="en-US" altLang="ja-JP" sz="1050"/>
                        <a:t>Pressure</a:t>
                      </a:r>
                      <a:r>
                        <a:rPr kumimoji="1" lang="ja-JP" altLang="en-US" sz="1050"/>
                        <a:t> </a:t>
                      </a:r>
                      <a:r>
                        <a:rPr kumimoji="1" lang="en-US" altLang="ja-JP" sz="1050"/>
                        <a:t>Setting</a:t>
                      </a:r>
                      <a:r>
                        <a:rPr kumimoji="1" lang="ja-JP" altLang="en-US" sz="1050"/>
                        <a:t>画面</a:t>
                      </a:r>
                    </a:p>
                  </a:txBody>
                  <a:tcPr marL="36000" marR="36000" marT="36000" marB="36000" anchor="ctr"/>
                </a:tc>
                <a:tc>
                  <a:txBody>
                    <a:bodyPr/>
                    <a:lstStyle/>
                    <a:p>
                      <a:pPr algn="l"/>
                      <a:r>
                        <a:rPr kumimoji="1" lang="ja-JP" altLang="en-US" sz="1050"/>
                        <a:t>リセットボタン追加</a:t>
                      </a:r>
                    </a:p>
                  </a:txBody>
                  <a:tcPr marL="36000" marR="36000" marT="36000" marB="36000"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50"/>
                        <a:t>渡辺（孝）</a:t>
                      </a:r>
                    </a:p>
                  </a:txBody>
                  <a:tcPr marL="36000" marR="36000" marT="36000" marB="36000" anchor="ctr" anchorCtr="1"/>
                </a:tc>
                <a:extLst>
                  <a:ext uri="{0D108BD9-81ED-4DB2-BD59-A6C34878D82A}">
                    <a16:rowId xmlns:a16="http://schemas.microsoft.com/office/drawing/2014/main" val="3780269219"/>
                  </a:ext>
                </a:extLst>
              </a:tr>
              <a:tr h="309501">
                <a:tc>
                  <a:txBody>
                    <a:bodyPr/>
                    <a:lstStyle/>
                    <a:p>
                      <a:pPr algn="ctr"/>
                      <a:r>
                        <a:rPr kumimoji="1" lang="en-US" altLang="ja-JP" sz="1050"/>
                        <a:t>04</a:t>
                      </a:r>
                      <a:endParaRPr kumimoji="1" lang="ja-JP" altLang="en-US" sz="1050"/>
                    </a:p>
                  </a:txBody>
                  <a:tcPr marL="36000" marR="36000" marT="36000" marB="36000" anchor="ctr"/>
                </a:tc>
                <a:tc>
                  <a:txBody>
                    <a:bodyPr/>
                    <a:lstStyle/>
                    <a:p>
                      <a:pPr algn="ctr"/>
                      <a:r>
                        <a:rPr kumimoji="1" lang="en-US" altLang="ja-JP" sz="1050"/>
                        <a:t>Option</a:t>
                      </a:r>
                      <a:r>
                        <a:rPr kumimoji="1" lang="ja-JP" altLang="en-US" sz="1050"/>
                        <a:t> </a:t>
                      </a:r>
                      <a:r>
                        <a:rPr kumimoji="1" lang="en-US" altLang="ja-JP" sz="1050"/>
                        <a:t>setting</a:t>
                      </a:r>
                      <a:r>
                        <a:rPr kumimoji="1" lang="ja-JP" altLang="en-US" sz="1050"/>
                        <a:t>画面</a:t>
                      </a:r>
                    </a:p>
                  </a:txBody>
                  <a:tcPr marL="36000" marR="36000" marT="36000" marB="36000" anchor="ctr"/>
                </a:tc>
                <a:tc>
                  <a:txBody>
                    <a:bodyPr/>
                    <a:lstStyle/>
                    <a:p>
                      <a:pPr algn="l"/>
                      <a:r>
                        <a:rPr kumimoji="1" lang="en-US" altLang="ja-JP" sz="1050"/>
                        <a:t>AUX1</a:t>
                      </a:r>
                      <a:r>
                        <a:rPr kumimoji="1" lang="ja-JP" altLang="en-US" sz="1050"/>
                        <a:t> </a:t>
                      </a:r>
                      <a:r>
                        <a:rPr kumimoji="1" lang="en-US" altLang="ja-JP" sz="1050"/>
                        <a:t>High</a:t>
                      </a:r>
                      <a:r>
                        <a:rPr kumimoji="1" lang="ja-JP" altLang="en-US" sz="1050"/>
                        <a:t> </a:t>
                      </a:r>
                      <a:r>
                        <a:rPr kumimoji="1" lang="en-US" altLang="ja-JP" sz="1050"/>
                        <a:t>Pressure</a:t>
                      </a:r>
                      <a:r>
                        <a:rPr kumimoji="1" lang="ja-JP" altLang="en-US" sz="1050"/>
                        <a:t>オプション追加</a:t>
                      </a:r>
                    </a:p>
                  </a:txBody>
                  <a:tcPr marL="36000" marR="36000" marT="36000" marB="36000"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50"/>
                        <a:t>渡辺（孝）</a:t>
                      </a:r>
                    </a:p>
                  </a:txBody>
                  <a:tcPr marL="36000" marR="36000" marT="36000" marB="36000" anchor="ctr" anchorCtr="1"/>
                </a:tc>
                <a:extLst>
                  <a:ext uri="{0D108BD9-81ED-4DB2-BD59-A6C34878D82A}">
                    <a16:rowId xmlns:a16="http://schemas.microsoft.com/office/drawing/2014/main" val="3329580384"/>
                  </a:ext>
                </a:extLst>
              </a:tr>
              <a:tr h="309501">
                <a:tc>
                  <a:txBody>
                    <a:bodyPr/>
                    <a:lstStyle/>
                    <a:p>
                      <a:pPr algn="ctr"/>
                      <a:r>
                        <a:rPr kumimoji="1" lang="en-US" altLang="ja-JP" sz="1050"/>
                        <a:t>05</a:t>
                      </a:r>
                      <a:endParaRPr kumimoji="1" lang="ja-JP" altLang="en-US" sz="1050"/>
                    </a:p>
                  </a:txBody>
                  <a:tcPr marL="36000" marR="36000" marT="36000" marB="36000" anchor="ctr"/>
                </a:tc>
                <a:tc>
                  <a:txBody>
                    <a:bodyPr/>
                    <a:lstStyle/>
                    <a:p>
                      <a:pPr algn="ctr"/>
                      <a:r>
                        <a:rPr kumimoji="1" lang="en-US" altLang="ja-JP" sz="1050"/>
                        <a:t>Operating</a:t>
                      </a:r>
                      <a:r>
                        <a:rPr kumimoji="1" lang="ja-JP" altLang="en-US" sz="1050"/>
                        <a:t> </a:t>
                      </a:r>
                      <a:r>
                        <a:rPr kumimoji="1" lang="en-US" altLang="ja-JP" sz="1050"/>
                        <a:t>lever</a:t>
                      </a:r>
                      <a:r>
                        <a:rPr kumimoji="1" lang="ja-JP" altLang="en-US" sz="1050"/>
                        <a:t> </a:t>
                      </a:r>
                      <a:r>
                        <a:rPr kumimoji="1" lang="en-US" altLang="ja-JP" sz="1050"/>
                        <a:t>switch(Multi-</a:t>
                      </a:r>
                      <a:r>
                        <a:rPr kumimoji="1" lang="en-US" altLang="ja-JP" sz="1050" err="1"/>
                        <a:t>Func</a:t>
                      </a:r>
                      <a:r>
                        <a:rPr kumimoji="1" lang="en-US" altLang="ja-JP" sz="1050"/>
                        <a:t>. Grip)</a:t>
                      </a:r>
                      <a:r>
                        <a:rPr kumimoji="1" lang="ja-JP" altLang="en-US" sz="1050"/>
                        <a:t>画面</a:t>
                      </a:r>
                      <a:endParaRPr kumimoji="1" lang="en-US" altLang="ja-JP" sz="1050"/>
                    </a:p>
                  </a:txBody>
                  <a:tcPr marL="36000" marR="36000" marT="36000" marB="36000" anchor="ctr"/>
                </a:tc>
                <a:tc>
                  <a:txBody>
                    <a:bodyPr/>
                    <a:lstStyle/>
                    <a:p>
                      <a:pPr algn="l"/>
                      <a:r>
                        <a:rPr kumimoji="1" lang="en-US" altLang="ja-JP" sz="1050"/>
                        <a:t>Boom</a:t>
                      </a:r>
                      <a:r>
                        <a:rPr kumimoji="1" lang="ja-JP" altLang="en-US" sz="1050"/>
                        <a:t> </a:t>
                      </a:r>
                      <a:r>
                        <a:rPr kumimoji="1" lang="en-US" altLang="ja-JP" sz="1050"/>
                        <a:t>Swing</a:t>
                      </a:r>
                      <a:r>
                        <a:rPr kumimoji="1" lang="ja-JP" altLang="en-US" sz="1050"/>
                        <a:t>割り当て追加</a:t>
                      </a:r>
                    </a:p>
                  </a:txBody>
                  <a:tcPr marL="36000" marR="36000" marT="36000" marB="36000"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50"/>
                        <a:t>渡辺（孝）</a:t>
                      </a:r>
                    </a:p>
                  </a:txBody>
                  <a:tcPr marL="36000" marR="36000" marT="36000" marB="36000" anchor="ctr" anchorCtr="1"/>
                </a:tc>
                <a:extLst>
                  <a:ext uri="{0D108BD9-81ED-4DB2-BD59-A6C34878D82A}">
                    <a16:rowId xmlns:a16="http://schemas.microsoft.com/office/drawing/2014/main" val="2148210110"/>
                  </a:ext>
                </a:extLst>
              </a:tr>
              <a:tr h="309501">
                <a:tc>
                  <a:txBody>
                    <a:bodyPr/>
                    <a:lstStyle/>
                    <a:p>
                      <a:pPr algn="ctr"/>
                      <a:r>
                        <a:rPr kumimoji="1" lang="en-US" altLang="ja-JP" sz="1050"/>
                        <a:t>05</a:t>
                      </a:r>
                      <a:endParaRPr kumimoji="1" lang="ja-JP" altLang="en-US" sz="1050"/>
                    </a:p>
                  </a:txBody>
                  <a:tcPr marL="36000" marR="36000" marT="36000" marB="36000"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en-US" altLang="ja-JP" sz="1050"/>
                        <a:t>Operating</a:t>
                      </a:r>
                      <a:r>
                        <a:rPr kumimoji="1" lang="ja-JP" altLang="en-US" sz="1050"/>
                        <a:t> </a:t>
                      </a:r>
                      <a:r>
                        <a:rPr kumimoji="1" lang="en-US" altLang="ja-JP" sz="1050"/>
                        <a:t>lever</a:t>
                      </a:r>
                      <a:r>
                        <a:rPr kumimoji="1" lang="ja-JP" altLang="en-US" sz="1050"/>
                        <a:t> </a:t>
                      </a:r>
                      <a:r>
                        <a:rPr kumimoji="1" lang="en-US" altLang="ja-JP" sz="1050"/>
                        <a:t>switch(</a:t>
                      </a:r>
                      <a:r>
                        <a:rPr kumimoji="1" lang="en-US" altLang="ja-JP" sz="1050" err="1"/>
                        <a:t>TiltRotator</a:t>
                      </a:r>
                      <a:r>
                        <a:rPr kumimoji="1" lang="en-US" altLang="ja-JP" sz="1050"/>
                        <a:t> Grip)</a:t>
                      </a:r>
                      <a:r>
                        <a:rPr kumimoji="1" lang="ja-JP" altLang="en-US" sz="1050"/>
                        <a:t>画面</a:t>
                      </a:r>
                      <a:endParaRPr kumimoji="1" lang="en-US" altLang="ja-JP" sz="1050"/>
                    </a:p>
                  </a:txBody>
                  <a:tcPr marL="36000" marR="36000" marT="36000" marB="36000" anchor="ctr"/>
                </a:tc>
                <a:tc>
                  <a:txBody>
                    <a:bodyPr/>
                    <a:lstStyle/>
                    <a:p>
                      <a:pPr algn="l"/>
                      <a:r>
                        <a:rPr kumimoji="1" lang="en-US" altLang="ja-JP" sz="1050"/>
                        <a:t>Boom</a:t>
                      </a:r>
                      <a:r>
                        <a:rPr kumimoji="1" lang="ja-JP" altLang="en-US" sz="1050"/>
                        <a:t> </a:t>
                      </a:r>
                      <a:r>
                        <a:rPr kumimoji="1" lang="en-US" altLang="ja-JP" sz="1050"/>
                        <a:t>Swing</a:t>
                      </a:r>
                      <a:r>
                        <a:rPr kumimoji="1" lang="ja-JP" altLang="en-US" sz="1050"/>
                        <a:t>割り当て追加</a:t>
                      </a:r>
                    </a:p>
                  </a:txBody>
                  <a:tcPr marL="36000" marR="36000" marT="36000" marB="36000"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50"/>
                        <a:t>渡辺（孝）</a:t>
                      </a:r>
                    </a:p>
                  </a:txBody>
                  <a:tcPr marL="36000" marR="36000" marT="36000" marB="36000" anchor="ctr" anchorCtr="1"/>
                </a:tc>
                <a:extLst>
                  <a:ext uri="{0D108BD9-81ED-4DB2-BD59-A6C34878D82A}">
                    <a16:rowId xmlns:a16="http://schemas.microsoft.com/office/drawing/2014/main" val="733996792"/>
                  </a:ext>
                </a:extLst>
              </a:tr>
              <a:tr h="309501">
                <a:tc>
                  <a:txBody>
                    <a:bodyPr/>
                    <a:lstStyle/>
                    <a:p>
                      <a:pPr algn="ctr"/>
                      <a:r>
                        <a:rPr kumimoji="1" lang="en-US" altLang="ja-JP" sz="1050"/>
                        <a:t>06</a:t>
                      </a:r>
                      <a:endParaRPr kumimoji="1" lang="ja-JP" altLang="en-US" sz="1050"/>
                    </a:p>
                  </a:txBody>
                  <a:tcPr marL="36000" marR="36000" marT="36000" marB="36000" anchor="ctr"/>
                </a:tc>
                <a:tc>
                  <a:txBody>
                    <a:bodyPr/>
                    <a:lstStyle/>
                    <a:p>
                      <a:pPr algn="ctr"/>
                      <a:r>
                        <a:rPr kumimoji="1" lang="en-US" altLang="ja-JP" sz="1050"/>
                        <a:t>Engine</a:t>
                      </a:r>
                      <a:r>
                        <a:rPr kumimoji="1" lang="ja-JP" altLang="en-US" sz="1050"/>
                        <a:t> </a:t>
                      </a:r>
                      <a:r>
                        <a:rPr kumimoji="1" lang="en-US" altLang="ja-JP" sz="1050"/>
                        <a:t>status</a:t>
                      </a:r>
                      <a:r>
                        <a:rPr kumimoji="1" lang="ja-JP" altLang="en-US" sz="1050"/>
                        <a:t> </a:t>
                      </a:r>
                      <a:r>
                        <a:rPr kumimoji="1" lang="en-US" altLang="ja-JP" sz="1050"/>
                        <a:t>2</a:t>
                      </a:r>
                      <a:r>
                        <a:rPr kumimoji="1" lang="ja-JP" altLang="en-US" sz="1050"/>
                        <a:t>画面</a:t>
                      </a:r>
                    </a:p>
                  </a:txBody>
                  <a:tcPr marL="36000" marR="36000" marT="36000" marB="36000" anchor="ctr"/>
                </a:tc>
                <a:tc>
                  <a:txBody>
                    <a:bodyPr/>
                    <a:lstStyle/>
                    <a:p>
                      <a:pPr algn="l"/>
                      <a:r>
                        <a:rPr kumimoji="1" lang="ja-JP" altLang="en-US" sz="1050"/>
                        <a:t>説明を追記</a:t>
                      </a:r>
                    </a:p>
                  </a:txBody>
                  <a:tcPr marL="36000" marR="36000" marT="36000" marB="36000"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50"/>
                        <a:t>渡辺（孝）</a:t>
                      </a:r>
                    </a:p>
                  </a:txBody>
                  <a:tcPr marL="36000" marR="36000" marT="36000" marB="36000" anchor="ctr" anchorCtr="1"/>
                </a:tc>
                <a:extLst>
                  <a:ext uri="{0D108BD9-81ED-4DB2-BD59-A6C34878D82A}">
                    <a16:rowId xmlns:a16="http://schemas.microsoft.com/office/drawing/2014/main" val="3421556452"/>
                  </a:ext>
                </a:extLst>
              </a:tr>
              <a:tr h="309501">
                <a:tc>
                  <a:txBody>
                    <a:bodyPr/>
                    <a:lstStyle/>
                    <a:p>
                      <a:pPr algn="ctr"/>
                      <a:r>
                        <a:rPr kumimoji="1" lang="en-US" altLang="ja-JP" sz="1050"/>
                        <a:t>06</a:t>
                      </a:r>
                      <a:endParaRPr kumimoji="1" lang="ja-JP" altLang="en-US" sz="1050"/>
                    </a:p>
                  </a:txBody>
                  <a:tcPr marL="36000" marR="36000" marT="36000" marB="36000" anchor="ctr"/>
                </a:tc>
                <a:tc>
                  <a:txBody>
                    <a:bodyPr/>
                    <a:lstStyle/>
                    <a:p>
                      <a:pPr algn="ctr"/>
                      <a:r>
                        <a:rPr kumimoji="1" lang="en-US" altLang="ja-JP" sz="1050"/>
                        <a:t>Option</a:t>
                      </a:r>
                      <a:r>
                        <a:rPr kumimoji="1" lang="ja-JP" altLang="en-US" sz="1050"/>
                        <a:t>画面</a:t>
                      </a:r>
                    </a:p>
                  </a:txBody>
                  <a:tcPr marL="36000" marR="36000" marT="36000" marB="36000" anchor="ctr"/>
                </a:tc>
                <a:tc>
                  <a:txBody>
                    <a:bodyPr/>
                    <a:lstStyle/>
                    <a:p>
                      <a:pPr algn="l"/>
                      <a:r>
                        <a:rPr kumimoji="1" lang="en-US" altLang="ja-JP" sz="1050"/>
                        <a:t>20km/h</a:t>
                      </a:r>
                      <a:r>
                        <a:rPr kumimoji="1" lang="ja-JP" altLang="en-US" sz="1050"/>
                        <a:t>速度制限オプション変更時に、確認を行うように変更</a:t>
                      </a:r>
                      <a:endParaRPr kumimoji="1" lang="en-US" altLang="ja-JP" sz="1050"/>
                    </a:p>
                  </a:txBody>
                  <a:tcPr marL="36000" marR="36000" marT="36000" marB="36000"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50"/>
                        <a:t>渡辺（孝）</a:t>
                      </a:r>
                    </a:p>
                  </a:txBody>
                  <a:tcPr marL="36000" marR="36000" marT="36000" marB="36000" anchor="ctr" anchorCtr="1"/>
                </a:tc>
                <a:extLst>
                  <a:ext uri="{0D108BD9-81ED-4DB2-BD59-A6C34878D82A}">
                    <a16:rowId xmlns:a16="http://schemas.microsoft.com/office/drawing/2014/main" val="166484127"/>
                  </a:ext>
                </a:extLst>
              </a:tr>
              <a:tr h="309501">
                <a:tc>
                  <a:txBody>
                    <a:bodyPr/>
                    <a:lstStyle/>
                    <a:p>
                      <a:pPr algn="ctr"/>
                      <a:r>
                        <a:rPr kumimoji="1" lang="en-US" altLang="ja-JP" sz="1050"/>
                        <a:t>07</a:t>
                      </a:r>
                      <a:endParaRPr kumimoji="1" lang="ja-JP" altLang="en-US" sz="1050"/>
                    </a:p>
                  </a:txBody>
                  <a:tcPr marL="36000" marR="36000" marT="36000" marB="36000" anchor="ctr"/>
                </a:tc>
                <a:tc>
                  <a:txBody>
                    <a:bodyPr/>
                    <a:lstStyle/>
                    <a:p>
                      <a:pPr algn="ctr"/>
                      <a:r>
                        <a:rPr kumimoji="1" lang="en-US" altLang="ja-JP" sz="1050"/>
                        <a:t>Option</a:t>
                      </a:r>
                      <a:r>
                        <a:rPr kumimoji="1" lang="ja-JP" altLang="en-US" sz="1050"/>
                        <a:t>画面</a:t>
                      </a:r>
                    </a:p>
                  </a:txBody>
                  <a:tcPr marL="36000" marR="36000" marT="36000" marB="36000" anchor="ctr"/>
                </a:tc>
                <a:tc>
                  <a:txBody>
                    <a:bodyPr/>
                    <a:lstStyle/>
                    <a:p>
                      <a:pPr algn="l"/>
                      <a:r>
                        <a:rPr kumimoji="1" lang="ja-JP" altLang="en-US" sz="1050"/>
                        <a:t>コントローラバージョン</a:t>
                      </a:r>
                      <a:r>
                        <a:rPr kumimoji="1" lang="en-US" altLang="ja-JP" sz="1050"/>
                        <a:t>V1.04</a:t>
                      </a:r>
                      <a:r>
                        <a:rPr kumimoji="1" lang="ja-JP" altLang="en-US" sz="1050"/>
                        <a:t>以降、</a:t>
                      </a:r>
                      <a:r>
                        <a:rPr kumimoji="1" lang="en-US" altLang="ja-JP" sz="1050"/>
                        <a:t>20km/h</a:t>
                      </a:r>
                      <a:r>
                        <a:rPr kumimoji="1" lang="ja-JP" altLang="en-US" sz="1050"/>
                        <a:t>速度制限オプションの切替を廃止</a:t>
                      </a:r>
                      <a:endParaRPr kumimoji="1" lang="en-US" altLang="ja-JP" sz="1050"/>
                    </a:p>
                  </a:txBody>
                  <a:tcPr marL="36000" marR="36000" marT="36000" marB="36000"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50"/>
                        <a:t>渡辺（孝）</a:t>
                      </a:r>
                    </a:p>
                  </a:txBody>
                  <a:tcPr marL="36000" marR="36000" marT="36000" marB="36000" anchor="ctr" anchorCtr="1"/>
                </a:tc>
                <a:extLst>
                  <a:ext uri="{0D108BD9-81ED-4DB2-BD59-A6C34878D82A}">
                    <a16:rowId xmlns:a16="http://schemas.microsoft.com/office/drawing/2014/main" val="664922235"/>
                  </a:ext>
                </a:extLst>
              </a:tr>
              <a:tr h="309501">
                <a:tc>
                  <a:txBody>
                    <a:bodyPr/>
                    <a:lstStyle/>
                    <a:p>
                      <a:pPr algn="ctr"/>
                      <a:r>
                        <a:rPr kumimoji="1" lang="en-US" altLang="ja-JP" sz="1050"/>
                        <a:t>07</a:t>
                      </a:r>
                      <a:endParaRPr kumimoji="1" lang="ja-JP" altLang="en-US" sz="1050"/>
                    </a:p>
                  </a:txBody>
                  <a:tcPr marL="36000" marR="36000" marT="36000" marB="36000" anchor="ctr"/>
                </a:tc>
                <a:tc>
                  <a:txBody>
                    <a:bodyPr/>
                    <a:lstStyle/>
                    <a:p>
                      <a:pPr algn="ctr"/>
                      <a:r>
                        <a:rPr kumimoji="1" lang="ja-JP" altLang="en-US" sz="1050"/>
                        <a:t>メイン画面</a:t>
                      </a:r>
                    </a:p>
                  </a:txBody>
                  <a:tcPr marL="36000" marR="36000" marT="36000" marB="36000" anchor="ctr"/>
                </a:tc>
                <a:tc>
                  <a:txBody>
                    <a:bodyPr/>
                    <a:lstStyle/>
                    <a:p>
                      <a:pPr algn="l"/>
                      <a:r>
                        <a:rPr kumimoji="1" lang="ja-JP" altLang="en-US" sz="1050"/>
                        <a:t>ボタンラベル誤記訂正 </a:t>
                      </a:r>
                      <a:r>
                        <a:rPr kumimoji="1" lang="en-US" altLang="ja-JP" sz="1050"/>
                        <a:t>TL</a:t>
                      </a:r>
                      <a:r>
                        <a:rPr kumimoji="1" lang="ja-JP" altLang="en-US" sz="1050"/>
                        <a:t> → </a:t>
                      </a:r>
                      <a:r>
                        <a:rPr kumimoji="1" lang="en-US" altLang="ja-JP" sz="1050"/>
                        <a:t>TR</a:t>
                      </a:r>
                      <a:endParaRPr kumimoji="1" lang="ja-JP" altLang="en-US" sz="1050"/>
                    </a:p>
                  </a:txBody>
                  <a:tcPr marL="36000" marR="36000" marT="36000" marB="36000"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50"/>
                        <a:t>渡辺（孝）</a:t>
                      </a:r>
                    </a:p>
                  </a:txBody>
                  <a:tcPr marL="36000" marR="36000" marT="36000" marB="36000" anchor="ctr" anchorCtr="1"/>
                </a:tc>
                <a:extLst>
                  <a:ext uri="{0D108BD9-81ED-4DB2-BD59-A6C34878D82A}">
                    <a16:rowId xmlns:a16="http://schemas.microsoft.com/office/drawing/2014/main" val="493848408"/>
                  </a:ext>
                </a:extLst>
              </a:tr>
              <a:tr h="309501">
                <a:tc>
                  <a:txBody>
                    <a:bodyPr/>
                    <a:lstStyle/>
                    <a:p>
                      <a:pPr algn="ctr"/>
                      <a:r>
                        <a:rPr kumimoji="1" lang="en-US" altLang="ja-JP" sz="1050"/>
                        <a:t>08</a:t>
                      </a:r>
                    </a:p>
                  </a:txBody>
                  <a:tcPr marL="36000" marR="36000" marT="36000" marB="36000" anchor="ctr"/>
                </a:tc>
                <a:tc>
                  <a:txBody>
                    <a:bodyPr/>
                    <a:lstStyle/>
                    <a:p>
                      <a:pPr algn="ctr"/>
                      <a:r>
                        <a:rPr kumimoji="1" lang="en-US" altLang="ja-JP" sz="1050"/>
                        <a:t>Home</a:t>
                      </a:r>
                      <a:r>
                        <a:rPr kumimoji="1" lang="ja-JP" altLang="en-US" sz="1050"/>
                        <a:t>画面</a:t>
                      </a:r>
                    </a:p>
                  </a:txBody>
                  <a:tcPr marL="36000" marR="36000" marT="36000" marB="36000" anchor="ctr"/>
                </a:tc>
                <a:tc>
                  <a:txBody>
                    <a:bodyPr/>
                    <a:lstStyle/>
                    <a:p>
                      <a:pPr algn="l"/>
                      <a:r>
                        <a:rPr kumimoji="1" lang="ja-JP" altLang="en-US" sz="1050"/>
                        <a:t>拡張出力機能用のボタンを追加</a:t>
                      </a:r>
                    </a:p>
                  </a:txBody>
                  <a:tcPr marL="36000" marR="36000" marT="36000" marB="36000"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50"/>
                        <a:t>氏家</a:t>
                      </a:r>
                      <a:endParaRPr kumimoji="1" lang="en-US" altLang="ja-JP" sz="1050"/>
                    </a:p>
                  </a:txBody>
                  <a:tcPr marL="36000" marR="36000" marT="36000" marB="36000" anchor="ctr" anchorCtr="1"/>
                </a:tc>
                <a:extLst>
                  <a:ext uri="{0D108BD9-81ED-4DB2-BD59-A6C34878D82A}">
                    <a16:rowId xmlns:a16="http://schemas.microsoft.com/office/drawing/2014/main" val="1317811236"/>
                  </a:ext>
                </a:extLst>
              </a:tr>
              <a:tr h="309501">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en-US" altLang="ja-JP" sz="1050"/>
                        <a:t>08</a:t>
                      </a:r>
                    </a:p>
                  </a:txBody>
                  <a:tcPr marL="36000" marR="36000" marT="36000" marB="36000" anchor="ctr"/>
                </a:tc>
                <a:tc>
                  <a:txBody>
                    <a:bodyPr/>
                    <a:lstStyle/>
                    <a:p>
                      <a:pPr algn="ctr"/>
                      <a:r>
                        <a:rPr kumimoji="1" lang="en-US" altLang="ja-JP" sz="1050"/>
                        <a:t>Output</a:t>
                      </a:r>
                      <a:r>
                        <a:rPr kumimoji="1" lang="ja-JP" altLang="en-US" sz="1050"/>
                        <a:t>画面</a:t>
                      </a:r>
                      <a:r>
                        <a:rPr kumimoji="1" lang="en-US" altLang="ja-JP" sz="1050"/>
                        <a:t>(MC)</a:t>
                      </a:r>
                      <a:endParaRPr kumimoji="1" lang="ja-JP" altLang="en-US" sz="1050"/>
                    </a:p>
                  </a:txBody>
                  <a:tcPr marL="36000" marR="36000" marT="36000" marB="36000" anchor="ctr"/>
                </a:tc>
                <a:tc>
                  <a:txBody>
                    <a:bodyPr/>
                    <a:lstStyle/>
                    <a:p>
                      <a:pPr algn="l"/>
                      <a:r>
                        <a:rPr kumimoji="1" lang="ja-JP" altLang="en-US" sz="1050"/>
                        <a:t>拡張出力を追加</a:t>
                      </a:r>
                    </a:p>
                  </a:txBody>
                  <a:tcPr marL="36000" marR="36000" marT="36000" marB="36000"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50"/>
                        <a:t>氏家</a:t>
                      </a:r>
                      <a:endParaRPr kumimoji="1" lang="en-US" altLang="ja-JP" sz="1050"/>
                    </a:p>
                  </a:txBody>
                  <a:tcPr marL="36000" marR="36000" marT="36000" marB="36000" anchor="ctr" anchorCtr="1"/>
                </a:tc>
                <a:extLst>
                  <a:ext uri="{0D108BD9-81ED-4DB2-BD59-A6C34878D82A}">
                    <a16:rowId xmlns:a16="http://schemas.microsoft.com/office/drawing/2014/main" val="2454252859"/>
                  </a:ext>
                </a:extLst>
              </a:tr>
              <a:tr h="309501">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en-US" altLang="ja-JP" sz="1050"/>
                        <a:t>08</a:t>
                      </a:r>
                    </a:p>
                  </a:txBody>
                  <a:tcPr marL="36000" marR="36000" marT="36000" marB="36000" anchor="ctr"/>
                </a:tc>
                <a:tc>
                  <a:txBody>
                    <a:bodyPr/>
                    <a:lstStyle/>
                    <a:p>
                      <a:pPr algn="ctr"/>
                      <a:r>
                        <a:rPr kumimoji="1" lang="en-US" altLang="ja-JP" sz="1050"/>
                        <a:t>Output</a:t>
                      </a:r>
                      <a:r>
                        <a:rPr kumimoji="1" lang="ja-JP" altLang="en-US" sz="1050"/>
                        <a:t>画面</a:t>
                      </a:r>
                      <a:r>
                        <a:rPr kumimoji="1" lang="en-US" altLang="ja-JP" sz="1050"/>
                        <a:t>(</a:t>
                      </a:r>
                      <a:r>
                        <a:rPr kumimoji="1" lang="en-US" altLang="ja-JP" sz="1050" err="1"/>
                        <a:t>Suc,Uc</a:t>
                      </a:r>
                      <a:r>
                        <a:rPr kumimoji="1" lang="en-US" altLang="ja-JP" sz="1050"/>
                        <a:t>)</a:t>
                      </a:r>
                      <a:endParaRPr kumimoji="1" lang="ja-JP" altLang="en-US" sz="1050"/>
                    </a:p>
                  </a:txBody>
                  <a:tcPr marL="36000" marR="36000" marT="36000" marB="36000" anchor="ctr"/>
                </a:tc>
                <a:tc>
                  <a:txBody>
                    <a:bodyPr/>
                    <a:lstStyle/>
                    <a:p>
                      <a:pPr algn="l"/>
                      <a:r>
                        <a:rPr kumimoji="1" lang="ja-JP" altLang="en-US" sz="1050"/>
                        <a:t>拡張出力を追加</a:t>
                      </a:r>
                    </a:p>
                  </a:txBody>
                  <a:tcPr marL="36000" marR="36000" marT="36000" marB="36000"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50"/>
                        <a:t>氏家</a:t>
                      </a:r>
                      <a:endParaRPr kumimoji="1" lang="en-US" altLang="ja-JP" sz="1050"/>
                    </a:p>
                  </a:txBody>
                  <a:tcPr marL="36000" marR="36000" marT="36000" marB="36000" anchor="ctr" anchorCtr="1"/>
                </a:tc>
                <a:extLst>
                  <a:ext uri="{0D108BD9-81ED-4DB2-BD59-A6C34878D82A}">
                    <a16:rowId xmlns:a16="http://schemas.microsoft.com/office/drawing/2014/main" val="2231432898"/>
                  </a:ext>
                </a:extLst>
              </a:tr>
              <a:tr h="309501">
                <a:tc>
                  <a:txBody>
                    <a:bodyPr/>
                    <a:lstStyle/>
                    <a:p>
                      <a:pPr algn="ctr"/>
                      <a:r>
                        <a:rPr kumimoji="1" lang="en-US" altLang="ja-JP" sz="1050"/>
                        <a:t>08</a:t>
                      </a:r>
                      <a:endParaRPr kumimoji="1" lang="ja-JP" altLang="en-US" sz="1050"/>
                    </a:p>
                  </a:txBody>
                  <a:tcPr marL="36000" marR="36000" marT="36000" marB="36000" anchor="ctr"/>
                </a:tc>
                <a:tc>
                  <a:txBody>
                    <a:bodyPr/>
                    <a:lstStyle/>
                    <a:p>
                      <a:pPr algn="ctr"/>
                      <a:r>
                        <a:rPr kumimoji="1" lang="en-US" altLang="ja-JP" sz="1050" err="1"/>
                        <a:t>Extension_Output</a:t>
                      </a:r>
                      <a:r>
                        <a:rPr kumimoji="1" lang="ja-JP" altLang="en-US" sz="1050"/>
                        <a:t>画面</a:t>
                      </a:r>
                    </a:p>
                  </a:txBody>
                  <a:tcPr marL="36000" marR="36000" marT="36000" marB="36000" anchor="ctr"/>
                </a:tc>
                <a:tc>
                  <a:txBody>
                    <a:bodyPr/>
                    <a:lstStyle/>
                    <a:p>
                      <a:pPr algn="l"/>
                      <a:r>
                        <a:rPr kumimoji="1" lang="ja-JP" altLang="en-US" sz="1050"/>
                        <a:t>新規追加</a:t>
                      </a:r>
                    </a:p>
                  </a:txBody>
                  <a:tcPr marL="36000" marR="36000" marT="36000" marB="36000"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50"/>
                        <a:t>氏家</a:t>
                      </a:r>
                    </a:p>
                  </a:txBody>
                  <a:tcPr marL="36000" marR="36000" marT="36000" marB="36000" anchor="ctr" anchorCtr="1"/>
                </a:tc>
                <a:extLst>
                  <a:ext uri="{0D108BD9-81ED-4DB2-BD59-A6C34878D82A}">
                    <a16:rowId xmlns:a16="http://schemas.microsoft.com/office/drawing/2014/main" val="958856956"/>
                  </a:ext>
                </a:extLst>
              </a:tr>
              <a:tr h="383484">
                <a:tc>
                  <a:txBody>
                    <a:bodyPr/>
                    <a:lstStyle/>
                    <a:p>
                      <a:pPr algn="ctr"/>
                      <a:r>
                        <a:rPr kumimoji="1" lang="en-US" altLang="ja-JP" sz="1050"/>
                        <a:t>08</a:t>
                      </a:r>
                      <a:endParaRPr kumimoji="1" lang="ja-JP" altLang="en-US" sz="1050"/>
                    </a:p>
                  </a:txBody>
                  <a:tcPr marL="36000" marR="36000" marT="36000" marB="36000" anchor="ctr"/>
                </a:tc>
                <a:tc>
                  <a:txBody>
                    <a:bodyPr/>
                    <a:lstStyle/>
                    <a:p>
                      <a:pPr algn="ctr"/>
                      <a:r>
                        <a:rPr kumimoji="1" lang="en-US" altLang="ja-JP" sz="1050"/>
                        <a:t>Extension_Output5 Current setting</a:t>
                      </a:r>
                      <a:r>
                        <a:rPr kumimoji="1" lang="ja-JP" altLang="en-US" sz="1050"/>
                        <a:t>画面</a:t>
                      </a:r>
                    </a:p>
                  </a:txBody>
                  <a:tcPr marL="36000" marR="36000" marT="36000" marB="36000" anchor="ctr"/>
                </a:tc>
                <a:tc>
                  <a:txBody>
                    <a:bodyPr/>
                    <a:lstStyle/>
                    <a:p>
                      <a:pPr algn="l"/>
                      <a:r>
                        <a:rPr kumimoji="1" lang="ja-JP" altLang="en-US" sz="1050"/>
                        <a:t>新規追加</a:t>
                      </a:r>
                    </a:p>
                  </a:txBody>
                  <a:tcPr marL="36000" marR="36000" marT="36000" marB="36000"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50"/>
                        <a:t>氏家</a:t>
                      </a:r>
                    </a:p>
                  </a:txBody>
                  <a:tcPr marL="36000" marR="36000" marT="36000" marB="36000" anchor="ctr" anchorCtr="1"/>
                </a:tc>
                <a:extLst>
                  <a:ext uri="{0D108BD9-81ED-4DB2-BD59-A6C34878D82A}">
                    <a16:rowId xmlns:a16="http://schemas.microsoft.com/office/drawing/2014/main" val="240558580"/>
                  </a:ext>
                </a:extLst>
              </a:tr>
              <a:tr h="309501">
                <a:tc>
                  <a:txBody>
                    <a:bodyPr/>
                    <a:lstStyle/>
                    <a:p>
                      <a:pPr algn="ctr"/>
                      <a:r>
                        <a:rPr kumimoji="1" lang="en-US" altLang="ja-JP" sz="1050"/>
                        <a:t>08</a:t>
                      </a:r>
                      <a:endParaRPr kumimoji="1" lang="ja-JP" altLang="en-US" sz="1050"/>
                    </a:p>
                  </a:txBody>
                  <a:tcPr marL="36000" marR="36000" marT="36000" marB="36000" anchor="ctr"/>
                </a:tc>
                <a:tc>
                  <a:txBody>
                    <a:bodyPr/>
                    <a:lstStyle/>
                    <a:p>
                      <a:pPr algn="ctr"/>
                      <a:r>
                        <a:rPr kumimoji="1" lang="en-US" altLang="ja-JP" sz="1050"/>
                        <a:t>Option</a:t>
                      </a:r>
                      <a:r>
                        <a:rPr kumimoji="1" lang="ja-JP" altLang="en-US" sz="1050"/>
                        <a:t>画面</a:t>
                      </a:r>
                    </a:p>
                  </a:txBody>
                  <a:tcPr marL="36000" marR="36000" marT="36000" marB="36000" anchor="ctr"/>
                </a:tc>
                <a:tc>
                  <a:txBody>
                    <a:bodyPr/>
                    <a:lstStyle/>
                    <a:p>
                      <a:pPr algn="l"/>
                      <a:r>
                        <a:rPr kumimoji="1" lang="ja-JP" altLang="en-US" sz="1050"/>
                        <a:t>拡張出力、</a:t>
                      </a:r>
                      <a:r>
                        <a:rPr kumimoji="1" lang="en-US" altLang="ja-JP" sz="1050"/>
                        <a:t>AUX1,AUX2</a:t>
                      </a:r>
                      <a:r>
                        <a:rPr kumimoji="1" lang="ja-JP" altLang="en-US" sz="1050"/>
                        <a:t>自動圧抜き機能を追加</a:t>
                      </a:r>
                    </a:p>
                  </a:txBody>
                  <a:tcPr marL="36000" marR="36000" marT="36000" marB="36000"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50"/>
                        <a:t>氏家</a:t>
                      </a:r>
                    </a:p>
                  </a:txBody>
                  <a:tcPr marL="36000" marR="36000" marT="36000" marB="36000" anchor="ctr" anchorCtr="1"/>
                </a:tc>
                <a:extLst>
                  <a:ext uri="{0D108BD9-81ED-4DB2-BD59-A6C34878D82A}">
                    <a16:rowId xmlns:a16="http://schemas.microsoft.com/office/drawing/2014/main" val="2229583772"/>
                  </a:ext>
                </a:extLst>
              </a:tr>
              <a:tr h="309501">
                <a:tc>
                  <a:txBody>
                    <a:bodyPr/>
                    <a:lstStyle/>
                    <a:p>
                      <a:pPr algn="ctr"/>
                      <a:r>
                        <a:rPr kumimoji="1" lang="en-US" altLang="ja-JP" sz="1050"/>
                        <a:t>09</a:t>
                      </a:r>
                      <a:endParaRPr kumimoji="1" lang="ja-JP" altLang="en-US" sz="1050"/>
                    </a:p>
                  </a:txBody>
                  <a:tcPr marL="36000" marR="36000" marT="36000" marB="36000" anchor="ctr"/>
                </a:tc>
                <a:tc>
                  <a:txBody>
                    <a:bodyPr/>
                    <a:lstStyle/>
                    <a:p>
                      <a:pPr algn="ctr"/>
                      <a:r>
                        <a:rPr kumimoji="1" lang="en-US" altLang="ja-JP" sz="1050"/>
                        <a:t>Home</a:t>
                      </a:r>
                      <a:r>
                        <a:rPr kumimoji="1" lang="ja-JP" altLang="en-US" sz="1050"/>
                        <a:t>画面</a:t>
                      </a:r>
                    </a:p>
                  </a:txBody>
                  <a:tcPr marL="36000" marR="36000" marT="36000" marB="36000" anchor="ctr"/>
                </a:tc>
                <a:tc>
                  <a:txBody>
                    <a:bodyPr/>
                    <a:lstStyle/>
                    <a:p>
                      <a:pPr algn="l"/>
                      <a:r>
                        <a:rPr kumimoji="1" lang="en-US" altLang="ja-JP" sz="1050"/>
                        <a:t>Input</a:t>
                      </a:r>
                      <a:r>
                        <a:rPr kumimoji="1" lang="ja-JP" altLang="en-US" sz="1050"/>
                        <a:t>（</a:t>
                      </a:r>
                      <a:r>
                        <a:rPr kumimoji="1" lang="en-US" altLang="ja-JP" sz="1050"/>
                        <a:t>Grip)</a:t>
                      </a:r>
                      <a:r>
                        <a:rPr kumimoji="1" lang="ja-JP" altLang="en-US" sz="1050"/>
                        <a:t>、ジョイスティックステアリング画面追加</a:t>
                      </a:r>
                    </a:p>
                  </a:txBody>
                  <a:tcPr marL="36000" marR="36000" marT="36000" marB="36000"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50"/>
                        <a:t>渡辺（孝）</a:t>
                      </a:r>
                      <a:endParaRPr kumimoji="1" lang="en-US" altLang="ja-JP" sz="1050"/>
                    </a:p>
                  </a:txBody>
                  <a:tcPr marL="36000" marR="36000" marT="36000" marB="36000" anchor="ctr" anchorCtr="1"/>
                </a:tc>
                <a:extLst>
                  <a:ext uri="{0D108BD9-81ED-4DB2-BD59-A6C34878D82A}">
                    <a16:rowId xmlns:a16="http://schemas.microsoft.com/office/drawing/2014/main" val="953827533"/>
                  </a:ext>
                </a:extLst>
              </a:tr>
              <a:tr h="309501">
                <a:tc>
                  <a:txBody>
                    <a:bodyPr/>
                    <a:lstStyle/>
                    <a:p>
                      <a:pPr algn="ctr"/>
                      <a:r>
                        <a:rPr kumimoji="1" lang="en-US" altLang="ja-JP" sz="1050"/>
                        <a:t>09</a:t>
                      </a:r>
                      <a:endParaRPr kumimoji="1" lang="ja-JP" altLang="en-US" sz="1050"/>
                    </a:p>
                  </a:txBody>
                  <a:tcPr marL="36000" marR="36000" marT="36000" marB="36000" anchor="ctr"/>
                </a:tc>
                <a:tc>
                  <a:txBody>
                    <a:bodyPr/>
                    <a:lstStyle/>
                    <a:p>
                      <a:pPr algn="ctr"/>
                      <a:r>
                        <a:rPr kumimoji="1" lang="en-US" altLang="ja-JP" sz="1050"/>
                        <a:t>Input(Grip)</a:t>
                      </a:r>
                      <a:r>
                        <a:rPr kumimoji="1" lang="ja-JP" altLang="en-US" sz="1050"/>
                        <a:t>画面</a:t>
                      </a:r>
                    </a:p>
                  </a:txBody>
                  <a:tcPr marL="36000" marR="36000" marT="36000" marB="36000" anchor="ctr"/>
                </a:tc>
                <a:tc>
                  <a:txBody>
                    <a:bodyPr/>
                    <a:lstStyle/>
                    <a:p>
                      <a:pPr algn="l"/>
                      <a:r>
                        <a:rPr kumimoji="1" lang="ja-JP" altLang="en-US" sz="1050"/>
                        <a:t>新規追加</a:t>
                      </a:r>
                    </a:p>
                  </a:txBody>
                  <a:tcPr marL="36000" marR="36000" marT="36000" marB="36000"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50"/>
                        <a:t>渡辺（孝）</a:t>
                      </a:r>
                      <a:endParaRPr kumimoji="1" lang="en-US" altLang="ja-JP" sz="1050"/>
                    </a:p>
                  </a:txBody>
                  <a:tcPr marL="36000" marR="36000" marT="36000" marB="36000" anchor="ctr" anchorCtr="1"/>
                </a:tc>
                <a:extLst>
                  <a:ext uri="{0D108BD9-81ED-4DB2-BD59-A6C34878D82A}">
                    <a16:rowId xmlns:a16="http://schemas.microsoft.com/office/drawing/2014/main" val="983833541"/>
                  </a:ext>
                </a:extLst>
              </a:tr>
              <a:tr h="309501">
                <a:tc>
                  <a:txBody>
                    <a:bodyPr/>
                    <a:lstStyle/>
                    <a:p>
                      <a:pPr algn="ctr"/>
                      <a:r>
                        <a:rPr kumimoji="1" lang="en-US" altLang="ja-JP" sz="1050"/>
                        <a:t>09</a:t>
                      </a:r>
                      <a:endParaRPr kumimoji="1" lang="ja-JP" altLang="en-US" sz="1050"/>
                    </a:p>
                  </a:txBody>
                  <a:tcPr marL="36000" marR="36000" marT="36000" marB="36000" anchor="ctr"/>
                </a:tc>
                <a:tc>
                  <a:txBody>
                    <a:bodyPr/>
                    <a:lstStyle/>
                    <a:p>
                      <a:pPr algn="ctr"/>
                      <a:r>
                        <a:rPr kumimoji="1" lang="en-US" altLang="ja-JP" sz="1050"/>
                        <a:t>Operating</a:t>
                      </a:r>
                      <a:r>
                        <a:rPr kumimoji="1" lang="ja-JP" altLang="en-US" sz="1050"/>
                        <a:t> </a:t>
                      </a:r>
                      <a:r>
                        <a:rPr kumimoji="1" lang="en-US" altLang="ja-JP" sz="1050"/>
                        <a:t>lever</a:t>
                      </a:r>
                      <a:r>
                        <a:rPr kumimoji="1" lang="ja-JP" altLang="en-US" sz="1050"/>
                        <a:t> </a:t>
                      </a:r>
                      <a:r>
                        <a:rPr kumimoji="1" lang="en-US" altLang="ja-JP" sz="1050"/>
                        <a:t>switch(Multi-</a:t>
                      </a:r>
                      <a:r>
                        <a:rPr kumimoji="1" lang="en-US" altLang="ja-JP" sz="1050" err="1"/>
                        <a:t>Func</a:t>
                      </a:r>
                      <a:r>
                        <a:rPr kumimoji="1" lang="en-US" altLang="ja-JP" sz="1050"/>
                        <a:t>.</a:t>
                      </a:r>
                      <a:r>
                        <a:rPr kumimoji="1" lang="ja-JP" altLang="en-US" sz="1050"/>
                        <a:t> </a:t>
                      </a:r>
                      <a:r>
                        <a:rPr kumimoji="1" lang="en-US" altLang="ja-JP" sz="1050"/>
                        <a:t>Grip)</a:t>
                      </a:r>
                      <a:r>
                        <a:rPr kumimoji="1" lang="ja-JP" altLang="en-US" sz="1050"/>
                        <a:t>画面</a:t>
                      </a:r>
                      <a:endParaRPr kumimoji="1" lang="en-US" altLang="ja-JP" sz="1050"/>
                    </a:p>
                    <a:p>
                      <a:pPr algn="ctr"/>
                      <a:r>
                        <a:rPr kumimoji="1" lang="en-US" altLang="ja-JP" sz="1050"/>
                        <a:t>Operating</a:t>
                      </a:r>
                      <a:r>
                        <a:rPr kumimoji="1" lang="ja-JP" altLang="en-US" sz="1050"/>
                        <a:t> </a:t>
                      </a:r>
                      <a:r>
                        <a:rPr kumimoji="1" lang="en-US" altLang="ja-JP" sz="1050"/>
                        <a:t>lever</a:t>
                      </a:r>
                      <a:r>
                        <a:rPr kumimoji="1" lang="ja-JP" altLang="en-US" sz="1050"/>
                        <a:t> </a:t>
                      </a:r>
                      <a:r>
                        <a:rPr kumimoji="1" lang="en-US" altLang="ja-JP" sz="1050"/>
                        <a:t>switch(Tilt Rotator Grip)</a:t>
                      </a:r>
                      <a:r>
                        <a:rPr kumimoji="1" lang="ja-JP" altLang="en-US" sz="1050"/>
                        <a:t>画面</a:t>
                      </a:r>
                      <a:endParaRPr kumimoji="1" lang="en-US" altLang="ja-JP" sz="1050"/>
                    </a:p>
                  </a:txBody>
                  <a:tcPr marL="36000" marR="36000" marT="36000" marB="36000" anchor="ctr"/>
                </a:tc>
                <a:tc>
                  <a:txBody>
                    <a:bodyPr/>
                    <a:lstStyle/>
                    <a:p>
                      <a:pPr algn="l"/>
                      <a:r>
                        <a:rPr kumimoji="1" lang="ja-JP" altLang="en-US" sz="1050"/>
                        <a:t>ブームサスペンション、ジョイスティックステアリングの選択肢を追加</a:t>
                      </a:r>
                    </a:p>
                  </a:txBody>
                  <a:tcPr marL="36000" marR="36000" marT="36000" marB="36000"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50"/>
                        <a:t>渡辺（孝）</a:t>
                      </a:r>
                      <a:endParaRPr kumimoji="1" lang="en-US" altLang="ja-JP" sz="1050"/>
                    </a:p>
                  </a:txBody>
                  <a:tcPr marL="36000" marR="36000" marT="36000" marB="36000" anchor="ctr" anchorCtr="1"/>
                </a:tc>
                <a:extLst>
                  <a:ext uri="{0D108BD9-81ED-4DB2-BD59-A6C34878D82A}">
                    <a16:rowId xmlns:a16="http://schemas.microsoft.com/office/drawing/2014/main" val="2955123116"/>
                  </a:ext>
                </a:extLst>
              </a:tr>
              <a:tr h="309501">
                <a:tc>
                  <a:txBody>
                    <a:bodyPr/>
                    <a:lstStyle/>
                    <a:p>
                      <a:pPr algn="ctr"/>
                      <a:r>
                        <a:rPr kumimoji="1" lang="en-US" altLang="ja-JP" sz="1050"/>
                        <a:t>09</a:t>
                      </a:r>
                      <a:endParaRPr kumimoji="1" lang="ja-JP" altLang="en-US" sz="1050"/>
                    </a:p>
                  </a:txBody>
                  <a:tcPr marL="36000" marR="36000" marT="36000" marB="36000" anchor="ctr"/>
                </a:tc>
                <a:tc>
                  <a:txBody>
                    <a:bodyPr/>
                    <a:lstStyle/>
                    <a:p>
                      <a:pPr algn="ctr"/>
                      <a:r>
                        <a:rPr kumimoji="1" lang="en-US" altLang="ja-JP" sz="1050"/>
                        <a:t>Option</a:t>
                      </a:r>
                      <a:r>
                        <a:rPr kumimoji="1" lang="ja-JP" altLang="en-US" sz="1050"/>
                        <a:t> </a:t>
                      </a:r>
                      <a:r>
                        <a:rPr kumimoji="1" lang="en-US" altLang="ja-JP" sz="1050"/>
                        <a:t>setting</a:t>
                      </a:r>
                      <a:r>
                        <a:rPr kumimoji="1" lang="ja-JP" altLang="en-US" sz="1050"/>
                        <a:t> 画面</a:t>
                      </a:r>
                    </a:p>
                  </a:txBody>
                  <a:tcPr marL="36000" marR="36000" marT="36000" marB="36000" anchor="ctr"/>
                </a:tc>
                <a:tc>
                  <a:txBody>
                    <a:bodyPr/>
                    <a:lstStyle/>
                    <a:p>
                      <a:pPr algn="l"/>
                      <a:r>
                        <a:rPr kumimoji="1" lang="ja-JP" altLang="en-US" sz="1050"/>
                        <a:t>ブームサスペンション、ジョイスティックステアリングを追加</a:t>
                      </a:r>
                    </a:p>
                  </a:txBody>
                  <a:tcPr marL="36000" marR="36000" marT="36000" marB="36000"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50"/>
                        <a:t>渡辺（孝）</a:t>
                      </a:r>
                      <a:endParaRPr kumimoji="1" lang="en-US" altLang="ja-JP" sz="1050"/>
                    </a:p>
                  </a:txBody>
                  <a:tcPr marL="36000" marR="36000" marT="36000" marB="36000" anchor="ctr" anchorCtr="1"/>
                </a:tc>
                <a:extLst>
                  <a:ext uri="{0D108BD9-81ED-4DB2-BD59-A6C34878D82A}">
                    <a16:rowId xmlns:a16="http://schemas.microsoft.com/office/drawing/2014/main" val="3043702392"/>
                  </a:ext>
                </a:extLst>
              </a:tr>
              <a:tr h="422769">
                <a:tc>
                  <a:txBody>
                    <a:bodyPr/>
                    <a:lstStyle/>
                    <a:p>
                      <a:pPr algn="ctr"/>
                      <a:r>
                        <a:rPr kumimoji="1" lang="en-US" altLang="ja-JP" sz="1050"/>
                        <a:t>09</a:t>
                      </a:r>
                      <a:endParaRPr kumimoji="1" lang="ja-JP" altLang="en-US" sz="1050"/>
                    </a:p>
                  </a:txBody>
                  <a:tcPr marL="36000" marR="36000" marT="36000" marB="36000" anchor="ctr"/>
                </a:tc>
                <a:tc>
                  <a:txBody>
                    <a:bodyPr/>
                    <a:lstStyle/>
                    <a:p>
                      <a:pPr algn="ctr"/>
                      <a:r>
                        <a:rPr kumimoji="1" lang="en-US" altLang="ja-JP" sz="1050"/>
                        <a:t>Joystick</a:t>
                      </a:r>
                      <a:r>
                        <a:rPr kumimoji="1" lang="ja-JP" altLang="en-US" sz="1050"/>
                        <a:t> </a:t>
                      </a:r>
                      <a:r>
                        <a:rPr kumimoji="1" lang="en-US" altLang="ja-JP" sz="1050"/>
                        <a:t>steering</a:t>
                      </a:r>
                      <a:r>
                        <a:rPr kumimoji="1" lang="ja-JP" altLang="en-US" sz="1050"/>
                        <a:t>画面</a:t>
                      </a:r>
                      <a:endParaRPr kumimoji="1" lang="en-US" altLang="ja-JP" sz="1050"/>
                    </a:p>
                    <a:p>
                      <a:pPr algn="ctr"/>
                      <a:r>
                        <a:rPr kumimoji="1" lang="en-US" altLang="ja-JP" sz="1050"/>
                        <a:t>Joystick</a:t>
                      </a:r>
                      <a:r>
                        <a:rPr kumimoji="1" lang="ja-JP" altLang="en-US" sz="1050"/>
                        <a:t> </a:t>
                      </a:r>
                      <a:r>
                        <a:rPr kumimoji="1" lang="en-US" altLang="ja-JP" sz="1050"/>
                        <a:t>steering-steering</a:t>
                      </a:r>
                      <a:r>
                        <a:rPr kumimoji="1" lang="ja-JP" altLang="en-US" sz="1050"/>
                        <a:t> </a:t>
                      </a:r>
                      <a:r>
                        <a:rPr kumimoji="1" lang="en-US" altLang="ja-JP" sz="1050"/>
                        <a:t>speed</a:t>
                      </a:r>
                      <a:r>
                        <a:rPr kumimoji="1" lang="ja-JP" altLang="en-US" sz="1050"/>
                        <a:t>画面</a:t>
                      </a:r>
                    </a:p>
                  </a:txBody>
                  <a:tcPr marL="36000" marR="36000" marT="36000" marB="36000" anchor="ctr"/>
                </a:tc>
                <a:tc>
                  <a:txBody>
                    <a:bodyPr/>
                    <a:lstStyle/>
                    <a:p>
                      <a:pPr algn="l"/>
                      <a:r>
                        <a:rPr kumimoji="1" lang="ja-JP" altLang="en-US" sz="1050"/>
                        <a:t>新規追加</a:t>
                      </a:r>
                    </a:p>
                  </a:txBody>
                  <a:tcPr marL="36000" marR="36000" marT="36000" marB="36000"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50"/>
                        <a:t>渡辺（孝）</a:t>
                      </a:r>
                      <a:endParaRPr kumimoji="1" lang="en-US" altLang="ja-JP" sz="1050"/>
                    </a:p>
                  </a:txBody>
                  <a:tcPr marL="36000" marR="36000" marT="36000" marB="36000" anchor="ctr" anchorCtr="1"/>
                </a:tc>
                <a:extLst>
                  <a:ext uri="{0D108BD9-81ED-4DB2-BD59-A6C34878D82A}">
                    <a16:rowId xmlns:a16="http://schemas.microsoft.com/office/drawing/2014/main" val="200365874"/>
                  </a:ext>
                </a:extLst>
              </a:tr>
              <a:tr h="309501">
                <a:tc>
                  <a:txBody>
                    <a:bodyPr/>
                    <a:lstStyle/>
                    <a:p>
                      <a:pPr algn="ctr"/>
                      <a:r>
                        <a:rPr kumimoji="1" lang="en-US" altLang="ja-JP" sz="1050">
                          <a:solidFill>
                            <a:schemeClr val="tx1"/>
                          </a:solidFill>
                        </a:rPr>
                        <a:t>10</a:t>
                      </a:r>
                      <a:endParaRPr kumimoji="1" lang="ja-JP" altLang="en-US" sz="1050">
                        <a:solidFill>
                          <a:schemeClr val="tx1"/>
                        </a:solidFill>
                      </a:endParaRPr>
                    </a:p>
                  </a:txBody>
                  <a:tcPr marL="36000" marR="36000" marT="36000" marB="36000"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lang="en-US" altLang="ja-JP" sz="1050">
                          <a:solidFill>
                            <a:schemeClr val="tx1"/>
                          </a:solidFill>
                          <a:latin typeface="Meiryo UI" panose="020B0604030504040204" pitchFamily="50" charset="-128"/>
                          <a:ea typeface="Meiryo UI" panose="020B0604030504040204" pitchFamily="50" charset="-128"/>
                          <a:cs typeface="Meiryo UI" panose="020B0604030504040204" pitchFamily="50" charset="-128"/>
                        </a:rPr>
                        <a:t>Inputs(Main)2</a:t>
                      </a:r>
                      <a:r>
                        <a:rPr lang="ja-JP" altLang="en-US" sz="1050">
                          <a:solidFill>
                            <a:schemeClr val="tx1"/>
                          </a:solidFill>
                          <a:latin typeface="Meiryo UI" panose="020B0604030504040204" pitchFamily="50" charset="-128"/>
                          <a:ea typeface="Meiryo UI" panose="020B0604030504040204" pitchFamily="50" charset="-128"/>
                          <a:cs typeface="Meiryo UI" panose="020B0604030504040204" pitchFamily="50" charset="-128"/>
                        </a:rPr>
                        <a:t>画面</a:t>
                      </a:r>
                      <a:br>
                        <a:rPr lang="en-US" altLang="ja-JP" sz="1050">
                          <a:solidFill>
                            <a:schemeClr val="tx1"/>
                          </a:solidFill>
                          <a:latin typeface="Meiryo UI" panose="020B0604030504040204" pitchFamily="50" charset="-128"/>
                          <a:ea typeface="Meiryo UI" panose="020B0604030504040204" pitchFamily="50" charset="-128"/>
                          <a:cs typeface="Meiryo UI" panose="020B0604030504040204" pitchFamily="50" charset="-128"/>
                        </a:rPr>
                      </a:br>
                      <a:r>
                        <a:rPr lang="en-US" altLang="ja-JP" sz="1050">
                          <a:solidFill>
                            <a:schemeClr val="tx1"/>
                          </a:solidFill>
                          <a:latin typeface="Meiryo UI" panose="020B0604030504040204" pitchFamily="50" charset="-128"/>
                          <a:ea typeface="Meiryo UI" panose="020B0604030504040204" pitchFamily="50" charset="-128"/>
                          <a:cs typeface="Meiryo UI" panose="020B0604030504040204" pitchFamily="50" charset="-128"/>
                        </a:rPr>
                        <a:t>Outputs (Main)</a:t>
                      </a:r>
                      <a:r>
                        <a:rPr lang="ja-JP" altLang="en-US" sz="1050">
                          <a:solidFill>
                            <a:schemeClr val="tx1"/>
                          </a:solidFill>
                          <a:latin typeface="Meiryo UI" panose="020B0604030504040204" pitchFamily="50" charset="-128"/>
                          <a:ea typeface="Meiryo UI" panose="020B0604030504040204" pitchFamily="50" charset="-128"/>
                          <a:cs typeface="Meiryo UI" panose="020B0604030504040204" pitchFamily="50" charset="-128"/>
                        </a:rPr>
                        <a:t>画面</a:t>
                      </a:r>
                    </a:p>
                    <a:p>
                      <a:pPr marL="0" marR="0" lvl="0" indent="0" algn="ctr" defTabSz="1280160" rtl="0" eaLnBrk="1" fontAlgn="auto" latinLnBrk="0" hangingPunct="1">
                        <a:lnSpc>
                          <a:spcPct val="100000"/>
                        </a:lnSpc>
                        <a:spcBef>
                          <a:spcPts val="0"/>
                        </a:spcBef>
                        <a:spcAft>
                          <a:spcPts val="0"/>
                        </a:spcAft>
                        <a:buClrTx/>
                        <a:buSzTx/>
                        <a:buFontTx/>
                        <a:buNone/>
                        <a:tabLst/>
                        <a:defRPr/>
                      </a:pPr>
                      <a:r>
                        <a:rPr lang="en-US" altLang="ja-JP" sz="1050" err="1">
                          <a:solidFill>
                            <a:schemeClr val="tx1"/>
                          </a:solidFill>
                          <a:latin typeface="Meiryo UI" panose="020B0604030504040204" pitchFamily="50" charset="-128"/>
                          <a:ea typeface="Meiryo UI" panose="020B0604030504040204" pitchFamily="50" charset="-128"/>
                          <a:cs typeface="Meiryo UI" panose="020B0604030504040204" pitchFamily="50" charset="-128"/>
                        </a:rPr>
                        <a:t>Feadback</a:t>
                      </a:r>
                      <a:r>
                        <a:rPr lang="ja-JP" altLang="en-US" sz="1050">
                          <a:solidFill>
                            <a:schemeClr val="tx1"/>
                          </a:solidFill>
                          <a:latin typeface="Meiryo UI" panose="020B0604030504040204" pitchFamily="50" charset="-128"/>
                          <a:ea typeface="Meiryo UI" panose="020B0604030504040204" pitchFamily="50" charset="-128"/>
                          <a:cs typeface="Meiryo UI" panose="020B0604030504040204" pitchFamily="50" charset="-128"/>
                        </a:rPr>
                        <a:t>画面</a:t>
                      </a:r>
                    </a:p>
                  </a:txBody>
                  <a:tcPr marL="36000" marR="36000" marT="36000" marB="36000" anchor="ctr"/>
                </a:tc>
                <a:tc>
                  <a:txBody>
                    <a:bodyPr/>
                    <a:lstStyle/>
                    <a:p>
                      <a:pPr algn="l"/>
                      <a:r>
                        <a:rPr kumimoji="1" lang="ja-JP" altLang="en-US" sz="1050" dirty="0">
                          <a:solidFill>
                            <a:schemeClr val="tx1"/>
                          </a:solidFill>
                        </a:rPr>
                        <a:t>ディギングブレーキスイッチ、ディギングブレーキソレノイド追加</a:t>
                      </a:r>
                    </a:p>
                  </a:txBody>
                  <a:tcPr marL="36000" marR="36000" marT="36000" marB="36000"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50">
                          <a:solidFill>
                            <a:schemeClr val="tx1"/>
                          </a:solidFill>
                        </a:rPr>
                        <a:t>渡辺（孝）</a:t>
                      </a:r>
                      <a:endParaRPr kumimoji="1" lang="en-US" altLang="ja-JP" sz="1050">
                        <a:solidFill>
                          <a:schemeClr val="tx1"/>
                        </a:solidFill>
                      </a:endParaRPr>
                    </a:p>
                  </a:txBody>
                  <a:tcPr marL="36000" marR="36000" marT="36000" marB="36000" anchor="ctr" anchorCtr="1"/>
                </a:tc>
                <a:extLst>
                  <a:ext uri="{0D108BD9-81ED-4DB2-BD59-A6C34878D82A}">
                    <a16:rowId xmlns:a16="http://schemas.microsoft.com/office/drawing/2014/main" val="1768354087"/>
                  </a:ext>
                </a:extLst>
              </a:tr>
              <a:tr h="309501">
                <a:tc>
                  <a:txBody>
                    <a:bodyPr/>
                    <a:lstStyle/>
                    <a:p>
                      <a:pPr algn="ctr"/>
                      <a:r>
                        <a:rPr kumimoji="1" lang="en-US" altLang="ja-JP" sz="1050">
                          <a:solidFill>
                            <a:schemeClr val="tx1"/>
                          </a:solidFill>
                        </a:rPr>
                        <a:t>11</a:t>
                      </a:r>
                      <a:endParaRPr kumimoji="1" lang="ja-JP" altLang="en-US" sz="1050">
                        <a:solidFill>
                          <a:schemeClr val="tx1"/>
                        </a:solidFill>
                      </a:endParaRPr>
                    </a:p>
                  </a:txBody>
                  <a:tcPr marL="36000" marR="36000" marT="36000" marB="36000"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lang="en-US" altLang="ja-JP" sz="1050">
                          <a:solidFill>
                            <a:schemeClr val="tx1"/>
                          </a:solidFill>
                          <a:latin typeface="Meiryo UI" panose="020B0604030504040204" pitchFamily="50" charset="-128"/>
                          <a:ea typeface="Meiryo UI" panose="020B0604030504040204" pitchFamily="50" charset="-128"/>
                          <a:cs typeface="Meiryo UI" panose="020B0604030504040204" pitchFamily="50" charset="-128"/>
                        </a:rPr>
                        <a:t>Outputs(</a:t>
                      </a:r>
                      <a:r>
                        <a:rPr lang="en-US" altLang="ja-JP" sz="1050" err="1">
                          <a:solidFill>
                            <a:schemeClr val="tx1"/>
                          </a:solidFill>
                          <a:latin typeface="Meiryo UI" panose="020B0604030504040204" pitchFamily="50" charset="-128"/>
                          <a:ea typeface="Meiryo UI" panose="020B0604030504040204" pitchFamily="50" charset="-128"/>
                          <a:cs typeface="Meiryo UI" panose="020B0604030504040204" pitchFamily="50" charset="-128"/>
                        </a:rPr>
                        <a:t>Sub,Uc</a:t>
                      </a:r>
                      <a:r>
                        <a:rPr lang="en-US" altLang="ja-JP" sz="105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050">
                          <a:solidFill>
                            <a:schemeClr val="tx1"/>
                          </a:solidFill>
                          <a:latin typeface="Meiryo UI" panose="020B0604030504040204" pitchFamily="50" charset="-128"/>
                          <a:ea typeface="Meiryo UI" panose="020B0604030504040204" pitchFamily="50" charset="-128"/>
                          <a:cs typeface="Meiryo UI" panose="020B0604030504040204" pitchFamily="50" charset="-128"/>
                        </a:rPr>
                        <a:t>画面</a:t>
                      </a:r>
                    </a:p>
                  </a:txBody>
                  <a:tcPr marL="36000" marR="36000" marT="36000" marB="36000" anchor="ctr"/>
                </a:tc>
                <a:tc>
                  <a:txBody>
                    <a:bodyPr/>
                    <a:lstStyle/>
                    <a:p>
                      <a:pPr algn="l"/>
                      <a:r>
                        <a:rPr kumimoji="1" lang="ja-JP" altLang="en-US" sz="1050" dirty="0">
                          <a:solidFill>
                            <a:schemeClr val="tx1"/>
                          </a:solidFill>
                        </a:rPr>
                        <a:t>緊急ステアリングソレノイド出力ピン追加</a:t>
                      </a:r>
                    </a:p>
                  </a:txBody>
                  <a:tcPr marL="36000" marR="36000" marT="36000" marB="36000"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50">
                          <a:solidFill>
                            <a:schemeClr val="tx1"/>
                          </a:solidFill>
                        </a:rPr>
                        <a:t>星野</a:t>
                      </a:r>
                    </a:p>
                  </a:txBody>
                  <a:tcPr marL="36000" marR="36000" marT="36000" marB="36000" anchor="ctr" anchorCtr="1"/>
                </a:tc>
                <a:extLst>
                  <a:ext uri="{0D108BD9-81ED-4DB2-BD59-A6C34878D82A}">
                    <a16:rowId xmlns:a16="http://schemas.microsoft.com/office/drawing/2014/main" val="1642368662"/>
                  </a:ext>
                </a:extLst>
              </a:tr>
              <a:tr h="309501">
                <a:tc>
                  <a:txBody>
                    <a:bodyPr/>
                    <a:lstStyle/>
                    <a:p>
                      <a:pPr algn="ctr"/>
                      <a:r>
                        <a:rPr kumimoji="1" lang="en-US" altLang="ja-JP" sz="1050">
                          <a:solidFill>
                            <a:schemeClr val="tx1"/>
                          </a:solidFill>
                        </a:rPr>
                        <a:t>11</a:t>
                      </a:r>
                      <a:endParaRPr kumimoji="1" lang="ja-JP" altLang="en-US" sz="1050">
                        <a:solidFill>
                          <a:schemeClr val="tx1"/>
                        </a:solidFill>
                      </a:endParaRPr>
                    </a:p>
                  </a:txBody>
                  <a:tcPr marL="36000" marR="36000" marT="36000" marB="36000"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lang="en-US" altLang="ja-JP" sz="1050" err="1">
                          <a:solidFill>
                            <a:schemeClr val="tx1"/>
                          </a:solidFill>
                          <a:latin typeface="Meiryo UI" panose="020B0604030504040204" pitchFamily="50" charset="-128"/>
                          <a:ea typeface="Meiryo UI" panose="020B0604030504040204" pitchFamily="50" charset="-128"/>
                          <a:cs typeface="Meiryo UI" panose="020B0604030504040204" pitchFamily="50" charset="-128"/>
                        </a:rPr>
                        <a:t>Msic</a:t>
                      </a:r>
                      <a:r>
                        <a:rPr lang="ja-JP" altLang="en-US" sz="1050">
                          <a:solidFill>
                            <a:schemeClr val="tx1"/>
                          </a:solidFill>
                          <a:latin typeface="Meiryo UI" panose="020B0604030504040204" pitchFamily="50" charset="-128"/>
                          <a:ea typeface="Meiryo UI" panose="020B0604030504040204" pitchFamily="50" charset="-128"/>
                          <a:cs typeface="Meiryo UI" panose="020B0604030504040204" pitchFamily="50" charset="-128"/>
                        </a:rPr>
                        <a:t>画面</a:t>
                      </a:r>
                      <a:endParaRPr lang="en-US" altLang="ja-JP" sz="105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tc>
                <a:tc>
                  <a:txBody>
                    <a:bodyPr/>
                    <a:lstStyle/>
                    <a:p>
                      <a:pPr algn="l"/>
                      <a:r>
                        <a:rPr kumimoji="1" lang="ja-JP" altLang="en-US" sz="1050">
                          <a:solidFill>
                            <a:schemeClr val="tx1"/>
                          </a:solidFill>
                        </a:rPr>
                        <a:t>起動時スイング・アジャスト切替機能追加</a:t>
                      </a:r>
                    </a:p>
                  </a:txBody>
                  <a:tcPr marL="36000" marR="36000" marT="36000" marB="36000"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50">
                          <a:solidFill>
                            <a:schemeClr val="tx1"/>
                          </a:solidFill>
                        </a:rPr>
                        <a:t>星野</a:t>
                      </a:r>
                    </a:p>
                  </a:txBody>
                  <a:tcPr marL="36000" marR="36000" marT="36000" marB="36000" anchor="ctr" anchorCtr="1"/>
                </a:tc>
                <a:extLst>
                  <a:ext uri="{0D108BD9-81ED-4DB2-BD59-A6C34878D82A}">
                    <a16:rowId xmlns:a16="http://schemas.microsoft.com/office/drawing/2014/main" val="1032796061"/>
                  </a:ext>
                </a:extLst>
              </a:tr>
              <a:tr h="309501">
                <a:tc>
                  <a:txBody>
                    <a:bodyPr/>
                    <a:lstStyle/>
                    <a:p>
                      <a:pPr algn="ctr"/>
                      <a:r>
                        <a:rPr kumimoji="1" lang="en-US" altLang="ja-JP" sz="1050" dirty="0">
                          <a:solidFill>
                            <a:schemeClr val="tx1"/>
                          </a:solidFill>
                        </a:rPr>
                        <a:t>12</a:t>
                      </a:r>
                    </a:p>
                  </a:txBody>
                  <a:tcPr marL="36000" marR="36000" marT="36000" marB="36000"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lang="en-US" altLang="ja-JP" sz="105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Home</a:t>
                      </a:r>
                      <a:r>
                        <a:rPr lang="ja-JP" altLang="en-US" sz="105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画面</a:t>
                      </a:r>
                      <a:r>
                        <a:rPr lang="en-US" altLang="ja-JP" sz="105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05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ライセンス付版</a:t>
                      </a:r>
                      <a:r>
                        <a:rPr lang="en-US" altLang="ja-JP" sz="105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pPr marL="0" marR="0" lvl="0" indent="0" algn="ctr" defTabSz="128016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rPr>
                        <a:t>TFM command</a:t>
                      </a:r>
                      <a:endParaRPr lang="ja-JP" altLang="en-US" sz="105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tc>
                <a:tc>
                  <a:txBody>
                    <a:bodyPr/>
                    <a:lstStyle/>
                    <a:p>
                      <a:pPr algn="l"/>
                      <a:r>
                        <a:rPr kumimoji="1" lang="en-US" altLang="ja-JP" sz="1050" dirty="0">
                          <a:solidFill>
                            <a:schemeClr val="tx1"/>
                          </a:solidFill>
                        </a:rPr>
                        <a:t>TFM command</a:t>
                      </a:r>
                      <a:r>
                        <a:rPr kumimoji="1" lang="ja-JP" altLang="en-US" sz="1050" dirty="0">
                          <a:solidFill>
                            <a:schemeClr val="tx1"/>
                          </a:solidFill>
                        </a:rPr>
                        <a:t>ページ追加</a:t>
                      </a:r>
                    </a:p>
                  </a:txBody>
                  <a:tcPr marL="36000" marR="36000" marT="36000" marB="36000"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50" dirty="0">
                          <a:solidFill>
                            <a:schemeClr val="tx1"/>
                          </a:solidFill>
                        </a:rPr>
                        <a:t>星野</a:t>
                      </a:r>
                    </a:p>
                  </a:txBody>
                  <a:tcPr marL="36000" marR="36000" marT="36000" marB="36000" anchor="ctr" anchorCtr="1"/>
                </a:tc>
                <a:extLst>
                  <a:ext uri="{0D108BD9-81ED-4DB2-BD59-A6C34878D82A}">
                    <a16:rowId xmlns:a16="http://schemas.microsoft.com/office/drawing/2014/main" val="3162541343"/>
                  </a:ext>
                </a:extLst>
              </a:tr>
            </a:tbl>
          </a:graphicData>
        </a:graphic>
      </p:graphicFrame>
      <p:sp>
        <p:nvSpPr>
          <p:cNvPr id="5" name="テキスト ボックス 4">
            <a:extLst>
              <a:ext uri="{FF2B5EF4-FFF2-40B4-BE49-F238E27FC236}">
                <a16:creationId xmlns:a16="http://schemas.microsoft.com/office/drawing/2014/main" id="{647ED4A9-8D95-FE90-8E81-B0DFBB36D146}"/>
              </a:ext>
            </a:extLst>
          </p:cNvPr>
          <p:cNvSpPr txBox="1"/>
          <p:nvPr/>
        </p:nvSpPr>
        <p:spPr>
          <a:xfrm>
            <a:off x="867981" y="153821"/>
            <a:ext cx="748923" cy="261610"/>
          </a:xfrm>
          <a:prstGeom prst="rect">
            <a:avLst/>
          </a:prstGeom>
          <a:noFill/>
        </p:spPr>
        <p:txBody>
          <a:bodyPr wrap="none" rtlCol="0">
            <a:spAutoFit/>
          </a:bodyPr>
          <a:lstStyle/>
          <a:p>
            <a:pPr marL="0" marR="0" lvl="0" indent="0" algn="l" defTabSz="1075055"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prstClr val="black"/>
                </a:solidFill>
                <a:effectLst/>
                <a:uLnTx/>
                <a:uFillTx/>
                <a:latin typeface="Calibri"/>
                <a:ea typeface="ＭＳ Ｐゴシック" panose="020B0600070205080204" pitchFamily="50" charset="-128"/>
                <a:cs typeface="+mn-cs"/>
              </a:rPr>
              <a:t>変更内容</a:t>
            </a:r>
          </a:p>
        </p:txBody>
      </p:sp>
    </p:spTree>
    <p:extLst>
      <p:ext uri="{BB962C8B-B14F-4D97-AF65-F5344CB8AC3E}">
        <p14:creationId xmlns:p14="http://schemas.microsoft.com/office/powerpoint/2010/main" val="2885326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F678F-9667-48C5-930A-C35803672ABE}"/>
            </a:ext>
          </a:extLst>
        </p:cNvPr>
        <p:cNvGrpSpPr/>
        <p:nvPr/>
      </p:nvGrpSpPr>
      <p:grpSpPr>
        <a:xfrm>
          <a:off x="0" y="0"/>
          <a:ext cx="0" cy="0"/>
          <a:chOff x="0" y="0"/>
          <a:chExt cx="0" cy="0"/>
        </a:xfrm>
      </p:grpSpPr>
      <p:graphicFrame>
        <p:nvGraphicFramePr>
          <p:cNvPr id="4" name="表 4">
            <a:extLst>
              <a:ext uri="{FF2B5EF4-FFF2-40B4-BE49-F238E27FC236}">
                <a16:creationId xmlns:a16="http://schemas.microsoft.com/office/drawing/2014/main" id="{429E9454-E8E4-9DE1-721A-01EE92A36C76}"/>
              </a:ext>
            </a:extLst>
          </p:cNvPr>
          <p:cNvGraphicFramePr>
            <a:graphicFrameLocks noGrp="1"/>
          </p:cNvGraphicFramePr>
          <p:nvPr>
            <p:extLst>
              <p:ext uri="{D42A27DB-BD31-4B8C-83A1-F6EECF244321}">
                <p14:modId xmlns:p14="http://schemas.microsoft.com/office/powerpoint/2010/main" val="1930926516"/>
              </p:ext>
            </p:extLst>
          </p:nvPr>
        </p:nvGraphicFramePr>
        <p:xfrm>
          <a:off x="1023154" y="415431"/>
          <a:ext cx="11051291" cy="1238004"/>
        </p:xfrm>
        <a:graphic>
          <a:graphicData uri="http://schemas.openxmlformats.org/drawingml/2006/table">
            <a:tbl>
              <a:tblPr firstRow="1" bandRow="1">
                <a:tableStyleId>{5940675A-B579-460E-94D1-54222C63F5DA}</a:tableStyleId>
              </a:tblPr>
              <a:tblGrid>
                <a:gridCol w="504825">
                  <a:extLst>
                    <a:ext uri="{9D8B030D-6E8A-4147-A177-3AD203B41FA5}">
                      <a16:colId xmlns:a16="http://schemas.microsoft.com/office/drawing/2014/main" val="211006134"/>
                    </a:ext>
                  </a:extLst>
                </a:gridCol>
                <a:gridCol w="3138668">
                  <a:extLst>
                    <a:ext uri="{9D8B030D-6E8A-4147-A177-3AD203B41FA5}">
                      <a16:colId xmlns:a16="http://schemas.microsoft.com/office/drawing/2014/main" val="625884237"/>
                    </a:ext>
                  </a:extLst>
                </a:gridCol>
                <a:gridCol w="6412375">
                  <a:extLst>
                    <a:ext uri="{9D8B030D-6E8A-4147-A177-3AD203B41FA5}">
                      <a16:colId xmlns:a16="http://schemas.microsoft.com/office/drawing/2014/main" val="1074217283"/>
                    </a:ext>
                  </a:extLst>
                </a:gridCol>
                <a:gridCol w="995423">
                  <a:extLst>
                    <a:ext uri="{9D8B030D-6E8A-4147-A177-3AD203B41FA5}">
                      <a16:colId xmlns:a16="http://schemas.microsoft.com/office/drawing/2014/main" val="439745675"/>
                    </a:ext>
                  </a:extLst>
                </a:gridCol>
              </a:tblGrid>
              <a:tr h="309501">
                <a:tc>
                  <a:txBody>
                    <a:bodyPr/>
                    <a:lstStyle/>
                    <a:p>
                      <a:pPr algn="ctr"/>
                      <a:r>
                        <a:rPr kumimoji="1" lang="ja-JP" altLang="en-US" sz="1050" dirty="0"/>
                        <a:t>△</a:t>
                      </a:r>
                    </a:p>
                  </a:txBody>
                  <a:tcPr marL="36000" marR="36000" marT="36000" marB="36000" anchor="ctr"/>
                </a:tc>
                <a:tc>
                  <a:txBody>
                    <a:bodyPr/>
                    <a:lstStyle/>
                    <a:p>
                      <a:pPr algn="ctr"/>
                      <a:r>
                        <a:rPr kumimoji="1" lang="ja-JP" altLang="en-US" sz="1050"/>
                        <a:t>ページ</a:t>
                      </a:r>
                    </a:p>
                  </a:txBody>
                  <a:tcPr marL="36000" marR="36000" marT="36000" marB="36000" anchor="ctr"/>
                </a:tc>
                <a:tc>
                  <a:txBody>
                    <a:bodyPr/>
                    <a:lstStyle/>
                    <a:p>
                      <a:pPr algn="ctr"/>
                      <a:r>
                        <a:rPr kumimoji="1" lang="ja-JP" altLang="en-US" sz="1050"/>
                        <a:t>変更内容</a:t>
                      </a:r>
                    </a:p>
                  </a:txBody>
                  <a:tcPr marL="36000" marR="36000" marT="36000" marB="36000" anchor="ctr"/>
                </a:tc>
                <a:tc>
                  <a:txBody>
                    <a:bodyPr/>
                    <a:lstStyle/>
                    <a:p>
                      <a:pPr algn="ctr"/>
                      <a:r>
                        <a:rPr kumimoji="1" lang="ja-JP" altLang="en-US" sz="1050" dirty="0"/>
                        <a:t>担当</a:t>
                      </a:r>
                    </a:p>
                  </a:txBody>
                  <a:tcPr marL="36000" marR="36000" marT="36000" marB="36000" anchor="ctr"/>
                </a:tc>
                <a:extLst>
                  <a:ext uri="{0D108BD9-81ED-4DB2-BD59-A6C34878D82A}">
                    <a16:rowId xmlns:a16="http://schemas.microsoft.com/office/drawing/2014/main" val="2743679487"/>
                  </a:ext>
                </a:extLst>
              </a:tr>
              <a:tr h="309501">
                <a:tc>
                  <a:txBody>
                    <a:bodyPr/>
                    <a:lstStyle/>
                    <a:p>
                      <a:pPr algn="ctr"/>
                      <a:r>
                        <a:rPr kumimoji="1" lang="en-US" altLang="ja-JP" sz="1050" dirty="0"/>
                        <a:t>13</a:t>
                      </a:r>
                      <a:endParaRPr kumimoji="1" lang="ja-JP" altLang="en-US" sz="1050" dirty="0"/>
                    </a:p>
                  </a:txBody>
                  <a:tcPr marL="36000" marR="36000" marT="36000" marB="36000" anchor="ctr"/>
                </a:tc>
                <a:tc>
                  <a:txBody>
                    <a:bodyPr/>
                    <a:lstStyle/>
                    <a:p>
                      <a:pPr algn="ctr"/>
                      <a:r>
                        <a:rPr kumimoji="1" lang="en-US" altLang="ja-JP" sz="1050" dirty="0"/>
                        <a:t>Feedback</a:t>
                      </a:r>
                      <a:r>
                        <a:rPr kumimoji="1" lang="ja-JP" altLang="en-US" sz="1050" dirty="0"/>
                        <a:t>画面</a:t>
                      </a:r>
                      <a:endParaRPr kumimoji="1" lang="en-US" altLang="ja-JP" sz="1050" dirty="0"/>
                    </a:p>
                  </a:txBody>
                  <a:tcPr marL="36000" marR="36000" marT="36000" marB="36000" anchor="ctr"/>
                </a:tc>
                <a:tc>
                  <a:txBody>
                    <a:bodyPr/>
                    <a:lstStyle/>
                    <a:p>
                      <a:pPr algn="l"/>
                      <a:r>
                        <a:rPr kumimoji="1" lang="en-US" altLang="ja-JP" sz="1050" dirty="0"/>
                        <a:t>Δ10</a:t>
                      </a:r>
                      <a:r>
                        <a:rPr kumimoji="1" lang="ja-JP" altLang="en-US" sz="1050" dirty="0"/>
                        <a:t>で追加漏れていた拡張出力に関する記載を追加</a:t>
                      </a:r>
                      <a:r>
                        <a:rPr kumimoji="1" lang="en-US" altLang="ja-JP" sz="1050" dirty="0"/>
                        <a:t>(</a:t>
                      </a:r>
                      <a:r>
                        <a:rPr kumimoji="1" lang="ja-JP" altLang="en-US" sz="1050" dirty="0"/>
                        <a:t>サービスツールには追加済み</a:t>
                      </a:r>
                      <a:r>
                        <a:rPr kumimoji="1" lang="en-US" altLang="ja-JP" sz="1050" dirty="0"/>
                        <a:t>)</a:t>
                      </a:r>
                    </a:p>
                  </a:txBody>
                  <a:tcPr marL="36000" marR="36000" marT="36000" marB="36000" anchor="ctr"/>
                </a:tc>
                <a:tc>
                  <a:txBody>
                    <a:bodyPr/>
                    <a:lstStyle/>
                    <a:p>
                      <a:pPr algn="ctr"/>
                      <a:r>
                        <a:rPr kumimoji="1" lang="ja-JP" altLang="en-US" sz="1050" dirty="0"/>
                        <a:t>星野</a:t>
                      </a:r>
                    </a:p>
                  </a:txBody>
                  <a:tcPr marL="36000" marR="36000" marT="36000" marB="36000" anchor="ctr" anchorCtr="1"/>
                </a:tc>
                <a:extLst>
                  <a:ext uri="{0D108BD9-81ED-4DB2-BD59-A6C34878D82A}">
                    <a16:rowId xmlns:a16="http://schemas.microsoft.com/office/drawing/2014/main" val="2931536807"/>
                  </a:ext>
                </a:extLst>
              </a:tr>
              <a:tr h="309501">
                <a:tc>
                  <a:txBody>
                    <a:bodyPr/>
                    <a:lstStyle/>
                    <a:p>
                      <a:pPr algn="ctr"/>
                      <a:r>
                        <a:rPr kumimoji="1" lang="en-US" altLang="ja-JP" sz="1050" dirty="0"/>
                        <a:t>13</a:t>
                      </a:r>
                      <a:endParaRPr kumimoji="1" lang="ja-JP" altLang="en-US" sz="1050" dirty="0"/>
                    </a:p>
                  </a:txBody>
                  <a:tcPr marL="36000" marR="36000" marT="36000" marB="36000" anchor="ctr"/>
                </a:tc>
                <a:tc>
                  <a:txBody>
                    <a:bodyPr/>
                    <a:lstStyle/>
                    <a:p>
                      <a:pPr algn="ctr"/>
                      <a:r>
                        <a:rPr kumimoji="1" lang="en-US" altLang="ja-JP" sz="1050" dirty="0"/>
                        <a:t>Option</a:t>
                      </a:r>
                      <a:r>
                        <a:rPr kumimoji="1" lang="ja-JP" altLang="en-US" sz="1050" dirty="0"/>
                        <a:t>画面</a:t>
                      </a:r>
                      <a:endParaRPr kumimoji="1" lang="en-US" altLang="ja-JP" sz="1050" dirty="0"/>
                    </a:p>
                  </a:txBody>
                  <a:tcPr marL="36000" marR="36000" marT="36000" marB="36000" anchor="ctr"/>
                </a:tc>
                <a:tc>
                  <a:txBody>
                    <a:bodyPr/>
                    <a:lstStyle/>
                    <a:p>
                      <a:pPr algn="l"/>
                      <a:r>
                        <a:rPr kumimoji="1" lang="en-US" altLang="ja-JP" sz="1050" dirty="0"/>
                        <a:t>Δ10</a:t>
                      </a:r>
                      <a:r>
                        <a:rPr kumimoji="1" lang="ja-JP" altLang="en-US" sz="1050" dirty="0"/>
                        <a:t>で追加漏れていた</a:t>
                      </a:r>
                      <a:r>
                        <a:rPr kumimoji="1" lang="en-US" altLang="ja-JP" sz="1050" dirty="0"/>
                        <a:t>Digging Brake</a:t>
                      </a:r>
                      <a:r>
                        <a:rPr kumimoji="1" lang="ja-JP" altLang="en-US" sz="1050" dirty="0"/>
                        <a:t>の説明文を追加</a:t>
                      </a:r>
                      <a:r>
                        <a:rPr kumimoji="1" lang="en-US" altLang="ja-JP" sz="1050" dirty="0"/>
                        <a:t>(</a:t>
                      </a:r>
                      <a:r>
                        <a:rPr kumimoji="1" lang="ja-JP" altLang="en-US" sz="1050" dirty="0"/>
                        <a:t>サービスツールには追加済み</a:t>
                      </a:r>
                      <a:r>
                        <a:rPr kumimoji="1" lang="en-US" altLang="ja-JP" sz="1050" dirty="0"/>
                        <a:t>)</a:t>
                      </a:r>
                    </a:p>
                  </a:txBody>
                  <a:tcPr marL="36000" marR="36000" marT="36000" marB="36000"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50" dirty="0"/>
                        <a:t>星野</a:t>
                      </a:r>
                    </a:p>
                  </a:txBody>
                  <a:tcPr marL="36000" marR="36000" marT="36000" marB="36000" anchor="ctr" anchorCtr="1"/>
                </a:tc>
                <a:extLst>
                  <a:ext uri="{0D108BD9-81ED-4DB2-BD59-A6C34878D82A}">
                    <a16:rowId xmlns:a16="http://schemas.microsoft.com/office/drawing/2014/main" val="1648508047"/>
                  </a:ext>
                </a:extLst>
              </a:tr>
              <a:tr h="309501">
                <a:tc>
                  <a:txBody>
                    <a:bodyPr/>
                    <a:lstStyle/>
                    <a:p>
                      <a:pPr algn="ctr"/>
                      <a:endParaRPr kumimoji="1" lang="ja-JP" altLang="en-US" sz="1050"/>
                    </a:p>
                  </a:txBody>
                  <a:tcPr marL="36000" marR="36000" marT="36000" marB="36000" anchor="ctr"/>
                </a:tc>
                <a:tc>
                  <a:txBody>
                    <a:bodyPr/>
                    <a:lstStyle/>
                    <a:p>
                      <a:pPr algn="ctr"/>
                      <a:endParaRPr kumimoji="1" lang="ja-JP" altLang="en-US" sz="1050" dirty="0"/>
                    </a:p>
                  </a:txBody>
                  <a:tcPr marL="36000" marR="36000" marT="36000" marB="36000" anchor="ctr"/>
                </a:tc>
                <a:tc>
                  <a:txBody>
                    <a:bodyPr/>
                    <a:lstStyle/>
                    <a:p>
                      <a:pPr algn="l"/>
                      <a:endParaRPr kumimoji="1" lang="ja-JP" altLang="en-US" sz="1050" dirty="0"/>
                    </a:p>
                  </a:txBody>
                  <a:tcPr marL="36000" marR="36000" marT="36000" marB="36000"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endParaRPr kumimoji="1" lang="ja-JP" altLang="en-US" sz="1050" dirty="0"/>
                    </a:p>
                  </a:txBody>
                  <a:tcPr marL="36000" marR="36000" marT="36000" marB="36000" anchor="ctr" anchorCtr="1"/>
                </a:tc>
                <a:extLst>
                  <a:ext uri="{0D108BD9-81ED-4DB2-BD59-A6C34878D82A}">
                    <a16:rowId xmlns:a16="http://schemas.microsoft.com/office/drawing/2014/main" val="3780269219"/>
                  </a:ext>
                </a:extLst>
              </a:tr>
            </a:tbl>
          </a:graphicData>
        </a:graphic>
      </p:graphicFrame>
      <p:sp>
        <p:nvSpPr>
          <p:cNvPr id="5" name="テキスト ボックス 4">
            <a:extLst>
              <a:ext uri="{FF2B5EF4-FFF2-40B4-BE49-F238E27FC236}">
                <a16:creationId xmlns:a16="http://schemas.microsoft.com/office/drawing/2014/main" id="{62E1CAD4-6976-7B8F-FC5E-E687F0F472C9}"/>
              </a:ext>
            </a:extLst>
          </p:cNvPr>
          <p:cNvSpPr txBox="1"/>
          <p:nvPr/>
        </p:nvSpPr>
        <p:spPr>
          <a:xfrm>
            <a:off x="867981" y="153821"/>
            <a:ext cx="748923" cy="261610"/>
          </a:xfrm>
          <a:prstGeom prst="rect">
            <a:avLst/>
          </a:prstGeom>
          <a:noFill/>
        </p:spPr>
        <p:txBody>
          <a:bodyPr wrap="none" rtlCol="0">
            <a:spAutoFit/>
          </a:bodyPr>
          <a:lstStyle/>
          <a:p>
            <a:pPr marL="0" marR="0" lvl="0" indent="0" algn="l" defTabSz="1075055"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prstClr val="black"/>
                </a:solidFill>
                <a:effectLst/>
                <a:uLnTx/>
                <a:uFillTx/>
                <a:latin typeface="Calibri"/>
                <a:ea typeface="ＭＳ Ｐゴシック" panose="020B0600070205080204" pitchFamily="50" charset="-128"/>
                <a:cs typeface="+mn-cs"/>
              </a:rPr>
              <a:t>変更内容</a:t>
            </a:r>
          </a:p>
        </p:txBody>
      </p:sp>
    </p:spTree>
    <p:extLst>
      <p:ext uri="{BB962C8B-B14F-4D97-AF65-F5344CB8AC3E}">
        <p14:creationId xmlns:p14="http://schemas.microsoft.com/office/powerpoint/2010/main" val="2882453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 name="図 10">
            <a:extLst>
              <a:ext uri="{FF2B5EF4-FFF2-40B4-BE49-F238E27FC236}">
                <a16:creationId xmlns:a16="http://schemas.microsoft.com/office/drawing/2014/main" id="{08F146DD-1869-1126-944C-7A23324CC90E}"/>
              </a:ext>
            </a:extLst>
          </p:cNvPr>
          <p:cNvPicPr>
            <a:picLocks noChangeAspect="1"/>
          </p:cNvPicPr>
          <p:nvPr/>
        </p:nvPicPr>
        <p:blipFill>
          <a:blip r:embed="rId2"/>
          <a:stretch>
            <a:fillRect/>
          </a:stretch>
        </p:blipFill>
        <p:spPr>
          <a:xfrm>
            <a:off x="284379" y="479425"/>
            <a:ext cx="6254718" cy="4321175"/>
          </a:xfrm>
          <a:prstGeom prst="rect">
            <a:avLst/>
          </a:prstGeom>
        </p:spPr>
      </p:pic>
      <p:sp>
        <p:nvSpPr>
          <p:cNvPr id="5" name="テキスト ボックス 4"/>
          <p:cNvSpPr txBox="1"/>
          <p:nvPr/>
        </p:nvSpPr>
        <p:spPr>
          <a:xfrm>
            <a:off x="261519" y="133386"/>
            <a:ext cx="1435008"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Home</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sp>
        <p:nvSpPr>
          <p:cNvPr id="9" name="円/楕円 8"/>
          <p:cNvSpPr/>
          <p:nvPr/>
        </p:nvSpPr>
        <p:spPr>
          <a:xfrm>
            <a:off x="5015572" y="845804"/>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sp>
        <p:nvSpPr>
          <p:cNvPr id="13" name="円/楕円 12"/>
          <p:cNvSpPr/>
          <p:nvPr/>
        </p:nvSpPr>
        <p:spPr>
          <a:xfrm>
            <a:off x="79419" y="1073533"/>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sp>
        <p:nvSpPr>
          <p:cNvPr id="24" name="円/楕円 23"/>
          <p:cNvSpPr/>
          <p:nvPr/>
        </p:nvSpPr>
        <p:spPr>
          <a:xfrm>
            <a:off x="117519" y="2981396"/>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4</a:t>
            </a:r>
            <a:endParaRPr lang="ja-JP" altLang="en-US" sz="1800">
              <a:solidFill>
                <a:srgbClr val="FF0000"/>
              </a:solidFill>
            </a:endParaRPr>
          </a:p>
        </p:txBody>
      </p:sp>
      <p:sp>
        <p:nvSpPr>
          <p:cNvPr id="28" name="円/楕円 27"/>
          <p:cNvSpPr/>
          <p:nvPr/>
        </p:nvSpPr>
        <p:spPr>
          <a:xfrm>
            <a:off x="5535339" y="629358"/>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5</a:t>
            </a:r>
            <a:endParaRPr lang="ja-JP" altLang="en-US" sz="1800">
              <a:solidFill>
                <a:srgbClr val="FF0000"/>
              </a:solidFill>
            </a:endParaRPr>
          </a:p>
        </p:txBody>
      </p:sp>
      <p:sp>
        <p:nvSpPr>
          <p:cNvPr id="18" name="円/楕円 17"/>
          <p:cNvSpPr/>
          <p:nvPr/>
        </p:nvSpPr>
        <p:spPr>
          <a:xfrm>
            <a:off x="113358" y="2223839"/>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sp>
        <p:nvSpPr>
          <p:cNvPr id="6" name="テキスト ボックス 5"/>
          <p:cNvSpPr txBox="1"/>
          <p:nvPr/>
        </p:nvSpPr>
        <p:spPr>
          <a:xfrm>
            <a:off x="6688791" y="479425"/>
            <a:ext cx="5887978" cy="8356134"/>
          </a:xfrm>
          <a:prstGeom prst="rect">
            <a:avLst/>
          </a:prstGeom>
          <a:solidFill>
            <a:schemeClr val="bg1"/>
          </a:solidFill>
          <a:ln w="6350">
            <a:solidFill>
              <a:schemeClr val="tx1"/>
            </a:solidFill>
          </a:ln>
        </p:spPr>
        <p:txBody>
          <a:bodyPr wrap="square" rtlCol="0">
            <a:spAutoFit/>
          </a:bodyPr>
          <a:lstStyle/>
          <a:p>
            <a:r>
              <a:rPr lang="ja-JP" altLang="en-US" sz="1200">
                <a:ea typeface="メイリオ" panose="020B0604030504040204" pitchFamily="50" charset="-128"/>
                <a:cs typeface="メイリオ" panose="020B0604030504040204" pitchFamily="50" charset="-128"/>
              </a:rPr>
              <a:t>各ボタンをクリックすると各画面に移動します</a:t>
            </a:r>
            <a:endParaRPr lang="en-US" altLang="ja-JP" sz="1200">
              <a:ea typeface="メイリオ" panose="020B0604030504040204" pitchFamily="50" charset="-128"/>
              <a:cs typeface="メイリオ" panose="020B0604030504040204" pitchFamily="50" charset="-128"/>
            </a:endParaRPr>
          </a:p>
          <a:p>
            <a:pPr>
              <a:lnSpc>
                <a:spcPct val="200000"/>
              </a:lnSpc>
            </a:pPr>
            <a:r>
              <a:rPr lang="ja-JP" altLang="en-US" sz="1200">
                <a:ea typeface="メイリオ" panose="020B0604030504040204" pitchFamily="50" charset="-128"/>
                <a:cs typeface="メイリオ" panose="020B0604030504040204" pitchFamily="50" charset="-128"/>
              </a:rPr>
              <a:t>①コントローラプログラムバージョンを確認できます</a:t>
            </a:r>
            <a:endParaRPr lang="en-US" altLang="ja-JP" sz="1200">
              <a:ea typeface="メイリオ" panose="020B0604030504040204" pitchFamily="50" charset="-128"/>
              <a:cs typeface="メイリオ" panose="020B0604030504040204" pitchFamily="50" charset="-128"/>
            </a:endParaRPr>
          </a:p>
          <a:p>
            <a:pPr>
              <a:lnSpc>
                <a:spcPct val="200000"/>
              </a:lnSpc>
            </a:pPr>
            <a:r>
              <a:rPr lang="ja-JP" altLang="en-US" sz="1200">
                <a:ea typeface="メイリオ" panose="020B0604030504040204" pitchFamily="50" charset="-128"/>
                <a:cs typeface="メイリオ" panose="020B0604030504040204" pitchFamily="50" charset="-128"/>
              </a:rPr>
              <a:t>②各種車両状況が確認できます</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a:ea typeface="メイリオ" panose="020B0604030504040204" pitchFamily="50" charset="-128"/>
                <a:cs typeface="メイリオ" panose="020B0604030504040204" pitchFamily="50" charset="-128"/>
              </a:rPr>
              <a:t>Inputs(MC)_1	:</a:t>
            </a:r>
            <a:r>
              <a:rPr lang="ja-JP" altLang="en-US" sz="1200">
                <a:ea typeface="メイリオ" panose="020B0604030504040204" pitchFamily="50" charset="-128"/>
                <a:cs typeface="メイリオ" panose="020B0604030504040204" pitchFamily="50" charset="-128"/>
              </a:rPr>
              <a:t>メインコントローラの入力１</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a:ea typeface="メイリオ" panose="020B0604030504040204" pitchFamily="50" charset="-128"/>
                <a:cs typeface="メイリオ" panose="020B0604030504040204" pitchFamily="50" charset="-128"/>
              </a:rPr>
              <a:t>Inputs(MC)_2	:</a:t>
            </a:r>
            <a:r>
              <a:rPr lang="ja-JP" altLang="en-US" sz="1200">
                <a:ea typeface="メイリオ" panose="020B0604030504040204" pitchFamily="50" charset="-128"/>
                <a:cs typeface="メイリオ" panose="020B0604030504040204" pitchFamily="50" charset="-128"/>
              </a:rPr>
              <a:t>メインコントローラの入力２</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a:ea typeface="メイリオ" panose="020B0604030504040204" pitchFamily="50" charset="-128"/>
                <a:cs typeface="メイリオ" panose="020B0604030504040204" pitchFamily="50" charset="-128"/>
              </a:rPr>
              <a:t>Inputs(</a:t>
            </a:r>
            <a:r>
              <a:rPr lang="en-US" altLang="ja-JP" sz="1200" err="1">
                <a:ea typeface="メイリオ" panose="020B0604030504040204" pitchFamily="50" charset="-128"/>
                <a:cs typeface="メイリオ" panose="020B0604030504040204" pitchFamily="50" charset="-128"/>
              </a:rPr>
              <a:t>Sub,Uc</a:t>
            </a:r>
            <a:r>
              <a:rPr lang="en-US" altLang="ja-JP" sz="1200">
                <a:ea typeface="メイリオ" panose="020B0604030504040204" pitchFamily="50" charset="-128"/>
                <a:cs typeface="メイリオ" panose="020B0604030504040204" pitchFamily="50" charset="-128"/>
              </a:rPr>
              <a:t>)	:</a:t>
            </a:r>
            <a:r>
              <a:rPr lang="ja-JP" altLang="en-US" sz="1200">
                <a:ea typeface="メイリオ" panose="020B0604030504040204" pitchFamily="50" charset="-128"/>
                <a:cs typeface="メイリオ" panose="020B0604030504040204" pitchFamily="50" charset="-128"/>
              </a:rPr>
              <a:t>サブコントローラと下部体コントローラの入力</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a:ea typeface="メイリオ" panose="020B0604030504040204" pitchFamily="50" charset="-128"/>
                <a:cs typeface="メイリオ" panose="020B0604030504040204" pitchFamily="50" charset="-128"/>
              </a:rPr>
              <a:t>Outputs(MC)	:</a:t>
            </a:r>
            <a:r>
              <a:rPr lang="ja-JP" altLang="en-US" sz="1200">
                <a:ea typeface="メイリオ" panose="020B0604030504040204" pitchFamily="50" charset="-128"/>
                <a:cs typeface="メイリオ" panose="020B0604030504040204" pitchFamily="50" charset="-128"/>
              </a:rPr>
              <a:t>メインコントローラの出力</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a:ea typeface="メイリオ" panose="020B0604030504040204" pitchFamily="50" charset="-128"/>
                <a:cs typeface="メイリオ" panose="020B0604030504040204" pitchFamily="50" charset="-128"/>
              </a:rPr>
              <a:t>Outputs(</a:t>
            </a:r>
            <a:r>
              <a:rPr lang="en-US" altLang="ja-JP" sz="1200" err="1">
                <a:ea typeface="メイリオ" panose="020B0604030504040204" pitchFamily="50" charset="-128"/>
                <a:cs typeface="メイリオ" panose="020B0604030504040204" pitchFamily="50" charset="-128"/>
              </a:rPr>
              <a:t>Sub,Uc</a:t>
            </a:r>
            <a:r>
              <a:rPr lang="en-US" altLang="ja-JP" sz="1200">
                <a:ea typeface="メイリオ" panose="020B0604030504040204" pitchFamily="50" charset="-128"/>
                <a:cs typeface="メイリオ" panose="020B0604030504040204" pitchFamily="50" charset="-128"/>
              </a:rPr>
              <a:t>)	:</a:t>
            </a:r>
            <a:r>
              <a:rPr lang="ja-JP" altLang="en-US" sz="1200">
                <a:ea typeface="メイリオ" panose="020B0604030504040204" pitchFamily="50" charset="-128"/>
                <a:cs typeface="メイリオ" panose="020B0604030504040204" pitchFamily="50" charset="-128"/>
              </a:rPr>
              <a:t>サブコントローラと下部体コントローラの出力</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a:ea typeface="メイリオ" panose="020B0604030504040204" pitchFamily="50" charset="-128"/>
                <a:cs typeface="メイリオ" panose="020B0604030504040204" pitchFamily="50" charset="-128"/>
              </a:rPr>
              <a:t>Feedback	:</a:t>
            </a:r>
            <a:r>
              <a:rPr lang="ja-JP" altLang="en-US" sz="1200">
                <a:ea typeface="メイリオ" panose="020B0604030504040204" pitchFamily="50" charset="-128"/>
                <a:cs typeface="メイリオ" panose="020B0604030504040204" pitchFamily="50" charset="-128"/>
              </a:rPr>
              <a:t> 実際のコントローラからの出力値</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a:ea typeface="メイリオ" panose="020B0604030504040204" pitchFamily="50" charset="-128"/>
                <a:cs typeface="メイリオ" panose="020B0604030504040204" pitchFamily="50" charset="-128"/>
              </a:rPr>
              <a:t>Controller</a:t>
            </a:r>
            <a:r>
              <a:rPr lang="ja-JP" altLang="en-US" sz="1200">
                <a:ea typeface="メイリオ" panose="020B0604030504040204" pitchFamily="50" charset="-128"/>
                <a:cs typeface="メイリオ" panose="020B0604030504040204" pitchFamily="50" charset="-128"/>
              </a:rPr>
              <a:t> </a:t>
            </a:r>
            <a:r>
              <a:rPr lang="en-US" altLang="ja-JP" sz="1200">
                <a:ea typeface="メイリオ" panose="020B0604030504040204" pitchFamily="50" charset="-128"/>
                <a:cs typeface="メイリオ" panose="020B0604030504040204" pitchFamily="50" charset="-128"/>
              </a:rPr>
              <a:t>power:</a:t>
            </a:r>
            <a:r>
              <a:rPr lang="ja-JP" altLang="en-US" sz="1200">
                <a:ea typeface="メイリオ" panose="020B0604030504040204" pitchFamily="50" charset="-128"/>
                <a:cs typeface="メイリオ" panose="020B0604030504040204" pitchFamily="50" charset="-128"/>
              </a:rPr>
              <a:t> コントローラの電源電圧</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a:ea typeface="メイリオ" panose="020B0604030504040204" pitchFamily="50" charset="-128"/>
                <a:cs typeface="メイリオ" panose="020B0604030504040204" pitchFamily="50" charset="-128"/>
              </a:rPr>
              <a:t>CAN	:</a:t>
            </a:r>
            <a:r>
              <a:rPr lang="ja-JP" altLang="en-US" sz="1200">
                <a:ea typeface="メイリオ" panose="020B0604030504040204" pitchFamily="50" charset="-128"/>
                <a:cs typeface="メイリオ" panose="020B0604030504040204" pitchFamily="50" charset="-128"/>
              </a:rPr>
              <a:t> 各機器からの</a:t>
            </a:r>
            <a:r>
              <a:rPr lang="en-US" altLang="ja-JP" sz="1200">
                <a:ea typeface="メイリオ" panose="020B0604030504040204" pitchFamily="50" charset="-128"/>
                <a:cs typeface="メイリオ" panose="020B0604030504040204" pitchFamily="50" charset="-128"/>
              </a:rPr>
              <a:t>CAN</a:t>
            </a:r>
            <a:r>
              <a:rPr lang="ja-JP" altLang="en-US" sz="1200">
                <a:ea typeface="メイリオ" panose="020B0604030504040204" pitchFamily="50" charset="-128"/>
                <a:cs typeface="メイリオ" panose="020B0604030504040204" pitchFamily="50" charset="-128"/>
              </a:rPr>
              <a:t>受信状態</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a:ea typeface="メイリオ" panose="020B0604030504040204" pitchFamily="50" charset="-128"/>
                <a:cs typeface="メイリオ" panose="020B0604030504040204" pitchFamily="50" charset="-128"/>
              </a:rPr>
              <a:t>Error Code	:</a:t>
            </a:r>
            <a:r>
              <a:rPr lang="ja-JP" altLang="en-US" sz="1200">
                <a:ea typeface="メイリオ" panose="020B0604030504040204" pitchFamily="50" charset="-128"/>
                <a:cs typeface="メイリオ" panose="020B0604030504040204" pitchFamily="50" charset="-128"/>
              </a:rPr>
              <a:t> 機械のエラーコード</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a:ea typeface="メイリオ" panose="020B0604030504040204" pitchFamily="50" charset="-128"/>
                <a:cs typeface="メイリオ" panose="020B0604030504040204" pitchFamily="50" charset="-128"/>
              </a:rPr>
              <a:t>Vehicle status	:</a:t>
            </a:r>
            <a:r>
              <a:rPr lang="ja-JP" altLang="en-US" sz="1200">
                <a:ea typeface="メイリオ" panose="020B0604030504040204" pitchFamily="50" charset="-128"/>
                <a:cs typeface="メイリオ" panose="020B0604030504040204" pitchFamily="50" charset="-128"/>
              </a:rPr>
              <a:t> 車両の各種状況</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a:solidFill>
                  <a:srgbClr val="FF0000"/>
                </a:solidFill>
                <a:ea typeface="メイリオ" panose="020B0604030504040204" pitchFamily="50" charset="-128"/>
                <a:cs typeface="メイリオ" panose="020B0604030504040204" pitchFamily="50" charset="-128"/>
              </a:rPr>
              <a:t>Input(Grip)	:</a:t>
            </a:r>
            <a:r>
              <a:rPr lang="ja-JP" altLang="en-US" sz="1200">
                <a:solidFill>
                  <a:srgbClr val="FF0000"/>
                </a:solidFill>
                <a:ea typeface="メイリオ" panose="020B0604030504040204" pitchFamily="50" charset="-128"/>
                <a:cs typeface="メイリオ" panose="020B0604030504040204" pitchFamily="50" charset="-128"/>
              </a:rPr>
              <a:t> </a:t>
            </a:r>
            <a:r>
              <a:rPr lang="en-US" altLang="ja-JP" sz="1200">
                <a:solidFill>
                  <a:srgbClr val="FF0000"/>
                </a:solidFill>
                <a:ea typeface="メイリオ" panose="020B0604030504040204" pitchFamily="50" charset="-128"/>
                <a:cs typeface="メイリオ" panose="020B0604030504040204" pitchFamily="50" charset="-128"/>
              </a:rPr>
              <a:t>CAN</a:t>
            </a:r>
            <a:r>
              <a:rPr lang="ja-JP" altLang="en-US" sz="1200">
                <a:solidFill>
                  <a:srgbClr val="FF0000"/>
                </a:solidFill>
                <a:ea typeface="メイリオ" panose="020B0604030504040204" pitchFamily="50" charset="-128"/>
                <a:cs typeface="メイリオ" panose="020B0604030504040204" pitchFamily="50" charset="-128"/>
              </a:rPr>
              <a:t>グリップの入力（多機能グリップ仕様のみ）</a:t>
            </a:r>
            <a:endParaRPr lang="en-US" altLang="ja-JP" sz="1200">
              <a:solidFill>
                <a:srgbClr val="FF0000"/>
              </a:solidFill>
              <a:ea typeface="メイリオ" panose="020B0604030504040204" pitchFamily="50" charset="-128"/>
              <a:cs typeface="メイリオ" panose="020B0604030504040204" pitchFamily="50" charset="-128"/>
            </a:endParaRPr>
          </a:p>
          <a:p>
            <a:pPr>
              <a:lnSpc>
                <a:spcPct val="200000"/>
              </a:lnSpc>
            </a:pPr>
            <a:r>
              <a:rPr lang="ja-JP" altLang="en-US" sz="1200">
                <a:ea typeface="メイリオ" panose="020B0604030504040204" pitchFamily="50" charset="-128"/>
                <a:cs typeface="メイリオ" panose="020B0604030504040204" pitchFamily="50" charset="-128"/>
              </a:rPr>
              <a:t>③エンジン状況が確認可能</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a:ea typeface="メイリオ" panose="020B0604030504040204" pitchFamily="50" charset="-128"/>
                <a:cs typeface="メイリオ" panose="020B0604030504040204" pitchFamily="50" charset="-128"/>
              </a:rPr>
              <a:t>Status1	:</a:t>
            </a:r>
            <a:r>
              <a:rPr lang="ja-JP" altLang="en-US" sz="1200">
                <a:ea typeface="メイリオ" panose="020B0604030504040204" pitchFamily="50" charset="-128"/>
                <a:cs typeface="メイリオ" panose="020B0604030504040204" pitchFamily="50" charset="-128"/>
              </a:rPr>
              <a:t>エンジンの各種状況、</a:t>
            </a:r>
            <a:r>
              <a:rPr lang="en-US" altLang="ja-JP" sz="1200">
                <a:ea typeface="メイリオ" panose="020B0604030504040204" pitchFamily="50" charset="-128"/>
                <a:cs typeface="メイリオ" panose="020B0604030504040204" pitchFamily="50" charset="-128"/>
              </a:rPr>
              <a:t>DOCSCR</a:t>
            </a:r>
            <a:r>
              <a:rPr lang="ja-JP" altLang="en-US" sz="1200">
                <a:ea typeface="メイリオ" panose="020B0604030504040204" pitchFamily="50" charset="-128"/>
                <a:cs typeface="メイリオ" panose="020B0604030504040204" pitchFamily="50" charset="-128"/>
              </a:rPr>
              <a:t>システムの各種状況</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a:ea typeface="メイリオ" panose="020B0604030504040204" pitchFamily="50" charset="-128"/>
                <a:cs typeface="メイリオ" panose="020B0604030504040204" pitchFamily="50" charset="-128"/>
              </a:rPr>
              <a:t>Status2	:</a:t>
            </a:r>
            <a:r>
              <a:rPr lang="ja-JP" altLang="en-US" sz="1200">
                <a:ea typeface="メイリオ" panose="020B0604030504040204" pitchFamily="50" charset="-128"/>
                <a:cs typeface="メイリオ" panose="020B0604030504040204" pitchFamily="50" charset="-128"/>
              </a:rPr>
              <a:t>エンジンのスイッチ入力、制限の状況</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a:ea typeface="メイリオ" panose="020B0604030504040204" pitchFamily="50" charset="-128"/>
                <a:cs typeface="メイリオ" panose="020B0604030504040204" pitchFamily="50" charset="-128"/>
              </a:rPr>
              <a:t>Standstill	:</a:t>
            </a:r>
            <a:r>
              <a:rPr lang="ja-JP" altLang="en-US" sz="1200">
                <a:ea typeface="Meiryo UI" panose="020B0604030504040204" pitchFamily="50" charset="-128"/>
                <a:cs typeface="Meiryo UI" panose="020B0604030504040204" pitchFamily="50" charset="-128"/>
              </a:rPr>
              <a:t>スタンドスティルが最後に要求された時間、実行された時間</a:t>
            </a:r>
            <a:endParaRPr lang="en-US" altLang="ja-JP" sz="1200">
              <a:ea typeface="メイリオ" panose="020B0604030504040204" pitchFamily="50" charset="-128"/>
              <a:cs typeface="メイリオ" panose="020B0604030504040204" pitchFamily="50" charset="-128"/>
            </a:endParaRPr>
          </a:p>
          <a:p>
            <a:pPr>
              <a:lnSpc>
                <a:spcPct val="200000"/>
              </a:lnSpc>
            </a:pPr>
            <a:r>
              <a:rPr lang="ja-JP" altLang="en-US" sz="1200">
                <a:ea typeface="メイリオ" panose="020B0604030504040204" pitchFamily="50" charset="-128"/>
                <a:cs typeface="メイリオ" panose="020B0604030504040204" pitchFamily="50" charset="-128"/>
              </a:rPr>
              <a:t>④その他、機能ごとに設定状況の確認と設定ができます</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a:ea typeface="メイリオ" panose="020B0604030504040204" pitchFamily="50" charset="-128"/>
                <a:cs typeface="メイリオ" panose="020B0604030504040204" pitchFamily="50" charset="-128"/>
              </a:rPr>
              <a:t>AUX1	: </a:t>
            </a:r>
            <a:r>
              <a:rPr lang="ja-JP" altLang="en-US" sz="1200">
                <a:ea typeface="メイリオ" panose="020B0604030504040204" pitchFamily="50" charset="-128"/>
                <a:cs typeface="メイリオ" panose="020B0604030504040204" pitchFamily="50" charset="-128"/>
              </a:rPr>
              <a:t>第</a:t>
            </a:r>
            <a:r>
              <a:rPr lang="en-US" altLang="ja-JP" sz="1200">
                <a:ea typeface="メイリオ" panose="020B0604030504040204" pitchFamily="50" charset="-128"/>
                <a:cs typeface="メイリオ" panose="020B0604030504040204" pitchFamily="50" charset="-128"/>
              </a:rPr>
              <a:t>1</a:t>
            </a:r>
            <a:r>
              <a:rPr lang="ja-JP" altLang="en-US" sz="1200">
                <a:ea typeface="メイリオ" panose="020B0604030504040204" pitchFamily="50" charset="-128"/>
                <a:cs typeface="メイリオ" panose="020B0604030504040204" pitchFamily="50" charset="-128"/>
              </a:rPr>
              <a:t>サービスに関する機能の確認と設定</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a:ea typeface="メイリオ" panose="020B0604030504040204" pitchFamily="50" charset="-128"/>
                <a:cs typeface="メイリオ" panose="020B0604030504040204" pitchFamily="50" charset="-128"/>
              </a:rPr>
              <a:t>AUX2	:</a:t>
            </a:r>
            <a:r>
              <a:rPr lang="ja-JP" altLang="en-US" sz="1200">
                <a:ea typeface="メイリオ" panose="020B0604030504040204" pitchFamily="50" charset="-128"/>
                <a:cs typeface="メイリオ" panose="020B0604030504040204" pitchFamily="50" charset="-128"/>
              </a:rPr>
              <a:t> 第</a:t>
            </a:r>
            <a:r>
              <a:rPr lang="en-US" altLang="ja-JP" sz="1200">
                <a:ea typeface="メイリオ" panose="020B0604030504040204" pitchFamily="50" charset="-128"/>
                <a:cs typeface="メイリオ" panose="020B0604030504040204" pitchFamily="50" charset="-128"/>
              </a:rPr>
              <a:t>2</a:t>
            </a:r>
            <a:r>
              <a:rPr lang="ja-JP" altLang="en-US" sz="1200">
                <a:ea typeface="メイリオ" panose="020B0604030504040204" pitchFamily="50" charset="-128"/>
                <a:cs typeface="メイリオ" panose="020B0604030504040204" pitchFamily="50" charset="-128"/>
              </a:rPr>
              <a:t>サービスに関する機能の確認と設定</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a:ea typeface="メイリオ" panose="020B0604030504040204" pitchFamily="50" charset="-128"/>
                <a:cs typeface="メイリオ" panose="020B0604030504040204" pitchFamily="50" charset="-128"/>
              </a:rPr>
              <a:t>AUX4	:</a:t>
            </a:r>
            <a:r>
              <a:rPr lang="ja-JP" altLang="en-US" sz="1200">
                <a:ea typeface="メイリオ" panose="020B0604030504040204" pitchFamily="50" charset="-128"/>
                <a:cs typeface="メイリオ" panose="020B0604030504040204" pitchFamily="50" charset="-128"/>
              </a:rPr>
              <a:t> 第</a:t>
            </a:r>
            <a:r>
              <a:rPr lang="en-US" altLang="ja-JP" sz="1200">
                <a:ea typeface="メイリオ" panose="020B0604030504040204" pitchFamily="50" charset="-128"/>
                <a:cs typeface="メイリオ" panose="020B0604030504040204" pitchFamily="50" charset="-128"/>
              </a:rPr>
              <a:t>4</a:t>
            </a:r>
            <a:r>
              <a:rPr lang="ja-JP" altLang="en-US" sz="1200">
                <a:ea typeface="メイリオ" panose="020B0604030504040204" pitchFamily="50" charset="-128"/>
                <a:cs typeface="メイリオ" panose="020B0604030504040204" pitchFamily="50" charset="-128"/>
              </a:rPr>
              <a:t>サービスに関する機能の確認と設定</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a:ea typeface="メイリオ" panose="020B0604030504040204" pitchFamily="50" charset="-128"/>
                <a:cs typeface="メイリオ" panose="020B0604030504040204" pitchFamily="50" charset="-128"/>
              </a:rPr>
              <a:t>Swing	: </a:t>
            </a:r>
            <a:r>
              <a:rPr lang="ja-JP" altLang="en-US" sz="1200">
                <a:ea typeface="メイリオ" panose="020B0604030504040204" pitchFamily="50" charset="-128"/>
                <a:cs typeface="メイリオ" panose="020B0604030504040204" pitchFamily="50" charset="-128"/>
              </a:rPr>
              <a:t>スイング操作に関する機能の確認と設定</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a:ea typeface="メイリオ" panose="020B0604030504040204" pitchFamily="50" charset="-128"/>
                <a:cs typeface="メイリオ" panose="020B0604030504040204" pitchFamily="50" charset="-128"/>
              </a:rPr>
              <a:t>Blade	: </a:t>
            </a:r>
            <a:r>
              <a:rPr lang="ja-JP" altLang="en-US" sz="1200">
                <a:ea typeface="メイリオ" panose="020B0604030504040204" pitchFamily="50" charset="-128"/>
                <a:cs typeface="メイリオ" panose="020B0604030504040204" pitchFamily="50" charset="-128"/>
              </a:rPr>
              <a:t>ブレード操作に関する機能の確認と設定</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a:ea typeface="メイリオ" panose="020B0604030504040204" pitchFamily="50" charset="-128"/>
                <a:cs typeface="メイリオ" panose="020B0604030504040204" pitchFamily="50" charset="-128"/>
              </a:rPr>
              <a:t>Adjust	: </a:t>
            </a:r>
            <a:r>
              <a:rPr lang="ja-JP" altLang="en-US" sz="1200">
                <a:ea typeface="メイリオ" panose="020B0604030504040204" pitchFamily="50" charset="-128"/>
                <a:cs typeface="メイリオ" panose="020B0604030504040204" pitchFamily="50" charset="-128"/>
              </a:rPr>
              <a:t>アジャスト操作に関する機能の確認と設定</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a:ea typeface="メイリオ" panose="020B0604030504040204" pitchFamily="50" charset="-128"/>
                <a:cs typeface="メイリオ" panose="020B0604030504040204" pitchFamily="50" charset="-128"/>
              </a:rPr>
              <a:t>Hour</a:t>
            </a:r>
            <a:r>
              <a:rPr lang="ja-JP" altLang="en-US" sz="1200">
                <a:ea typeface="メイリオ" panose="020B0604030504040204" pitchFamily="50" charset="-128"/>
                <a:cs typeface="メイリオ" panose="020B0604030504040204" pitchFamily="50" charset="-128"/>
              </a:rPr>
              <a:t> </a:t>
            </a:r>
            <a:r>
              <a:rPr lang="en-US" altLang="ja-JP" sz="1200">
                <a:ea typeface="メイリオ" panose="020B0604030504040204" pitchFamily="50" charset="-128"/>
                <a:cs typeface="メイリオ" panose="020B0604030504040204" pitchFamily="50" charset="-128"/>
              </a:rPr>
              <a:t>meter	: </a:t>
            </a:r>
            <a:r>
              <a:rPr lang="ja-JP" altLang="en-US" sz="1200">
                <a:ea typeface="メイリオ" panose="020B0604030504040204" pitchFamily="50" charset="-128"/>
                <a:cs typeface="メイリオ" panose="020B0604030504040204" pitchFamily="50" charset="-128"/>
              </a:rPr>
              <a:t>アワメータの確認と設定</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a:ea typeface="メイリオ" panose="020B0604030504040204" pitchFamily="50" charset="-128"/>
                <a:cs typeface="メイリオ" panose="020B0604030504040204" pitchFamily="50" charset="-128"/>
              </a:rPr>
              <a:t>Lift</a:t>
            </a:r>
            <a:r>
              <a:rPr lang="ja-JP" altLang="en-US" sz="1200">
                <a:ea typeface="メイリオ" panose="020B0604030504040204" pitchFamily="50" charset="-128"/>
                <a:cs typeface="メイリオ" panose="020B0604030504040204" pitchFamily="50" charset="-128"/>
              </a:rPr>
              <a:t> </a:t>
            </a:r>
            <a:r>
              <a:rPr lang="en-US" altLang="ja-JP" sz="1200">
                <a:ea typeface="メイリオ" panose="020B0604030504040204" pitchFamily="50" charset="-128"/>
                <a:cs typeface="メイリオ" panose="020B0604030504040204" pitchFamily="50" charset="-128"/>
              </a:rPr>
              <a:t>alarm	:</a:t>
            </a:r>
            <a:r>
              <a:rPr lang="ja-JP" altLang="en-US" sz="1200">
                <a:ea typeface="メイリオ" panose="020B0604030504040204" pitchFamily="50" charset="-128"/>
                <a:cs typeface="メイリオ" panose="020B0604030504040204" pitchFamily="50" charset="-128"/>
              </a:rPr>
              <a:t> リフトアラームに関する機能の確認と設定</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a:ea typeface="メイリオ" panose="020B0604030504040204" pitchFamily="50" charset="-128"/>
                <a:cs typeface="メイリオ" panose="020B0604030504040204" pitchFamily="50" charset="-128"/>
              </a:rPr>
              <a:t>Fan</a:t>
            </a:r>
            <a:r>
              <a:rPr lang="ja-JP" altLang="en-US" sz="1200">
                <a:ea typeface="メイリオ" panose="020B0604030504040204" pitchFamily="50" charset="-128"/>
                <a:cs typeface="メイリオ" panose="020B0604030504040204" pitchFamily="50" charset="-128"/>
              </a:rPr>
              <a:t> </a:t>
            </a:r>
            <a:r>
              <a:rPr lang="en-US" altLang="ja-JP" sz="1200">
                <a:ea typeface="メイリオ" panose="020B0604030504040204" pitchFamily="50" charset="-128"/>
                <a:cs typeface="メイリオ" panose="020B0604030504040204" pitchFamily="50" charset="-128"/>
              </a:rPr>
              <a:t>drive	:</a:t>
            </a:r>
            <a:r>
              <a:rPr lang="ja-JP" altLang="en-US" sz="1200">
                <a:ea typeface="メイリオ" panose="020B0604030504040204" pitchFamily="50" charset="-128"/>
                <a:cs typeface="メイリオ" panose="020B0604030504040204" pitchFamily="50" charset="-128"/>
              </a:rPr>
              <a:t> 油圧ファンドライブに関する機能の確認と設定</a:t>
            </a:r>
          </a:p>
          <a:p>
            <a:pPr marL="180000">
              <a:tabLst>
                <a:tab pos="1260000" algn="l"/>
              </a:tabLst>
            </a:pPr>
            <a:r>
              <a:rPr lang="en-US" altLang="ja-JP" sz="1200">
                <a:ea typeface="メイリオ" panose="020B0604030504040204" pitchFamily="50" charset="-128"/>
                <a:cs typeface="メイリオ" panose="020B0604030504040204" pitchFamily="50" charset="-128"/>
              </a:rPr>
              <a:t>Auto reverse fan	: </a:t>
            </a:r>
            <a:r>
              <a:rPr lang="ja-JP" altLang="en-US" sz="1200">
                <a:ea typeface="メイリオ" panose="020B0604030504040204" pitchFamily="50" charset="-128"/>
                <a:cs typeface="メイリオ" panose="020B0604030504040204" pitchFamily="50" charset="-128"/>
              </a:rPr>
              <a:t>逆回転ファンに関する機能の確認と設定 </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a:ea typeface="メイリオ" panose="020B0604030504040204" pitchFamily="50" charset="-128"/>
                <a:cs typeface="メイリオ" panose="020B0604030504040204" pitchFamily="50" charset="-128"/>
              </a:rPr>
              <a:t>Auto grease	:</a:t>
            </a:r>
            <a:r>
              <a:rPr lang="ja-JP" altLang="en-US" sz="1200">
                <a:ea typeface="メイリオ" panose="020B0604030504040204" pitchFamily="50" charset="-128"/>
                <a:cs typeface="メイリオ" panose="020B0604030504040204" pitchFamily="50" charset="-128"/>
              </a:rPr>
              <a:t> オートグリスに関する機能の確認と設定が可能</a:t>
            </a:r>
          </a:p>
          <a:p>
            <a:pPr marL="180000">
              <a:tabLst>
                <a:tab pos="1260000" algn="l"/>
              </a:tabLst>
            </a:pPr>
            <a:r>
              <a:rPr lang="en-US" altLang="ja-JP" sz="1200">
                <a:ea typeface="メイリオ" panose="020B0604030504040204" pitchFamily="50" charset="-128"/>
                <a:cs typeface="メイリオ" panose="020B0604030504040204" pitchFamily="50" charset="-128"/>
              </a:rPr>
              <a:t>Pattern Change	: </a:t>
            </a:r>
            <a:r>
              <a:rPr lang="ja-JP" altLang="en-US" sz="1200">
                <a:ea typeface="メイリオ" panose="020B0604030504040204" pitchFamily="50" charset="-128"/>
                <a:cs typeface="メイリオ" panose="020B0604030504040204" pitchFamily="50" charset="-128"/>
              </a:rPr>
              <a:t>標準グリップのスイッチパターンを設定</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a:ea typeface="メイリオ" panose="020B0604030504040204" pitchFamily="50" charset="-128"/>
                <a:cs typeface="メイリオ" panose="020B0604030504040204" pitchFamily="50" charset="-128"/>
              </a:rPr>
              <a:t>Pattern</a:t>
            </a:r>
            <a:r>
              <a:rPr lang="ja-JP" altLang="en-US" sz="1200">
                <a:ea typeface="メイリオ" panose="020B0604030504040204" pitchFamily="50" charset="-128"/>
                <a:cs typeface="メイリオ" panose="020B0604030504040204" pitchFamily="50" charset="-128"/>
              </a:rPr>
              <a:t> </a:t>
            </a:r>
            <a:r>
              <a:rPr lang="en-US" altLang="ja-JP" sz="1200">
                <a:ea typeface="メイリオ" panose="020B0604030504040204" pitchFamily="50" charset="-128"/>
                <a:cs typeface="メイリオ" panose="020B0604030504040204" pitchFamily="50" charset="-128"/>
              </a:rPr>
              <a:t>Change(MF):</a:t>
            </a:r>
            <a:r>
              <a:rPr lang="ja-JP" altLang="en-US" sz="1200">
                <a:ea typeface="メイリオ" panose="020B0604030504040204" pitchFamily="50" charset="-128"/>
                <a:cs typeface="メイリオ" panose="020B0604030504040204" pitchFamily="50" charset="-128"/>
              </a:rPr>
              <a:t> 多機能グリップのスイッチパターンを設定</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a:ea typeface="メイリオ" panose="020B0604030504040204" pitchFamily="50" charset="-128"/>
                <a:cs typeface="メイリオ" panose="020B0604030504040204" pitchFamily="50" charset="-128"/>
              </a:rPr>
              <a:t>pattern Change(TR):</a:t>
            </a:r>
            <a:r>
              <a:rPr lang="ja-JP" altLang="en-US" sz="1200">
                <a:ea typeface="メイリオ" panose="020B0604030504040204" pitchFamily="50" charset="-128"/>
                <a:cs typeface="メイリオ" panose="020B0604030504040204" pitchFamily="50" charset="-128"/>
              </a:rPr>
              <a:t> チルトローテータ仕様のグリップのスイッチパターンを設定</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a:ea typeface="メイリオ" panose="020B0604030504040204" pitchFamily="50" charset="-128"/>
                <a:cs typeface="メイリオ" panose="020B0604030504040204" pitchFamily="50" charset="-128"/>
              </a:rPr>
              <a:t>270deg Camera	: 270</a:t>
            </a:r>
            <a:r>
              <a:rPr lang="ja-JP" altLang="en-US" sz="1200">
                <a:ea typeface="メイリオ" panose="020B0604030504040204" pitchFamily="50" charset="-128"/>
                <a:cs typeface="メイリオ" panose="020B0604030504040204" pitchFamily="50" charset="-128"/>
              </a:rPr>
              <a:t>度カメラの設定</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a:ea typeface="メイリオ" panose="020B0604030504040204" pitchFamily="50" charset="-128"/>
                <a:cs typeface="メイリオ" panose="020B0604030504040204" pitchFamily="50" charset="-128"/>
              </a:rPr>
              <a:t>Engine auto stop	:</a:t>
            </a:r>
            <a:r>
              <a:rPr lang="ja-JP" altLang="en-US" sz="1200">
                <a:ea typeface="メイリオ" panose="020B0604030504040204" pitchFamily="50" charset="-128"/>
                <a:cs typeface="メイリオ" panose="020B0604030504040204" pitchFamily="50" charset="-128"/>
              </a:rPr>
              <a:t> エンジンオートストップに関する機能の確認と設定</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a:ea typeface="メイリオ" panose="020B0604030504040204" pitchFamily="50" charset="-128"/>
                <a:cs typeface="メイリオ" panose="020B0604030504040204" pitchFamily="50" charset="-128"/>
              </a:rPr>
              <a:t>Options	: </a:t>
            </a:r>
            <a:r>
              <a:rPr lang="ja-JP" altLang="en-US" sz="1200">
                <a:ea typeface="メイリオ" panose="020B0604030504040204" pitchFamily="50" charset="-128"/>
                <a:cs typeface="メイリオ" panose="020B0604030504040204" pitchFamily="50" charset="-128"/>
              </a:rPr>
              <a:t>オプション機能の確認と設定</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err="1">
                <a:ea typeface="メイリオ" panose="020B0604030504040204" pitchFamily="50" charset="-128"/>
                <a:cs typeface="メイリオ" panose="020B0604030504040204" pitchFamily="50" charset="-128"/>
              </a:rPr>
              <a:t>Misc</a:t>
            </a:r>
            <a:r>
              <a:rPr lang="en-US" altLang="ja-JP" sz="1200">
                <a:ea typeface="メイリオ" panose="020B0604030504040204" pitchFamily="50" charset="-128"/>
                <a:cs typeface="メイリオ" panose="020B0604030504040204" pitchFamily="50" charset="-128"/>
              </a:rPr>
              <a:t>	:</a:t>
            </a:r>
            <a:r>
              <a:rPr lang="ja-JP" altLang="en-US" sz="1200">
                <a:ea typeface="メイリオ" panose="020B0604030504040204" pitchFamily="50" charset="-128"/>
                <a:cs typeface="メイリオ" panose="020B0604030504040204" pitchFamily="50" charset="-128"/>
              </a:rPr>
              <a:t> 間欠ワイパー、スイッチランプに関する機能の確認と設定</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err="1">
                <a:ea typeface="メイリオ" panose="020B0604030504040204" pitchFamily="50" charset="-128"/>
                <a:cs typeface="メイリオ" panose="020B0604030504040204" pitchFamily="50" charset="-128"/>
              </a:rPr>
              <a:t>Extension_Output</a:t>
            </a:r>
            <a:r>
              <a:rPr lang="en-US" altLang="ja-JP" sz="1200">
                <a:ea typeface="メイリオ" panose="020B0604030504040204" pitchFamily="50" charset="-128"/>
                <a:cs typeface="メイリオ" panose="020B0604030504040204" pitchFamily="50" charset="-128"/>
              </a:rPr>
              <a:t>:</a:t>
            </a:r>
            <a:r>
              <a:rPr lang="ja-JP" altLang="en-US" sz="1200">
                <a:ea typeface="メイリオ" panose="020B0604030504040204" pitchFamily="50" charset="-128"/>
                <a:cs typeface="メイリオ" panose="020B0604030504040204" pitchFamily="50" charset="-128"/>
              </a:rPr>
              <a:t>拡張出力機能の確認と設定</a:t>
            </a:r>
            <a:endParaRPr lang="en-US" altLang="ja-JP" sz="1200">
              <a:ea typeface="メイリオ" panose="020B0604030504040204" pitchFamily="50" charset="-128"/>
              <a:cs typeface="メイリオ" panose="020B0604030504040204" pitchFamily="50" charset="-128"/>
            </a:endParaRPr>
          </a:p>
          <a:p>
            <a:pPr marL="180000">
              <a:tabLst>
                <a:tab pos="1260000" algn="l"/>
              </a:tabLst>
            </a:pPr>
            <a:r>
              <a:rPr lang="en-US" altLang="ja-JP" sz="1200">
                <a:solidFill>
                  <a:srgbClr val="FF0000"/>
                </a:solidFill>
                <a:ea typeface="メイリオ" panose="020B0604030504040204" pitchFamily="50" charset="-128"/>
                <a:cs typeface="メイリオ" panose="020B0604030504040204" pitchFamily="50" charset="-128"/>
              </a:rPr>
              <a:t>Joystick</a:t>
            </a:r>
            <a:r>
              <a:rPr lang="ja-JP" altLang="en-US" sz="1200">
                <a:solidFill>
                  <a:srgbClr val="FF0000"/>
                </a:solidFill>
                <a:ea typeface="メイリオ" panose="020B0604030504040204" pitchFamily="50" charset="-128"/>
                <a:cs typeface="メイリオ" panose="020B0604030504040204" pitchFamily="50" charset="-128"/>
              </a:rPr>
              <a:t> </a:t>
            </a:r>
            <a:r>
              <a:rPr lang="en-US" altLang="ja-JP" sz="1200">
                <a:solidFill>
                  <a:srgbClr val="FF0000"/>
                </a:solidFill>
                <a:ea typeface="メイリオ" panose="020B0604030504040204" pitchFamily="50" charset="-128"/>
                <a:cs typeface="メイリオ" panose="020B0604030504040204" pitchFamily="50" charset="-128"/>
              </a:rPr>
              <a:t>Steering	:</a:t>
            </a:r>
            <a:r>
              <a:rPr lang="ja-JP" altLang="en-US" sz="1200">
                <a:solidFill>
                  <a:srgbClr val="FF0000"/>
                </a:solidFill>
                <a:ea typeface="メイリオ" panose="020B0604030504040204" pitchFamily="50" charset="-128"/>
                <a:cs typeface="メイリオ" panose="020B0604030504040204" pitchFamily="50" charset="-128"/>
              </a:rPr>
              <a:t> ジョイスティックステアリング機能の確認と設定</a:t>
            </a:r>
            <a:endParaRPr lang="en-US" altLang="ja-JP" sz="1200">
              <a:solidFill>
                <a:srgbClr val="FF0000"/>
              </a:solidFill>
              <a:ea typeface="メイリオ" panose="020B0604030504040204" pitchFamily="50" charset="-128"/>
              <a:cs typeface="メイリオ" panose="020B0604030504040204" pitchFamily="50" charset="-128"/>
            </a:endParaRPr>
          </a:p>
          <a:p>
            <a:pPr>
              <a:lnSpc>
                <a:spcPct val="200000"/>
              </a:lnSpc>
              <a:tabLst>
                <a:tab pos="1260000" algn="l"/>
              </a:tabLst>
            </a:pPr>
            <a:r>
              <a:rPr lang="ja-JP" altLang="en-US" sz="1200">
                <a:ea typeface="メイリオ" panose="020B0604030504040204" pitchFamily="50" charset="-128"/>
                <a:cs typeface="メイリオ" panose="020B0604030504040204" pitchFamily="50" charset="-128"/>
              </a:rPr>
              <a:t>⑤サービスツールのバージョンを確認できます</a:t>
            </a:r>
            <a:endParaRPr lang="en-US" altLang="ja-JP" sz="1200">
              <a:ea typeface="メイリオ" panose="020B0604030504040204" pitchFamily="50" charset="-128"/>
              <a:cs typeface="メイリオ" panose="020B0604030504040204" pitchFamily="50" charset="-128"/>
            </a:endParaRPr>
          </a:p>
        </p:txBody>
      </p:sp>
      <p:sp>
        <p:nvSpPr>
          <p:cNvPr id="12" name="テキスト ボックス 11">
            <a:extLst>
              <a:ext uri="{FF2B5EF4-FFF2-40B4-BE49-F238E27FC236}">
                <a16:creationId xmlns:a16="http://schemas.microsoft.com/office/drawing/2014/main" id="{7E3029A2-73AC-00FF-6C10-21D106A7E16C}"/>
              </a:ext>
            </a:extLst>
          </p:cNvPr>
          <p:cNvSpPr txBox="1"/>
          <p:nvPr/>
        </p:nvSpPr>
        <p:spPr>
          <a:xfrm>
            <a:off x="11422545" y="3224430"/>
            <a:ext cx="646331" cy="230832"/>
          </a:xfrm>
          <a:prstGeom prst="rect">
            <a:avLst/>
          </a:prstGeom>
          <a:noFill/>
        </p:spPr>
        <p:txBody>
          <a:bodyPr wrap="none" rtlCol="0">
            <a:spAutoFit/>
          </a:bodyPr>
          <a:lstStyle/>
          <a:p>
            <a:r>
              <a:rPr kumimoji="1" lang="ja-JP" altLang="en-US" sz="900">
                <a:solidFill>
                  <a:srgbClr val="FF0000"/>
                </a:solidFill>
              </a:rPr>
              <a:t>△</a:t>
            </a:r>
            <a:r>
              <a:rPr kumimoji="1" lang="en-US" altLang="ja-JP" sz="900">
                <a:solidFill>
                  <a:srgbClr val="FF0000"/>
                </a:solidFill>
              </a:rPr>
              <a:t>09</a:t>
            </a:r>
            <a:r>
              <a:rPr kumimoji="1" lang="ja-JP" altLang="en-US" sz="900">
                <a:solidFill>
                  <a:srgbClr val="FF0000"/>
                </a:solidFill>
              </a:rPr>
              <a:t>追加</a:t>
            </a:r>
            <a:endParaRPr kumimoji="1" lang="en-US" altLang="ja-JP" sz="900">
              <a:solidFill>
                <a:srgbClr val="FF0000"/>
              </a:solidFill>
            </a:endParaRPr>
          </a:p>
        </p:txBody>
      </p:sp>
      <p:sp>
        <p:nvSpPr>
          <p:cNvPr id="14" name="テキスト ボックス 13">
            <a:extLst>
              <a:ext uri="{FF2B5EF4-FFF2-40B4-BE49-F238E27FC236}">
                <a16:creationId xmlns:a16="http://schemas.microsoft.com/office/drawing/2014/main" id="{5DB241DD-6350-1353-5437-6FD04EE3D64E}"/>
              </a:ext>
            </a:extLst>
          </p:cNvPr>
          <p:cNvSpPr txBox="1"/>
          <p:nvPr/>
        </p:nvSpPr>
        <p:spPr>
          <a:xfrm>
            <a:off x="11422545" y="8174382"/>
            <a:ext cx="646331" cy="230832"/>
          </a:xfrm>
          <a:prstGeom prst="rect">
            <a:avLst/>
          </a:prstGeom>
          <a:noFill/>
        </p:spPr>
        <p:txBody>
          <a:bodyPr wrap="none" rtlCol="0">
            <a:spAutoFit/>
          </a:bodyPr>
          <a:lstStyle/>
          <a:p>
            <a:r>
              <a:rPr kumimoji="1" lang="ja-JP" altLang="en-US" sz="900">
                <a:solidFill>
                  <a:srgbClr val="FF0000"/>
                </a:solidFill>
              </a:rPr>
              <a:t>△</a:t>
            </a:r>
            <a:r>
              <a:rPr kumimoji="1" lang="en-US" altLang="ja-JP" sz="900">
                <a:solidFill>
                  <a:srgbClr val="FF0000"/>
                </a:solidFill>
              </a:rPr>
              <a:t>09</a:t>
            </a:r>
            <a:r>
              <a:rPr kumimoji="1" lang="ja-JP" altLang="en-US" sz="900">
                <a:solidFill>
                  <a:srgbClr val="FF0000"/>
                </a:solidFill>
              </a:rPr>
              <a:t>追加</a:t>
            </a:r>
            <a:endParaRPr kumimoji="1" lang="en-US" altLang="ja-JP" sz="900">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9D7E108-8EA7-5366-C113-703E357820EA}"/>
            </a:ext>
          </a:extLst>
        </p:cNvPr>
        <p:cNvGrpSpPr/>
        <p:nvPr/>
      </p:nvGrpSpPr>
      <p:grpSpPr>
        <a:xfrm>
          <a:off x="0" y="0"/>
          <a:ext cx="0" cy="0"/>
          <a:chOff x="0" y="0"/>
          <a:chExt cx="0" cy="0"/>
        </a:xfrm>
      </p:grpSpPr>
      <p:pic>
        <p:nvPicPr>
          <p:cNvPr id="8" name="図 7">
            <a:extLst>
              <a:ext uri="{FF2B5EF4-FFF2-40B4-BE49-F238E27FC236}">
                <a16:creationId xmlns:a16="http://schemas.microsoft.com/office/drawing/2014/main" id="{BD1AE001-27D7-F318-7683-3CBB35D3BFBF}"/>
              </a:ext>
            </a:extLst>
          </p:cNvPr>
          <p:cNvPicPr>
            <a:picLocks noChangeAspect="1"/>
          </p:cNvPicPr>
          <p:nvPr/>
        </p:nvPicPr>
        <p:blipFill>
          <a:blip r:embed="rId2"/>
          <a:stretch>
            <a:fillRect/>
          </a:stretch>
        </p:blipFill>
        <p:spPr>
          <a:xfrm>
            <a:off x="284379" y="496082"/>
            <a:ext cx="6254718" cy="4351108"/>
          </a:xfrm>
          <a:prstGeom prst="rect">
            <a:avLst/>
          </a:prstGeom>
        </p:spPr>
      </p:pic>
      <p:sp>
        <p:nvSpPr>
          <p:cNvPr id="5" name="テキスト ボックス 4">
            <a:extLst>
              <a:ext uri="{FF2B5EF4-FFF2-40B4-BE49-F238E27FC236}">
                <a16:creationId xmlns:a16="http://schemas.microsoft.com/office/drawing/2014/main" id="{DFE91FB9-BBFE-1423-F367-9E190A664ED0}"/>
              </a:ext>
            </a:extLst>
          </p:cNvPr>
          <p:cNvSpPr txBox="1"/>
          <p:nvPr/>
        </p:nvSpPr>
        <p:spPr>
          <a:xfrm>
            <a:off x="261519" y="133386"/>
            <a:ext cx="1435008"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Home</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sp>
        <p:nvSpPr>
          <p:cNvPr id="9" name="円/楕円 8">
            <a:extLst>
              <a:ext uri="{FF2B5EF4-FFF2-40B4-BE49-F238E27FC236}">
                <a16:creationId xmlns:a16="http://schemas.microsoft.com/office/drawing/2014/main" id="{A17AFC0E-77C6-A8A9-B561-472A526A4711}"/>
              </a:ext>
            </a:extLst>
          </p:cNvPr>
          <p:cNvSpPr/>
          <p:nvPr/>
        </p:nvSpPr>
        <p:spPr>
          <a:xfrm>
            <a:off x="3559638" y="4581360"/>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800">
                <a:solidFill>
                  <a:srgbClr val="FF0000"/>
                </a:solidFill>
              </a:rPr>
              <a:t>６</a:t>
            </a:r>
          </a:p>
        </p:txBody>
      </p:sp>
      <p:sp>
        <p:nvSpPr>
          <p:cNvPr id="28" name="円/楕円 27">
            <a:extLst>
              <a:ext uri="{FF2B5EF4-FFF2-40B4-BE49-F238E27FC236}">
                <a16:creationId xmlns:a16="http://schemas.microsoft.com/office/drawing/2014/main" id="{4D8769A7-9DCB-E38E-7BE9-99D46C7D303C}"/>
              </a:ext>
            </a:extLst>
          </p:cNvPr>
          <p:cNvSpPr/>
          <p:nvPr/>
        </p:nvSpPr>
        <p:spPr>
          <a:xfrm>
            <a:off x="5535339" y="629358"/>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800">
                <a:solidFill>
                  <a:srgbClr val="FF0000"/>
                </a:solidFill>
              </a:rPr>
              <a:t>７</a:t>
            </a:r>
          </a:p>
        </p:txBody>
      </p:sp>
      <p:sp>
        <p:nvSpPr>
          <p:cNvPr id="6" name="テキスト ボックス 5">
            <a:extLst>
              <a:ext uri="{FF2B5EF4-FFF2-40B4-BE49-F238E27FC236}">
                <a16:creationId xmlns:a16="http://schemas.microsoft.com/office/drawing/2014/main" id="{805F6235-C0E8-80D6-5242-530EC79FAC96}"/>
              </a:ext>
            </a:extLst>
          </p:cNvPr>
          <p:cNvSpPr txBox="1"/>
          <p:nvPr/>
        </p:nvSpPr>
        <p:spPr>
          <a:xfrm>
            <a:off x="6688791" y="626565"/>
            <a:ext cx="5887978" cy="969496"/>
          </a:xfrm>
          <a:prstGeom prst="rect">
            <a:avLst/>
          </a:prstGeom>
          <a:solidFill>
            <a:schemeClr val="bg1"/>
          </a:solidFill>
          <a:ln w="6350">
            <a:solidFill>
              <a:schemeClr val="tx1"/>
            </a:solidFill>
          </a:ln>
        </p:spPr>
        <p:txBody>
          <a:bodyPr wrap="square" rtlCol="0">
            <a:spAutoFit/>
          </a:bodyPr>
          <a:lstStyle/>
          <a:p>
            <a:r>
              <a:rPr lang="ja-JP" altLang="en-US" sz="1200">
                <a:ea typeface="メイリオ" panose="020B0604030504040204" pitchFamily="50" charset="-128"/>
                <a:cs typeface="メイリオ" panose="020B0604030504040204" pitchFamily="50" charset="-128"/>
              </a:rPr>
              <a:t>各ボタンをクリックすると各画面に移動します。</a:t>
            </a:r>
            <a:endParaRPr lang="en-US" altLang="ja-JP" sz="1200">
              <a:ea typeface="メイリオ" panose="020B0604030504040204" pitchFamily="50" charset="-128"/>
              <a:cs typeface="メイリオ" panose="020B0604030504040204" pitchFamily="50" charset="-128"/>
            </a:endParaRPr>
          </a:p>
          <a:p>
            <a:pPr>
              <a:lnSpc>
                <a:spcPct val="200000"/>
              </a:lnSpc>
              <a:tabLst>
                <a:tab pos="1260000" algn="l"/>
              </a:tabLst>
            </a:pPr>
            <a:r>
              <a:rPr lang="ja-JP" altLang="en-US" sz="1200">
                <a:ea typeface="メイリオ" panose="020B0604030504040204" pitchFamily="50" charset="-128"/>
                <a:cs typeface="メイリオ" panose="020B0604030504040204" pitchFamily="50" charset="-128"/>
              </a:rPr>
              <a:t>⑥</a:t>
            </a:r>
            <a:r>
              <a:rPr lang="en-US" altLang="ja-JP" sz="1200">
                <a:ea typeface="メイリオ" panose="020B0604030504040204" pitchFamily="50" charset="-128"/>
                <a:cs typeface="メイリオ" panose="020B0604030504040204" pitchFamily="50" charset="-128"/>
              </a:rPr>
              <a:t>TFM command	 : TFM</a:t>
            </a:r>
            <a:r>
              <a:rPr lang="ja-JP" altLang="en-US" sz="1200">
                <a:ea typeface="メイリオ" panose="020B0604030504040204" pitchFamily="50" charset="-128"/>
                <a:cs typeface="メイリオ" panose="020B0604030504040204" pitchFamily="50" charset="-128"/>
              </a:rPr>
              <a:t>コマンドの送信</a:t>
            </a:r>
            <a:endParaRPr lang="en-US" altLang="ja-JP" sz="1200">
              <a:ea typeface="メイリオ" panose="020B0604030504040204" pitchFamily="50" charset="-128"/>
              <a:cs typeface="メイリオ" panose="020B0604030504040204" pitchFamily="50" charset="-128"/>
            </a:endParaRPr>
          </a:p>
          <a:p>
            <a:pPr>
              <a:lnSpc>
                <a:spcPct val="200000"/>
              </a:lnSpc>
              <a:tabLst>
                <a:tab pos="1260000" algn="l"/>
              </a:tabLst>
            </a:pPr>
            <a:r>
              <a:rPr lang="ja-JP" altLang="en-US" sz="1200">
                <a:ea typeface="メイリオ" panose="020B0604030504040204" pitchFamily="50" charset="-128"/>
                <a:cs typeface="メイリオ" panose="020B0604030504040204" pitchFamily="50" charset="-128"/>
              </a:rPr>
              <a:t>⑦ライセンス付きサービスツールのバージョンを確認できます。</a:t>
            </a:r>
            <a:endParaRPr lang="en-US" altLang="ja-JP" sz="1200">
              <a:ea typeface="メイリオ" panose="020B0604030504040204" pitchFamily="50" charset="-128"/>
              <a:cs typeface="メイリオ" panose="020B0604030504040204" pitchFamily="50" charset="-128"/>
            </a:endParaRPr>
          </a:p>
        </p:txBody>
      </p:sp>
      <p:sp>
        <p:nvSpPr>
          <p:cNvPr id="14" name="テキスト ボックス 13">
            <a:extLst>
              <a:ext uri="{FF2B5EF4-FFF2-40B4-BE49-F238E27FC236}">
                <a16:creationId xmlns:a16="http://schemas.microsoft.com/office/drawing/2014/main" id="{9D03F2CB-C8D2-38B9-3307-63C5D1C1BCBC}"/>
              </a:ext>
            </a:extLst>
          </p:cNvPr>
          <p:cNvSpPr txBox="1"/>
          <p:nvPr/>
        </p:nvSpPr>
        <p:spPr>
          <a:xfrm>
            <a:off x="1696527" y="265249"/>
            <a:ext cx="646331" cy="230832"/>
          </a:xfrm>
          <a:prstGeom prst="rect">
            <a:avLst/>
          </a:prstGeom>
          <a:noFill/>
        </p:spPr>
        <p:txBody>
          <a:bodyPr wrap="none" rtlCol="0">
            <a:spAutoFit/>
          </a:bodyPr>
          <a:lstStyle/>
          <a:p>
            <a:r>
              <a:rPr kumimoji="1" lang="ja-JP" altLang="en-US" sz="900">
                <a:solidFill>
                  <a:srgbClr val="FF0000"/>
                </a:solidFill>
              </a:rPr>
              <a:t>△</a:t>
            </a:r>
            <a:r>
              <a:rPr lang="en-US" altLang="ja-JP" sz="900">
                <a:solidFill>
                  <a:srgbClr val="FF0000"/>
                </a:solidFill>
              </a:rPr>
              <a:t>12</a:t>
            </a:r>
            <a:r>
              <a:rPr kumimoji="1" lang="ja-JP" altLang="en-US" sz="900">
                <a:solidFill>
                  <a:srgbClr val="FF0000"/>
                </a:solidFill>
              </a:rPr>
              <a:t>追加</a:t>
            </a:r>
            <a:endParaRPr kumimoji="1" lang="en-US" altLang="ja-JP" sz="900">
              <a:solidFill>
                <a:srgbClr val="FF0000"/>
              </a:solidFill>
            </a:endParaRPr>
          </a:p>
        </p:txBody>
      </p:sp>
      <p:sp>
        <p:nvSpPr>
          <p:cNvPr id="2" name="テキスト ボックス 1">
            <a:extLst>
              <a:ext uri="{FF2B5EF4-FFF2-40B4-BE49-F238E27FC236}">
                <a16:creationId xmlns:a16="http://schemas.microsoft.com/office/drawing/2014/main" id="{60925D52-7A69-8C2C-8969-A06671EDD780}"/>
              </a:ext>
            </a:extLst>
          </p:cNvPr>
          <p:cNvSpPr txBox="1"/>
          <p:nvPr/>
        </p:nvSpPr>
        <p:spPr>
          <a:xfrm>
            <a:off x="9933507" y="155540"/>
            <a:ext cx="2271776" cy="450251"/>
          </a:xfrm>
          <a:prstGeom prst="rect">
            <a:avLst/>
          </a:prstGeom>
          <a:noFill/>
        </p:spPr>
        <p:txBody>
          <a:bodyPr wrap="none" rtlCol="0">
            <a:spAutoFit/>
          </a:bodyPr>
          <a:lstStyle/>
          <a:p>
            <a:pPr defTabSz="590840"/>
            <a:r>
              <a:rPr lang="ja-JP" altLang="en-US" sz="2326" b="1">
                <a:solidFill>
                  <a:srgbClr val="ED7D31"/>
                </a:solidFill>
                <a:latin typeface="Calibri" panose="020F0502020204030204"/>
                <a:ea typeface="游ゴシック" panose="020B0400000000000000" pitchFamily="50" charset="-128"/>
              </a:rPr>
              <a:t>ライセンス付版</a:t>
            </a:r>
          </a:p>
        </p:txBody>
      </p:sp>
      <p:sp>
        <p:nvSpPr>
          <p:cNvPr id="10" name="角丸四角形 9">
            <a:extLst>
              <a:ext uri="{FF2B5EF4-FFF2-40B4-BE49-F238E27FC236}">
                <a16:creationId xmlns:a16="http://schemas.microsoft.com/office/drawing/2014/main" id="{DE3D969C-27DE-0C29-0FB4-E83903D06905}"/>
              </a:ext>
            </a:extLst>
          </p:cNvPr>
          <p:cNvSpPr/>
          <p:nvPr/>
        </p:nvSpPr>
        <p:spPr>
          <a:xfrm>
            <a:off x="3228976" y="4166282"/>
            <a:ext cx="949324" cy="348568"/>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spTree>
    <p:extLst>
      <p:ext uri="{BB962C8B-B14F-4D97-AF65-F5344CB8AC3E}">
        <p14:creationId xmlns:p14="http://schemas.microsoft.com/office/powerpoint/2010/main" val="3126817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315913" y="479425"/>
            <a:ext cx="6071428" cy="4214285"/>
          </a:xfrm>
          <a:prstGeom prst="rect">
            <a:avLst/>
          </a:prstGeom>
        </p:spPr>
      </p:pic>
      <p:sp>
        <p:nvSpPr>
          <p:cNvPr id="4" name="テキスト ボックス 3"/>
          <p:cNvSpPr txBox="1"/>
          <p:nvPr/>
        </p:nvSpPr>
        <p:spPr>
          <a:xfrm>
            <a:off x="315913" y="79315"/>
            <a:ext cx="2568332"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Inputs(Main)1</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sp>
        <p:nvSpPr>
          <p:cNvPr id="7" name="テキスト ボックス 6"/>
          <p:cNvSpPr txBox="1"/>
          <p:nvPr/>
        </p:nvSpPr>
        <p:spPr>
          <a:xfrm>
            <a:off x="6688138" y="479425"/>
            <a:ext cx="5408361" cy="4724370"/>
          </a:xfrm>
          <a:prstGeom prst="rect">
            <a:avLst/>
          </a:prstGeom>
          <a:solidFill>
            <a:schemeClr val="bg1"/>
          </a:solidFill>
          <a:ln w="6350">
            <a:solidFill>
              <a:schemeClr val="tx1"/>
            </a:solidFill>
          </a:ln>
        </p:spPr>
        <p:txBody>
          <a:bodyPr wrap="square" rtlCol="0">
            <a:spAutoFit/>
          </a:bodyPr>
          <a:lstStyle/>
          <a:p>
            <a:pPr>
              <a:spcAft>
                <a:spcPts val="600"/>
              </a:spcAft>
            </a:pPr>
            <a:r>
              <a:rPr lang="ja-JP" altLang="en-US" sz="1200">
                <a:latin typeface="Meiryo UI" panose="020B0604030504040204" pitchFamily="50" charset="-128"/>
                <a:ea typeface="Meiryo UI" panose="020B0604030504040204" pitchFamily="50" charset="-128"/>
                <a:cs typeface="Meiryo UI" panose="020B0604030504040204" pitchFamily="50" charset="-128"/>
              </a:rPr>
              <a:t>メインコントローラに入力されるデジタル信号、アナログ信号を確認できます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Home:</a:t>
            </a:r>
            <a:r>
              <a:rPr lang="ja-JP" altLang="en-US" sz="1200">
                <a:latin typeface="Meiryo UI" panose="020B0604030504040204" pitchFamily="50" charset="-128"/>
                <a:ea typeface="Meiryo UI" panose="020B0604030504040204" pitchFamily="50" charset="-128"/>
                <a:cs typeface="Meiryo UI" panose="020B0604030504040204" pitchFamily="50" charset="-128"/>
              </a:rPr>
              <a:t> ホーム画面に移動します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Main</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controller</a:t>
            </a:r>
          </a:p>
          <a:p>
            <a:pPr marL="180000"/>
            <a:r>
              <a:rPr lang="en-US" altLang="ja-JP" sz="1200">
                <a:latin typeface="Meiryo UI" panose="020B0604030504040204" pitchFamily="50" charset="-128"/>
                <a:ea typeface="Meiryo UI" panose="020B0604030504040204" pitchFamily="50" charset="-128"/>
                <a:cs typeface="Meiryo UI" panose="020B0604030504040204" pitchFamily="50" charset="-128"/>
              </a:rPr>
              <a:t>C1P05: </a:t>
            </a:r>
            <a:r>
              <a:rPr lang="ja-JP" altLang="en-US" sz="1200">
                <a:latin typeface="Meiryo UI" panose="020B0604030504040204" pitchFamily="50" charset="-128"/>
                <a:ea typeface="Meiryo UI" panose="020B0604030504040204" pitchFamily="50" charset="-128"/>
                <a:cs typeface="Meiryo UI" panose="020B0604030504040204" pitchFamily="50" charset="-128"/>
              </a:rPr>
              <a:t>スタータスイッチ </a:t>
            </a:r>
            <a:r>
              <a:rPr lang="en-US" altLang="ja-JP" sz="1200">
                <a:latin typeface="Meiryo UI" panose="020B0604030504040204" pitchFamily="50" charset="-128"/>
                <a:ea typeface="Meiryo UI" panose="020B0604030504040204" pitchFamily="50" charset="-128"/>
                <a:cs typeface="Meiryo UI" panose="020B0604030504040204" pitchFamily="50" charset="-128"/>
              </a:rPr>
              <a:t>ACC</a:t>
            </a:r>
          </a:p>
          <a:p>
            <a:pPr marL="180000"/>
            <a:r>
              <a:rPr lang="en-US" altLang="ja-JP" sz="1200">
                <a:latin typeface="Meiryo UI" panose="020B0604030504040204" pitchFamily="50" charset="-128"/>
                <a:ea typeface="Meiryo UI" panose="020B0604030504040204" pitchFamily="50" charset="-128"/>
                <a:cs typeface="Meiryo UI" panose="020B0604030504040204" pitchFamily="50" charset="-128"/>
              </a:rPr>
              <a:t>C1P06:</a:t>
            </a:r>
            <a:r>
              <a:rPr lang="ja-JP" altLang="en-US" sz="1200">
                <a:latin typeface="Meiryo UI" panose="020B0604030504040204" pitchFamily="50" charset="-128"/>
                <a:ea typeface="Meiryo UI" panose="020B0604030504040204" pitchFamily="50" charset="-128"/>
                <a:cs typeface="Meiryo UI" panose="020B0604030504040204" pitchFamily="50" charset="-128"/>
              </a:rPr>
              <a:t> アクセルペダル１</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a:latin typeface="Meiryo UI" panose="020B0604030504040204" pitchFamily="50" charset="-128"/>
                <a:ea typeface="Meiryo UI" panose="020B0604030504040204" pitchFamily="50" charset="-128"/>
                <a:cs typeface="Meiryo UI" panose="020B0604030504040204" pitchFamily="50" charset="-128"/>
              </a:rPr>
              <a:t>C1P07:</a:t>
            </a:r>
            <a:r>
              <a:rPr lang="ja-JP" altLang="en-US" sz="1200">
                <a:latin typeface="Meiryo UI" panose="020B0604030504040204" pitchFamily="50" charset="-128"/>
                <a:ea typeface="Meiryo UI" panose="020B0604030504040204" pitchFamily="50" charset="-128"/>
                <a:cs typeface="Meiryo UI" panose="020B0604030504040204" pitchFamily="50" charset="-128"/>
              </a:rPr>
              <a:t> アクセルペダル２</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a:latin typeface="Meiryo UI" panose="020B0604030504040204" pitchFamily="50" charset="-128"/>
                <a:ea typeface="Meiryo UI" panose="020B0604030504040204" pitchFamily="50" charset="-128"/>
                <a:cs typeface="Meiryo UI" panose="020B0604030504040204" pitchFamily="50" charset="-128"/>
              </a:rPr>
              <a:t>C1P10:</a:t>
            </a:r>
            <a:r>
              <a:rPr lang="ja-JP" altLang="en-US" sz="1200">
                <a:latin typeface="Meiryo UI" panose="020B0604030504040204" pitchFamily="50" charset="-128"/>
                <a:ea typeface="Meiryo UI" panose="020B0604030504040204" pitchFamily="50" charset="-128"/>
                <a:cs typeface="Meiryo UI" panose="020B0604030504040204" pitchFamily="50" charset="-128"/>
              </a:rPr>
              <a:t> スイングペダル１</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a:latin typeface="Meiryo UI" panose="020B0604030504040204" pitchFamily="50" charset="-128"/>
                <a:ea typeface="Meiryo UI" panose="020B0604030504040204" pitchFamily="50" charset="-128"/>
                <a:cs typeface="Meiryo UI" panose="020B0604030504040204" pitchFamily="50" charset="-128"/>
              </a:rPr>
              <a:t>C1P11:</a:t>
            </a:r>
            <a:r>
              <a:rPr lang="ja-JP" altLang="en-US" sz="1200">
                <a:latin typeface="Meiryo UI" panose="020B0604030504040204" pitchFamily="50" charset="-128"/>
                <a:ea typeface="Meiryo UI" panose="020B0604030504040204" pitchFamily="50" charset="-128"/>
                <a:cs typeface="Meiryo UI" panose="020B0604030504040204" pitchFamily="50" charset="-128"/>
              </a:rPr>
              <a:t> スイングペダル２</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a:latin typeface="Meiryo UI" panose="020B0604030504040204" pitchFamily="50" charset="-128"/>
                <a:ea typeface="Meiryo UI" panose="020B0604030504040204" pitchFamily="50" charset="-128"/>
                <a:cs typeface="Meiryo UI" panose="020B0604030504040204" pitchFamily="50" charset="-128"/>
              </a:rPr>
              <a:t>C1P12:</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AUX3</a:t>
            </a:r>
            <a:r>
              <a:rPr lang="ja-JP" altLang="en-US" sz="1200">
                <a:latin typeface="Meiryo UI" panose="020B0604030504040204" pitchFamily="50" charset="-128"/>
                <a:ea typeface="Meiryo UI" panose="020B0604030504040204" pitchFamily="50" charset="-128"/>
                <a:cs typeface="Meiryo UI" panose="020B0604030504040204" pitchFamily="50" charset="-128"/>
              </a:rPr>
              <a:t>圧力スイッチ</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a:latin typeface="Meiryo UI" panose="020B0604030504040204" pitchFamily="50" charset="-128"/>
                <a:ea typeface="Meiryo UI" panose="020B0604030504040204" pitchFamily="50" charset="-128"/>
                <a:cs typeface="Meiryo UI" panose="020B0604030504040204" pitchFamily="50" charset="-128"/>
              </a:rPr>
              <a:t>C1P15:</a:t>
            </a:r>
            <a:r>
              <a:rPr lang="ja-JP" altLang="en-US" sz="1200">
                <a:latin typeface="Meiryo UI" panose="020B0604030504040204" pitchFamily="50" charset="-128"/>
                <a:ea typeface="Meiryo UI" panose="020B0604030504040204" pitchFamily="50" charset="-128"/>
                <a:cs typeface="Meiryo UI" panose="020B0604030504040204" pitchFamily="50" charset="-128"/>
              </a:rPr>
              <a:t> リフトアラーム圧力センサ</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a:latin typeface="Meiryo UI" panose="020B0604030504040204" pitchFamily="50" charset="-128"/>
                <a:ea typeface="Meiryo UI" panose="020B0604030504040204" pitchFamily="50" charset="-128"/>
                <a:cs typeface="Meiryo UI" panose="020B0604030504040204" pitchFamily="50" charset="-128"/>
              </a:rPr>
              <a:t>C1P16:</a:t>
            </a:r>
            <a:r>
              <a:rPr lang="ja-JP" altLang="en-US" sz="1200">
                <a:latin typeface="Meiryo UI" panose="020B0604030504040204" pitchFamily="50" charset="-128"/>
                <a:ea typeface="Meiryo UI" panose="020B0604030504040204" pitchFamily="50" charset="-128"/>
                <a:cs typeface="Meiryo UI" panose="020B0604030504040204" pitchFamily="50" charset="-128"/>
              </a:rPr>
              <a:t> 作動油温度センサ抵抗値</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a:latin typeface="Meiryo UI" panose="020B0604030504040204" pitchFamily="50" charset="-128"/>
                <a:ea typeface="Meiryo UI" panose="020B0604030504040204" pitchFamily="50" charset="-128"/>
                <a:cs typeface="Meiryo UI" panose="020B0604030504040204" pitchFamily="50" charset="-128"/>
              </a:rPr>
              <a:t>C1P17:</a:t>
            </a:r>
            <a:r>
              <a:rPr lang="ja-JP" altLang="en-US" sz="1200">
                <a:latin typeface="Meiryo UI" panose="020B0604030504040204" pitchFamily="50" charset="-128"/>
                <a:ea typeface="Meiryo UI" panose="020B0604030504040204" pitchFamily="50" charset="-128"/>
                <a:cs typeface="Meiryo UI" panose="020B0604030504040204" pitchFamily="50" charset="-128"/>
              </a:rPr>
              <a:t> 上部体旋回ポジションスイッチ</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a:latin typeface="Meiryo UI" panose="020B0604030504040204" pitchFamily="50" charset="-128"/>
                <a:ea typeface="Meiryo UI" panose="020B0604030504040204" pitchFamily="50" charset="-128"/>
                <a:cs typeface="Meiryo UI" panose="020B0604030504040204" pitchFamily="50" charset="-128"/>
              </a:rPr>
              <a:t>C1P18:</a:t>
            </a:r>
            <a:r>
              <a:rPr lang="ja-JP" altLang="en-US" sz="1200">
                <a:latin typeface="Meiryo UI" panose="020B0604030504040204" pitchFamily="50" charset="-128"/>
                <a:ea typeface="Meiryo UI" panose="020B0604030504040204" pitchFamily="50" charset="-128"/>
                <a:cs typeface="Meiryo UI" panose="020B0604030504040204" pitchFamily="50" charset="-128"/>
              </a:rPr>
              <a:t> 前輪ブレーキ圧力センサ</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a:latin typeface="Meiryo UI" panose="020B0604030504040204" pitchFamily="50" charset="-128"/>
                <a:ea typeface="Meiryo UI" panose="020B0604030504040204" pitchFamily="50" charset="-128"/>
                <a:cs typeface="Meiryo UI" panose="020B0604030504040204" pitchFamily="50" charset="-128"/>
              </a:rPr>
              <a:t>C1P19:</a:t>
            </a:r>
            <a:r>
              <a:rPr lang="ja-JP" altLang="en-US" sz="1200">
                <a:latin typeface="Meiryo UI" panose="020B0604030504040204" pitchFamily="50" charset="-128"/>
                <a:ea typeface="Meiryo UI" panose="020B0604030504040204" pitchFamily="50" charset="-128"/>
                <a:cs typeface="Meiryo UI" panose="020B0604030504040204" pitchFamily="50" charset="-128"/>
              </a:rPr>
              <a:t> 後輪ブレーキ圧力センサ</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a:latin typeface="Meiryo UI" panose="020B0604030504040204" pitchFamily="50" charset="-128"/>
                <a:ea typeface="Meiryo UI" panose="020B0604030504040204" pitchFamily="50" charset="-128"/>
                <a:cs typeface="Meiryo UI" panose="020B0604030504040204" pitchFamily="50" charset="-128"/>
              </a:rPr>
              <a:t>C1P20:</a:t>
            </a:r>
            <a:r>
              <a:rPr lang="ja-JP" altLang="en-US" sz="1200">
                <a:latin typeface="Meiryo UI" panose="020B0604030504040204" pitchFamily="50" charset="-128"/>
                <a:ea typeface="Meiryo UI" panose="020B0604030504040204" pitchFamily="50" charset="-128"/>
                <a:cs typeface="Meiryo UI" panose="020B0604030504040204" pitchFamily="50" charset="-128"/>
              </a:rPr>
              <a:t> ブレーキアキュームレータ圧力センサ</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a:latin typeface="Meiryo UI" panose="020B0604030504040204" pitchFamily="50" charset="-128"/>
                <a:ea typeface="Meiryo UI" panose="020B0604030504040204" pitchFamily="50" charset="-128"/>
                <a:cs typeface="Meiryo UI" panose="020B0604030504040204" pitchFamily="50" charset="-128"/>
              </a:rPr>
              <a:t>C1P21:</a:t>
            </a:r>
            <a:r>
              <a:rPr lang="ja-JP" altLang="en-US" sz="1200">
                <a:latin typeface="Meiryo UI" panose="020B0604030504040204" pitchFamily="50" charset="-128"/>
                <a:ea typeface="Meiryo UI" panose="020B0604030504040204" pitchFamily="50" charset="-128"/>
                <a:cs typeface="Meiryo UI" panose="020B0604030504040204" pitchFamily="50" charset="-128"/>
              </a:rPr>
              <a:t> コントロールバルブメイン圧力センサ</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a:latin typeface="Meiryo UI" panose="020B0604030504040204" pitchFamily="50" charset="-128"/>
                <a:ea typeface="Meiryo UI" panose="020B0604030504040204" pitchFamily="50" charset="-128"/>
                <a:cs typeface="Meiryo UI" panose="020B0604030504040204" pitchFamily="50" charset="-128"/>
              </a:rPr>
              <a:t>C1P22:</a:t>
            </a:r>
            <a:r>
              <a:rPr lang="ja-JP" altLang="en-US" sz="1200">
                <a:latin typeface="Meiryo UI" panose="020B0604030504040204" pitchFamily="50" charset="-128"/>
                <a:ea typeface="Meiryo UI" panose="020B0604030504040204" pitchFamily="50" charset="-128"/>
                <a:cs typeface="Meiryo UI" panose="020B0604030504040204" pitchFamily="50" charset="-128"/>
              </a:rPr>
              <a:t> コントロールバルブサブ圧力センサ</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a:latin typeface="Meiryo UI" panose="020B0604030504040204" pitchFamily="50" charset="-128"/>
                <a:ea typeface="Meiryo UI" panose="020B0604030504040204" pitchFamily="50" charset="-128"/>
                <a:cs typeface="Meiryo UI" panose="020B0604030504040204" pitchFamily="50" charset="-128"/>
              </a:rPr>
              <a:t>C1P25:</a:t>
            </a:r>
            <a:r>
              <a:rPr lang="ja-JP" altLang="en-US" sz="1200">
                <a:latin typeface="Meiryo UI" panose="020B0604030504040204" pitchFamily="50" charset="-128"/>
                <a:ea typeface="Meiryo UI" panose="020B0604030504040204" pitchFamily="50" charset="-128"/>
                <a:cs typeface="Meiryo UI" panose="020B0604030504040204" pitchFamily="50" charset="-128"/>
              </a:rPr>
              <a:t> 燃料センダ抵抗値</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a:latin typeface="Meiryo UI" panose="020B0604030504040204" pitchFamily="50" charset="-128"/>
                <a:ea typeface="Meiryo UI" panose="020B0604030504040204" pitchFamily="50" charset="-128"/>
                <a:cs typeface="Meiryo UI" panose="020B0604030504040204" pitchFamily="50" charset="-128"/>
              </a:rPr>
              <a:t>C1P26:</a:t>
            </a:r>
            <a:r>
              <a:rPr lang="ja-JP" altLang="en-US" sz="1200">
                <a:latin typeface="Meiryo UI" panose="020B0604030504040204" pitchFamily="50" charset="-128"/>
                <a:ea typeface="Meiryo UI" panose="020B0604030504040204" pitchFamily="50" charset="-128"/>
                <a:cs typeface="Meiryo UI" panose="020B0604030504040204" pitchFamily="50" charset="-128"/>
              </a:rPr>
              <a:t> 燃料満タン検出スイッチ</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a:latin typeface="Meiryo UI" panose="020B0604030504040204" pitchFamily="50" charset="-128"/>
                <a:ea typeface="Meiryo UI" panose="020B0604030504040204" pitchFamily="50" charset="-128"/>
                <a:cs typeface="Meiryo UI" panose="020B0604030504040204" pitchFamily="50" charset="-128"/>
              </a:rPr>
              <a:t>C1P27:</a:t>
            </a:r>
            <a:r>
              <a:rPr lang="ja-JP" altLang="en-US" sz="1200">
                <a:latin typeface="Meiryo UI" panose="020B0604030504040204" pitchFamily="50" charset="-128"/>
                <a:ea typeface="Meiryo UI" panose="020B0604030504040204" pitchFamily="50" charset="-128"/>
                <a:cs typeface="Meiryo UI" panose="020B0604030504040204" pitchFamily="50" charset="-128"/>
              </a:rPr>
              <a:t> 間欠ワイパスイッチ</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a:latin typeface="Meiryo UI" panose="020B0604030504040204" pitchFamily="50" charset="-128"/>
                <a:ea typeface="Meiryo UI" panose="020B0604030504040204" pitchFamily="50" charset="-128"/>
                <a:cs typeface="Meiryo UI" panose="020B0604030504040204" pitchFamily="50" charset="-128"/>
              </a:rPr>
              <a:t>C1P28:</a:t>
            </a:r>
            <a:r>
              <a:rPr lang="ja-JP" altLang="en-US" sz="1200">
                <a:latin typeface="Meiryo UI" panose="020B0604030504040204" pitchFamily="50" charset="-128"/>
                <a:ea typeface="Meiryo UI" panose="020B0604030504040204" pitchFamily="50" charset="-128"/>
                <a:cs typeface="Meiryo UI" panose="020B0604030504040204" pitchFamily="50" charset="-128"/>
              </a:rPr>
              <a:t> 連続ワイパスイッチ</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a:latin typeface="Meiryo UI" panose="020B0604030504040204" pitchFamily="50" charset="-128"/>
                <a:ea typeface="Meiryo UI" panose="020B0604030504040204" pitchFamily="50" charset="-128"/>
                <a:cs typeface="Meiryo UI" panose="020B0604030504040204" pitchFamily="50" charset="-128"/>
              </a:rPr>
              <a:t>C1P29:</a:t>
            </a:r>
            <a:r>
              <a:rPr lang="ja-JP" altLang="en-US" sz="1200">
                <a:latin typeface="Meiryo UI" panose="020B0604030504040204" pitchFamily="50" charset="-128"/>
                <a:ea typeface="Meiryo UI" panose="020B0604030504040204" pitchFamily="50" charset="-128"/>
                <a:cs typeface="Meiryo UI" panose="020B0604030504040204" pitchFamily="50" charset="-128"/>
              </a:rPr>
              <a:t> ヘッドライトハイビーム</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a:latin typeface="Meiryo UI" panose="020B0604030504040204" pitchFamily="50" charset="-128"/>
                <a:ea typeface="Meiryo UI" panose="020B0604030504040204" pitchFamily="50" charset="-128"/>
                <a:cs typeface="Meiryo UI" panose="020B0604030504040204" pitchFamily="50" charset="-128"/>
              </a:rPr>
              <a:t>C1P30:</a:t>
            </a:r>
            <a:r>
              <a:rPr lang="ja-JP" altLang="en-US" sz="1200">
                <a:latin typeface="Meiryo UI" panose="020B0604030504040204" pitchFamily="50" charset="-128"/>
                <a:ea typeface="Meiryo UI" panose="020B0604030504040204" pitchFamily="50" charset="-128"/>
                <a:cs typeface="Meiryo UI" panose="020B0604030504040204" pitchFamily="50" charset="-128"/>
              </a:rPr>
              <a:t> グリースアラームスイッチ</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sp>
        <p:nvSpPr>
          <p:cNvPr id="10" name="角丸四角形 9"/>
          <p:cNvSpPr/>
          <p:nvPr/>
        </p:nvSpPr>
        <p:spPr>
          <a:xfrm>
            <a:off x="5645507" y="821155"/>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016424" y="623425"/>
            <a:ext cx="1" cy="19773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5872424" y="335425"/>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sp>
        <p:nvSpPr>
          <p:cNvPr id="8" name="テキスト ボックス 7">
            <a:extLst>
              <a:ext uri="{FF2B5EF4-FFF2-40B4-BE49-F238E27FC236}">
                <a16:creationId xmlns:a16="http://schemas.microsoft.com/office/drawing/2014/main" id="{3740788E-6950-3B52-1725-4B344947AE32}"/>
              </a:ext>
            </a:extLst>
          </p:cNvPr>
          <p:cNvSpPr txBox="1"/>
          <p:nvPr/>
        </p:nvSpPr>
        <p:spPr>
          <a:xfrm>
            <a:off x="315913" y="4714599"/>
            <a:ext cx="2302233" cy="246221"/>
          </a:xfrm>
          <a:prstGeom prst="rect">
            <a:avLst/>
          </a:prstGeom>
          <a:noFill/>
        </p:spPr>
        <p:txBody>
          <a:bodyPr wrap="none" rtlCol="0">
            <a:spAutoFit/>
          </a:bodyPr>
          <a:lstStyle/>
          <a:p>
            <a:r>
              <a:rPr kumimoji="1" lang="ja-JP" altLang="en-US" sz="1000">
                <a:solidFill>
                  <a:srgbClr val="FF0000"/>
                </a:solidFill>
              </a:rPr>
              <a:t>△</a:t>
            </a:r>
            <a:r>
              <a:rPr kumimoji="1" lang="en-US" altLang="ja-JP" sz="1000">
                <a:solidFill>
                  <a:srgbClr val="FF0000"/>
                </a:solidFill>
              </a:rPr>
              <a:t>02</a:t>
            </a:r>
            <a:r>
              <a:rPr kumimoji="1" lang="ja-JP" altLang="en-US" sz="1000">
                <a:solidFill>
                  <a:srgbClr val="FF0000"/>
                </a:solidFill>
              </a:rPr>
              <a:t> 誤記訂正 </a:t>
            </a:r>
            <a:r>
              <a:rPr kumimoji="1" lang="en-US" altLang="ja-JP" sz="1000">
                <a:solidFill>
                  <a:srgbClr val="FF0000"/>
                </a:solidFill>
              </a:rPr>
              <a:t>Accumulator</a:t>
            </a:r>
            <a:r>
              <a:rPr kumimoji="1" lang="ja-JP" altLang="en-US" sz="1000">
                <a:solidFill>
                  <a:srgbClr val="FF0000"/>
                </a:solidFill>
              </a:rPr>
              <a:t>スペル修正</a:t>
            </a:r>
            <a:endParaRPr kumimoji="1" lang="en-US" altLang="ja-JP" sz="1000">
              <a:solidFill>
                <a:srgbClr val="FF0000"/>
              </a:solidFill>
            </a:endParaRPr>
          </a:p>
        </p:txBody>
      </p:sp>
      <p:sp>
        <p:nvSpPr>
          <p:cNvPr id="9" name="テキスト ボックス 8">
            <a:extLst>
              <a:ext uri="{FF2B5EF4-FFF2-40B4-BE49-F238E27FC236}">
                <a16:creationId xmlns:a16="http://schemas.microsoft.com/office/drawing/2014/main" id="{C321F61D-B547-1A07-7759-8AAE300D92E5}"/>
              </a:ext>
            </a:extLst>
          </p:cNvPr>
          <p:cNvSpPr txBox="1"/>
          <p:nvPr/>
        </p:nvSpPr>
        <p:spPr>
          <a:xfrm>
            <a:off x="-71088" y="3362049"/>
            <a:ext cx="473206" cy="246221"/>
          </a:xfrm>
          <a:prstGeom prst="rect">
            <a:avLst/>
          </a:prstGeom>
          <a:noFill/>
        </p:spPr>
        <p:txBody>
          <a:bodyPr wrap="none" rtlCol="0">
            <a:spAutoFit/>
          </a:bodyPr>
          <a:lstStyle/>
          <a:p>
            <a:r>
              <a:rPr kumimoji="1" lang="ja-JP" altLang="en-US" sz="1000">
                <a:solidFill>
                  <a:srgbClr val="FF0000"/>
                </a:solidFill>
              </a:rPr>
              <a:t>△</a:t>
            </a:r>
            <a:r>
              <a:rPr kumimoji="1" lang="en-US" altLang="ja-JP" sz="1000">
                <a:solidFill>
                  <a:srgbClr val="FF0000"/>
                </a:solidFill>
              </a:rPr>
              <a:t>02</a:t>
            </a:r>
            <a:r>
              <a:rPr kumimoji="1" lang="ja-JP" altLang="en-US" sz="1000">
                <a:solidFill>
                  <a:srgbClr val="FF0000"/>
                </a:solidFill>
              </a:rPr>
              <a:t> </a:t>
            </a:r>
            <a:endParaRPr kumimoji="1" lang="en-US" altLang="ja-JP" sz="1000">
              <a:solidFill>
                <a:srgbClr val="FF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6" name="図 15">
            <a:extLst>
              <a:ext uri="{FF2B5EF4-FFF2-40B4-BE49-F238E27FC236}">
                <a16:creationId xmlns:a16="http://schemas.microsoft.com/office/drawing/2014/main" id="{C07423C4-64E8-0730-1556-B626A582ACC4}"/>
              </a:ext>
            </a:extLst>
          </p:cNvPr>
          <p:cNvPicPr>
            <a:picLocks noChangeAspect="1"/>
          </p:cNvPicPr>
          <p:nvPr/>
        </p:nvPicPr>
        <p:blipFill>
          <a:blip r:embed="rId2"/>
          <a:stretch>
            <a:fillRect/>
          </a:stretch>
        </p:blipFill>
        <p:spPr>
          <a:xfrm>
            <a:off x="330132" y="479425"/>
            <a:ext cx="6067493" cy="4194546"/>
          </a:xfrm>
          <a:prstGeom prst="rect">
            <a:avLst/>
          </a:prstGeom>
        </p:spPr>
      </p:pic>
      <p:sp>
        <p:nvSpPr>
          <p:cNvPr id="4" name="テキスト ボックス 3"/>
          <p:cNvSpPr txBox="1"/>
          <p:nvPr/>
        </p:nvSpPr>
        <p:spPr>
          <a:xfrm>
            <a:off x="315913" y="79315"/>
            <a:ext cx="2568332"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Inputs(Main)2</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sp>
        <p:nvSpPr>
          <p:cNvPr id="7" name="テキスト ボックス 6"/>
          <p:cNvSpPr txBox="1"/>
          <p:nvPr/>
        </p:nvSpPr>
        <p:spPr>
          <a:xfrm>
            <a:off x="6688138" y="479425"/>
            <a:ext cx="5408361" cy="5832366"/>
          </a:xfrm>
          <a:prstGeom prst="rect">
            <a:avLst/>
          </a:prstGeom>
          <a:solidFill>
            <a:schemeClr val="bg1"/>
          </a:solidFill>
          <a:ln w="6350">
            <a:solidFill>
              <a:schemeClr val="tx1"/>
            </a:solidFill>
          </a:ln>
        </p:spPr>
        <p:txBody>
          <a:bodyPr wrap="square" rtlCol="0">
            <a:spAutoFit/>
          </a:bodyPr>
          <a:lstStyle/>
          <a:p>
            <a:pPr>
              <a:spcAft>
                <a:spcPts val="600"/>
              </a:spcAft>
            </a:pPr>
            <a:r>
              <a:rPr lang="ja-JP" altLang="en-US" sz="1200" dirty="0">
                <a:latin typeface="Meiryo UI" panose="020B0604030504040204" pitchFamily="50" charset="-128"/>
                <a:ea typeface="Meiryo UI" panose="020B0604030504040204" pitchFamily="50" charset="-128"/>
                <a:cs typeface="Meiryo UI" panose="020B0604030504040204" pitchFamily="50" charset="-128"/>
              </a:rPr>
              <a:t>メインコントローラに入力されるデジタル信号、アナログ信号を確認できます</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Home:</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ホーム画面に移動します</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dirty="0">
                <a:latin typeface="Meiryo UI" panose="020B0604030504040204" pitchFamily="50" charset="-128"/>
                <a:ea typeface="Meiryo UI" panose="020B0604030504040204" pitchFamily="50" charset="-128"/>
                <a:cs typeface="Meiryo UI" panose="020B0604030504040204" pitchFamily="50" charset="-128"/>
              </a:rPr>
              <a:t>◆</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Main</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controller</a:t>
            </a:r>
          </a:p>
          <a:p>
            <a:pPr marL="180000"/>
            <a:r>
              <a:rPr lang="en-US" altLang="ja-JP" sz="1200" dirty="0">
                <a:latin typeface="Meiryo UI" panose="020B0604030504040204" pitchFamily="50" charset="-128"/>
                <a:ea typeface="Meiryo UI" panose="020B0604030504040204" pitchFamily="50" charset="-128"/>
                <a:cs typeface="Meiryo UI" panose="020B0604030504040204" pitchFamily="50" charset="-128"/>
              </a:rPr>
              <a:t>C2P01:</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エンジンスロットルノブ</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dirty="0">
                <a:latin typeface="Meiryo UI" panose="020B0604030504040204" pitchFamily="50" charset="-128"/>
                <a:ea typeface="Meiryo UI" panose="020B0604030504040204" pitchFamily="50" charset="-128"/>
                <a:cs typeface="Meiryo UI" panose="020B0604030504040204" pitchFamily="50" charset="-128"/>
              </a:rPr>
              <a:t>C2P02:</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レバーロックスイッチ</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dirty="0">
                <a:latin typeface="Meiryo UI" panose="020B0604030504040204" pitchFamily="50" charset="-128"/>
                <a:ea typeface="Meiryo UI" panose="020B0604030504040204" pitchFamily="50" charset="-128"/>
                <a:cs typeface="Meiryo UI" panose="020B0604030504040204" pitchFamily="50" charset="-128"/>
              </a:rPr>
              <a:t>C2P03:</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ブレードレバー１</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dirty="0">
                <a:latin typeface="Meiryo UI" panose="020B0604030504040204" pitchFamily="50" charset="-128"/>
                <a:ea typeface="Meiryo UI" panose="020B0604030504040204" pitchFamily="50" charset="-128"/>
                <a:cs typeface="Meiryo UI" panose="020B0604030504040204" pitchFamily="50" charset="-128"/>
              </a:rPr>
              <a:t>C2P04:</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ブレードレバー２</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dirty="0">
                <a:latin typeface="Meiryo UI" panose="020B0604030504040204" pitchFamily="50" charset="-128"/>
                <a:ea typeface="Meiryo UI" panose="020B0604030504040204" pitchFamily="50" charset="-128"/>
                <a:cs typeface="Meiryo UI" panose="020B0604030504040204" pitchFamily="50" charset="-128"/>
              </a:rPr>
              <a:t>C2P06:</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走行変速 低速スイッチ</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dirty="0">
                <a:latin typeface="Meiryo UI" panose="020B0604030504040204" pitchFamily="50" charset="-128"/>
                <a:ea typeface="Meiryo UI" panose="020B0604030504040204" pitchFamily="50" charset="-128"/>
                <a:cs typeface="Meiryo UI" panose="020B0604030504040204" pitchFamily="50" charset="-128"/>
              </a:rPr>
              <a:t>C2P07:</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2WS</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切替スイッチ</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dirty="0">
                <a:latin typeface="Meiryo UI" panose="020B0604030504040204" pitchFamily="50" charset="-128"/>
                <a:ea typeface="Meiryo UI" panose="020B0604030504040204" pitchFamily="50" charset="-128"/>
                <a:cs typeface="Meiryo UI" panose="020B0604030504040204" pitchFamily="50" charset="-128"/>
              </a:rPr>
              <a:t>C2P08:</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4WS</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切替スイッチ</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dirty="0">
                <a:latin typeface="Meiryo UI" panose="020B0604030504040204" pitchFamily="50" charset="-128"/>
                <a:ea typeface="Meiryo UI" panose="020B0604030504040204" pitchFamily="50" charset="-128"/>
                <a:cs typeface="Meiryo UI" panose="020B0604030504040204" pitchFamily="50" charset="-128"/>
              </a:rPr>
              <a:t>C2P11:</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パーキングブレーキスイッチ</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dirty="0">
                <a:latin typeface="Meiryo UI" panose="020B0604030504040204" pitchFamily="50" charset="-128"/>
                <a:ea typeface="Meiryo UI" panose="020B0604030504040204" pitchFamily="50" charset="-128"/>
                <a:cs typeface="Meiryo UI" panose="020B0604030504040204" pitchFamily="50" charset="-128"/>
              </a:rPr>
              <a:t>C2P12:</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燃料給油スイッチ</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dirty="0">
                <a:latin typeface="Meiryo UI" panose="020B0604030504040204" pitchFamily="50" charset="-128"/>
                <a:ea typeface="Meiryo UI" panose="020B0604030504040204" pitchFamily="50" charset="-128"/>
                <a:cs typeface="Meiryo UI" panose="020B0604030504040204" pitchFamily="50" charset="-128"/>
              </a:rPr>
              <a:t>C2P13:</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フートアクセルモードスイッチ</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dirty="0">
                <a:latin typeface="Meiryo UI" panose="020B0604030504040204" pitchFamily="50" charset="-128"/>
                <a:ea typeface="Meiryo UI" panose="020B0604030504040204" pitchFamily="50" charset="-128"/>
                <a:cs typeface="Meiryo UI" panose="020B0604030504040204" pitchFamily="50" charset="-128"/>
              </a:rPr>
              <a:t>C2P14:</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オルタネータステータス</a:t>
            </a:r>
            <a:endParaRPr lang="en-US" altLang="ja-JP" sz="1200" strike="sngStrike" dirty="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dirty="0">
                <a:latin typeface="Meiryo UI" panose="020B0604030504040204" pitchFamily="50" charset="-128"/>
                <a:ea typeface="Meiryo UI" panose="020B0604030504040204" pitchFamily="50" charset="-128"/>
                <a:cs typeface="Meiryo UI" panose="020B0604030504040204" pitchFamily="50" charset="-128"/>
              </a:rPr>
              <a:t>C2P15:</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走行変速 高速スイッチ</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dirty="0">
                <a:latin typeface="Meiryo UI" panose="020B0604030504040204" pitchFamily="50" charset="-128"/>
                <a:ea typeface="Meiryo UI" panose="020B0604030504040204" pitchFamily="50" charset="-128"/>
                <a:cs typeface="Meiryo UI" panose="020B0604030504040204" pitchFamily="50" charset="-128"/>
              </a:rPr>
              <a:t>C2P16:</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ターンシグナル右</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dirty="0">
                <a:latin typeface="Meiryo UI" panose="020B0604030504040204" pitchFamily="50" charset="-128"/>
                <a:ea typeface="Meiryo UI" panose="020B0604030504040204" pitchFamily="50" charset="-128"/>
                <a:cs typeface="Meiryo UI" panose="020B0604030504040204" pitchFamily="50" charset="-128"/>
              </a:rPr>
              <a:t>C2P17:</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ターンシグナル左</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dirty="0">
                <a:latin typeface="Meiryo UI" panose="020B0604030504040204" pitchFamily="50" charset="-128"/>
                <a:ea typeface="Meiryo UI" panose="020B0604030504040204" pitchFamily="50" charset="-128"/>
                <a:cs typeface="Meiryo UI" panose="020B0604030504040204" pitchFamily="50" charset="-128"/>
              </a:rPr>
              <a:t>C2P18:</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ラムオートスイッチ</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dirty="0">
                <a:latin typeface="Meiryo UI" panose="020B0604030504040204" pitchFamily="50" charset="-128"/>
                <a:ea typeface="Meiryo UI" panose="020B0604030504040204" pitchFamily="50" charset="-128"/>
                <a:cs typeface="Meiryo UI" panose="020B0604030504040204" pitchFamily="50" charset="-128"/>
              </a:rPr>
              <a:t>C2P19:</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ラムフリースイッチ</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dirty="0">
                <a:latin typeface="Meiryo UI" panose="020B0604030504040204" pitchFamily="50" charset="-128"/>
                <a:ea typeface="Meiryo UI" panose="020B0604030504040204" pitchFamily="50" charset="-128"/>
                <a:cs typeface="Meiryo UI" panose="020B0604030504040204" pitchFamily="50" charset="-128"/>
              </a:rPr>
              <a:t>C2P20:</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ラムロックスイッチ</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dirty="0">
                <a:latin typeface="Meiryo UI" panose="020B0604030504040204" pitchFamily="50" charset="-128"/>
                <a:ea typeface="Meiryo UI" panose="020B0604030504040204" pitchFamily="50" charset="-128"/>
                <a:cs typeface="Meiryo UI" panose="020B0604030504040204" pitchFamily="50" charset="-128"/>
              </a:rPr>
              <a:t>C2P21:</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尿素補給スイッチ</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dirty="0">
                <a:latin typeface="Meiryo UI" panose="020B0604030504040204" pitchFamily="50" charset="-128"/>
                <a:ea typeface="Meiryo UI" panose="020B0604030504040204" pitchFamily="50" charset="-128"/>
                <a:cs typeface="Meiryo UI" panose="020B0604030504040204" pitchFamily="50" charset="-128"/>
              </a:rPr>
              <a:t>C2P22:</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ラインフィルタ目詰まりスイッチ</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dirty="0">
                <a:latin typeface="Meiryo UI" panose="020B0604030504040204" pitchFamily="50" charset="-128"/>
                <a:ea typeface="Meiryo UI" panose="020B0604030504040204" pitchFamily="50" charset="-128"/>
                <a:cs typeface="Meiryo UI" panose="020B0604030504040204" pitchFamily="50" charset="-128"/>
              </a:rPr>
              <a:t>C2P23:</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ワンタッチデセルスイッチ</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dirty="0">
                <a:latin typeface="Meiryo UI" panose="020B0604030504040204" pitchFamily="50" charset="-128"/>
                <a:ea typeface="Meiryo UI" panose="020B0604030504040204" pitchFamily="50" charset="-128"/>
                <a:cs typeface="Meiryo UI" panose="020B0604030504040204" pitchFamily="50" charset="-128"/>
              </a:rPr>
              <a:t>C2P24:</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前進スイッチ</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dirty="0">
                <a:latin typeface="Meiryo UI" panose="020B0604030504040204" pitchFamily="50" charset="-128"/>
                <a:ea typeface="Meiryo UI" panose="020B0604030504040204" pitchFamily="50" charset="-128"/>
                <a:cs typeface="Meiryo UI" panose="020B0604030504040204" pitchFamily="50" charset="-128"/>
              </a:rPr>
              <a:t>C2P25:</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後進スイッチ</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dirty="0">
                <a:latin typeface="Meiryo UI" panose="020B0604030504040204" pitchFamily="50" charset="-128"/>
                <a:ea typeface="Meiryo UI" panose="020B0604030504040204" pitchFamily="50" charset="-128"/>
                <a:cs typeface="Meiryo UI" panose="020B0604030504040204" pitchFamily="50" charset="-128"/>
              </a:rPr>
              <a:t>C2P26:</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アタッチロックスイッチ</a:t>
            </a:r>
            <a:br>
              <a:rPr lang="en-US" altLang="ja-JP" sz="1200" dirty="0">
                <a:latin typeface="Meiryo UI" panose="020B0604030504040204" pitchFamily="50" charset="-128"/>
                <a:ea typeface="Meiryo UI" panose="020B0604030504040204" pitchFamily="50" charset="-128"/>
                <a:cs typeface="Meiryo UI" panose="020B0604030504040204" pitchFamily="50" charset="-128"/>
              </a:rPr>
            </a:br>
            <a:r>
              <a:rPr lang="en-US" altLang="ja-JP" sz="12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C2P27:</a:t>
            </a:r>
            <a:r>
              <a:rPr lang="ja-JP" altLang="en-US" sz="12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ディギングブレーキスイッチ</a:t>
            </a:r>
            <a:endParaRPr lang="en-US" altLang="ja-JP" sz="12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dirty="0">
                <a:latin typeface="Meiryo UI" panose="020B0604030504040204" pitchFamily="50" charset="-128"/>
                <a:ea typeface="Meiryo UI" panose="020B0604030504040204" pitchFamily="50" charset="-128"/>
                <a:cs typeface="Meiryo UI" panose="020B0604030504040204" pitchFamily="50" charset="-128"/>
              </a:rPr>
              <a:t>C2P29:</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オートクルーズセット</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ダウン スイッチ</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dirty="0">
                <a:latin typeface="Meiryo UI" panose="020B0604030504040204" pitchFamily="50" charset="-128"/>
                <a:ea typeface="Meiryo UI" panose="020B0604030504040204" pitchFamily="50" charset="-128"/>
                <a:cs typeface="Meiryo UI" panose="020B0604030504040204" pitchFamily="50" charset="-128"/>
              </a:rPr>
              <a:t>C2P30:</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オートクルーズレジューム</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アップ スイッチ</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0" name="角丸四角形 9"/>
          <p:cNvSpPr/>
          <p:nvPr/>
        </p:nvSpPr>
        <p:spPr>
          <a:xfrm>
            <a:off x="5645507" y="821155"/>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016424" y="623425"/>
            <a:ext cx="1" cy="19773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5872424" y="335425"/>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sp>
        <p:nvSpPr>
          <p:cNvPr id="13" name="テキスト ボックス 12">
            <a:extLst>
              <a:ext uri="{FF2B5EF4-FFF2-40B4-BE49-F238E27FC236}">
                <a16:creationId xmlns:a16="http://schemas.microsoft.com/office/drawing/2014/main" id="{99393F58-C79E-17C9-E54C-582822FF4990}"/>
              </a:ext>
            </a:extLst>
          </p:cNvPr>
          <p:cNvSpPr txBox="1"/>
          <p:nvPr/>
        </p:nvSpPr>
        <p:spPr>
          <a:xfrm>
            <a:off x="2938812" y="3014386"/>
            <a:ext cx="444352" cy="246221"/>
          </a:xfrm>
          <a:prstGeom prst="rect">
            <a:avLst/>
          </a:prstGeom>
          <a:noFill/>
        </p:spPr>
        <p:txBody>
          <a:bodyPr wrap="none" rtlCol="0">
            <a:spAutoFit/>
          </a:bodyPr>
          <a:lstStyle/>
          <a:p>
            <a:r>
              <a:rPr kumimoji="1" lang="ja-JP" altLang="en-US" sz="1000">
                <a:solidFill>
                  <a:srgbClr val="FF0000"/>
                </a:solidFill>
              </a:rPr>
              <a:t>△</a:t>
            </a:r>
            <a:r>
              <a:rPr kumimoji="1" lang="en-US" altLang="ja-JP" sz="1000">
                <a:solidFill>
                  <a:srgbClr val="FF0000"/>
                </a:solidFill>
              </a:rPr>
              <a:t>10</a:t>
            </a:r>
          </a:p>
        </p:txBody>
      </p:sp>
      <p:sp>
        <p:nvSpPr>
          <p:cNvPr id="14" name="テキスト ボックス 13">
            <a:extLst>
              <a:ext uri="{FF2B5EF4-FFF2-40B4-BE49-F238E27FC236}">
                <a16:creationId xmlns:a16="http://schemas.microsoft.com/office/drawing/2014/main" id="{6A06A1EF-8F29-1CDD-8960-59BB5D9EBE08}"/>
              </a:ext>
            </a:extLst>
          </p:cNvPr>
          <p:cNvSpPr txBox="1"/>
          <p:nvPr/>
        </p:nvSpPr>
        <p:spPr>
          <a:xfrm>
            <a:off x="315913" y="4714599"/>
            <a:ext cx="2193229" cy="246221"/>
          </a:xfrm>
          <a:prstGeom prst="rect">
            <a:avLst/>
          </a:prstGeom>
          <a:noFill/>
        </p:spPr>
        <p:txBody>
          <a:bodyPr wrap="none" rtlCol="0">
            <a:spAutoFit/>
          </a:bodyPr>
          <a:lstStyle/>
          <a:p>
            <a:r>
              <a:rPr kumimoji="1" lang="ja-JP" altLang="en-US" sz="1000">
                <a:solidFill>
                  <a:srgbClr val="FF0000"/>
                </a:solidFill>
              </a:rPr>
              <a:t>△</a:t>
            </a:r>
            <a:r>
              <a:rPr kumimoji="1" lang="en-US" altLang="ja-JP" sz="1000">
                <a:solidFill>
                  <a:srgbClr val="FF0000"/>
                </a:solidFill>
              </a:rPr>
              <a:t>10</a:t>
            </a:r>
            <a:r>
              <a:rPr kumimoji="1" lang="ja-JP" altLang="en-US" sz="1000">
                <a:solidFill>
                  <a:srgbClr val="FF0000"/>
                </a:solidFill>
              </a:rPr>
              <a:t>  </a:t>
            </a:r>
            <a:r>
              <a:rPr kumimoji="1" lang="en-US" altLang="ja-JP" sz="1000">
                <a:solidFill>
                  <a:srgbClr val="FF0000"/>
                </a:solidFill>
              </a:rPr>
              <a:t>C2P27</a:t>
            </a:r>
            <a:r>
              <a:rPr kumimoji="1" lang="ja-JP" altLang="en-US" sz="1000">
                <a:solidFill>
                  <a:srgbClr val="FF0000"/>
                </a:solidFill>
              </a:rPr>
              <a:t> </a:t>
            </a:r>
            <a:r>
              <a:rPr kumimoji="1" lang="en-US" altLang="ja-JP" sz="1000">
                <a:solidFill>
                  <a:srgbClr val="FF0000"/>
                </a:solidFill>
              </a:rPr>
              <a:t>Digging brake</a:t>
            </a:r>
            <a:r>
              <a:rPr kumimoji="1" lang="ja-JP" altLang="en-US" sz="1000">
                <a:solidFill>
                  <a:srgbClr val="FF0000"/>
                </a:solidFill>
              </a:rPr>
              <a:t> </a:t>
            </a:r>
            <a:r>
              <a:rPr kumimoji="1" lang="en-US" altLang="ja-JP" sz="1000">
                <a:solidFill>
                  <a:srgbClr val="FF0000"/>
                </a:solidFill>
              </a:rPr>
              <a:t>switch</a:t>
            </a:r>
            <a:r>
              <a:rPr kumimoji="1" lang="ja-JP" altLang="en-US" sz="1000">
                <a:solidFill>
                  <a:srgbClr val="FF0000"/>
                </a:solidFill>
              </a:rPr>
              <a:t>追加</a:t>
            </a:r>
            <a:endParaRPr kumimoji="1" lang="en-US" altLang="ja-JP" sz="1000">
              <a:solidFill>
                <a:srgbClr val="FF0000"/>
              </a:solidFill>
            </a:endParaRPr>
          </a:p>
        </p:txBody>
      </p:sp>
      <p:sp>
        <p:nvSpPr>
          <p:cNvPr id="17" name="テキスト ボックス 16">
            <a:extLst>
              <a:ext uri="{FF2B5EF4-FFF2-40B4-BE49-F238E27FC236}">
                <a16:creationId xmlns:a16="http://schemas.microsoft.com/office/drawing/2014/main" id="{48B1D4CD-98E5-D646-962F-E702CD0D368C}"/>
              </a:ext>
            </a:extLst>
          </p:cNvPr>
          <p:cNvSpPr txBox="1"/>
          <p:nvPr/>
        </p:nvSpPr>
        <p:spPr>
          <a:xfrm>
            <a:off x="6243786" y="5624236"/>
            <a:ext cx="444352" cy="246221"/>
          </a:xfrm>
          <a:prstGeom prst="rect">
            <a:avLst/>
          </a:prstGeom>
          <a:noFill/>
        </p:spPr>
        <p:txBody>
          <a:bodyPr wrap="none" rtlCol="0">
            <a:spAutoFit/>
          </a:bodyPr>
          <a:lstStyle/>
          <a:p>
            <a:r>
              <a:rPr kumimoji="1" lang="ja-JP" altLang="en-US" sz="1000">
                <a:solidFill>
                  <a:srgbClr val="FF0000"/>
                </a:solidFill>
              </a:rPr>
              <a:t>△</a:t>
            </a:r>
            <a:r>
              <a:rPr kumimoji="1" lang="en-US" altLang="ja-JP" sz="1000">
                <a:solidFill>
                  <a:srgbClr val="FF0000"/>
                </a:solidFill>
              </a:rPr>
              <a:t>10</a:t>
            </a:r>
          </a:p>
        </p:txBody>
      </p:sp>
    </p:spTree>
    <p:extLst>
      <p:ext uri="{BB962C8B-B14F-4D97-AF65-F5344CB8AC3E}">
        <p14:creationId xmlns:p14="http://schemas.microsoft.com/office/powerpoint/2010/main" val="3688233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1375" y="479425"/>
            <a:ext cx="6071428" cy="4499999"/>
          </a:xfrm>
          <a:prstGeom prst="rect">
            <a:avLst/>
          </a:prstGeom>
        </p:spPr>
      </p:pic>
      <p:sp>
        <p:nvSpPr>
          <p:cNvPr id="4" name="テキスト ボックス 3"/>
          <p:cNvSpPr txBox="1"/>
          <p:nvPr/>
        </p:nvSpPr>
        <p:spPr>
          <a:xfrm>
            <a:off x="315913" y="79315"/>
            <a:ext cx="2692917"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Inputs(</a:t>
            </a:r>
            <a:r>
              <a:rPr lang="en-US" altLang="ja-JP" sz="2000" err="1">
                <a:latin typeface="Meiryo UI" panose="020B0604030504040204" pitchFamily="50" charset="-128"/>
                <a:ea typeface="Meiryo UI" panose="020B0604030504040204" pitchFamily="50" charset="-128"/>
                <a:cs typeface="Meiryo UI" panose="020B0604030504040204" pitchFamily="50" charset="-128"/>
              </a:rPr>
              <a:t>Sub,Uc</a:t>
            </a:r>
            <a:r>
              <a:rPr lang="en-US" altLang="ja-JP" sz="2000">
                <a:latin typeface="Meiryo UI" panose="020B0604030504040204" pitchFamily="50" charset="-128"/>
                <a:ea typeface="Meiryo UI" panose="020B0604030504040204" pitchFamily="50" charset="-128"/>
                <a:cs typeface="Meiryo UI" panose="020B0604030504040204" pitchFamily="50" charset="-128"/>
              </a:rPr>
              <a:t>)</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sp>
        <p:nvSpPr>
          <p:cNvPr id="7" name="テキスト ボックス 6"/>
          <p:cNvSpPr txBox="1"/>
          <p:nvPr/>
        </p:nvSpPr>
        <p:spPr>
          <a:xfrm>
            <a:off x="6688138" y="479425"/>
            <a:ext cx="5408361" cy="4278094"/>
          </a:xfrm>
          <a:prstGeom prst="rect">
            <a:avLst/>
          </a:prstGeom>
          <a:solidFill>
            <a:schemeClr val="bg1"/>
          </a:solidFill>
          <a:ln w="6350">
            <a:solidFill>
              <a:schemeClr val="tx1"/>
            </a:solidFill>
          </a:ln>
        </p:spPr>
        <p:txBody>
          <a:bodyPr wrap="square" rtlCol="0">
            <a:spAutoFit/>
          </a:bodyPr>
          <a:lstStyle/>
          <a:p>
            <a:r>
              <a:rPr lang="ja-JP" altLang="en-US" sz="1200" dirty="0">
                <a:latin typeface="Meiryo UI" panose="020B0604030504040204" pitchFamily="50" charset="-128"/>
                <a:ea typeface="Meiryo UI" panose="020B0604030504040204" pitchFamily="50" charset="-128"/>
                <a:cs typeface="Meiryo UI" panose="020B0604030504040204" pitchFamily="50" charset="-128"/>
              </a:rPr>
              <a:t>コントローラに入力されるデジタル信号、アナログ信号を確認できます</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Home:</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ホーム画面に移動します</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cs typeface="Meiryo UI" panose="020B0604030504040204" pitchFamily="50" charset="-128"/>
              </a:rPr>
              <a:t>◆</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Sub</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コントローラ</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C1P06: AUX3</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フートスイッチ</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C1P07:</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AUX3</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グリップスイッチ</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C1P10:</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右グリップスライドスイッチ</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C1P11:</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左グリップスライドスイッチ</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C1P12:</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左グリップスイッチ１</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C1P13:</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左グリップスイッチ３</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C1P14:</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左グリップスイッチ４</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C1P15:</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アウトリガー切替スイッチ</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C1P16:</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アウトリガ左スイッチ</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C1P17:</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アウトリガ右スイッチ</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dirty="0">
                <a:latin typeface="Meiryo UI" panose="020B0604030504040204" pitchFamily="50" charset="-128"/>
                <a:ea typeface="Meiryo UI" panose="020B0604030504040204" pitchFamily="50" charset="-128"/>
                <a:cs typeface="Meiryo UI" panose="020B0604030504040204" pitchFamily="50" charset="-128"/>
              </a:rPr>
              <a:t>◆</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UC</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コントローラ</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C1P06:</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ギヤ１ポジションスイッチ</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C1P07:</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ギヤ２ポジションスイッチ</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C1P10:</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車速センサ</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C1P11:</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前輪中立位置スイッチ</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C1P12:</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後輪中立位置スイッチ</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C1P13:</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ディファレンシャルロックポジションスイッチ</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0" name="角丸四角形 9"/>
          <p:cNvSpPr/>
          <p:nvPr/>
        </p:nvSpPr>
        <p:spPr>
          <a:xfrm>
            <a:off x="5657587" y="809625"/>
            <a:ext cx="762263" cy="28416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028504" y="582434"/>
            <a:ext cx="10215" cy="22719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5884504" y="294434"/>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spTree>
    <p:extLst>
      <p:ext uri="{BB962C8B-B14F-4D97-AF65-F5344CB8AC3E}">
        <p14:creationId xmlns:p14="http://schemas.microsoft.com/office/powerpoint/2010/main" val="39460657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1" name="図 20">
            <a:extLst>
              <a:ext uri="{FF2B5EF4-FFF2-40B4-BE49-F238E27FC236}">
                <a16:creationId xmlns:a16="http://schemas.microsoft.com/office/drawing/2014/main" id="{5B85B140-EB25-CDF0-A196-49501BF0E303}"/>
              </a:ext>
            </a:extLst>
          </p:cNvPr>
          <p:cNvPicPr>
            <a:picLocks noChangeAspect="1"/>
          </p:cNvPicPr>
          <p:nvPr/>
        </p:nvPicPr>
        <p:blipFill>
          <a:blip r:embed="rId2"/>
          <a:stretch>
            <a:fillRect/>
          </a:stretch>
        </p:blipFill>
        <p:spPr>
          <a:xfrm>
            <a:off x="313430" y="479425"/>
            <a:ext cx="6085452" cy="4849791"/>
          </a:xfrm>
          <a:prstGeom prst="rect">
            <a:avLst/>
          </a:prstGeom>
        </p:spPr>
      </p:pic>
      <p:sp>
        <p:nvSpPr>
          <p:cNvPr id="4" name="テキスト ボックス 3"/>
          <p:cNvSpPr txBox="1"/>
          <p:nvPr/>
        </p:nvSpPr>
        <p:spPr>
          <a:xfrm>
            <a:off x="315913" y="79315"/>
            <a:ext cx="2587568"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Outputs (Main)</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sp>
        <p:nvSpPr>
          <p:cNvPr id="7" name="テキスト ボックス 6"/>
          <p:cNvSpPr txBox="1"/>
          <p:nvPr/>
        </p:nvSpPr>
        <p:spPr>
          <a:xfrm>
            <a:off x="6688190" y="484505"/>
            <a:ext cx="5408361" cy="8740854"/>
          </a:xfrm>
          <a:prstGeom prst="rect">
            <a:avLst/>
          </a:prstGeom>
          <a:solidFill>
            <a:schemeClr val="bg1"/>
          </a:solidFill>
          <a:ln w="635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コントローラから出力されるデジタル信号、アナログ信号を確認できます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 Home:</a:t>
            </a:r>
            <a:r>
              <a:rPr lang="ja-JP" altLang="en-US" sz="1200">
                <a:latin typeface="Meiryo UI" panose="020B0604030504040204" pitchFamily="50" charset="-128"/>
                <a:ea typeface="Meiryo UI" panose="020B0604030504040204" pitchFamily="50" charset="-128"/>
                <a:cs typeface="Meiryo UI" panose="020B0604030504040204" pitchFamily="50" charset="-128"/>
              </a:rPr>
              <a:t> ホーム画面に移動します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Main</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ECU</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1</a:t>
            </a: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C1P31: </a:t>
            </a:r>
            <a:r>
              <a:rPr lang="ja-JP" altLang="en-US" sz="1200">
                <a:latin typeface="Meiryo UI" panose="020B0604030504040204" pitchFamily="50" charset="-128"/>
                <a:ea typeface="Meiryo UI" panose="020B0604030504040204" pitchFamily="50" charset="-128"/>
                <a:cs typeface="Meiryo UI" panose="020B0604030504040204" pitchFamily="50" charset="-128"/>
              </a:rPr>
              <a:t>グリースポンプ</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C1P32:</a:t>
            </a:r>
            <a:r>
              <a:rPr lang="ja-JP" altLang="en-US"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 ディギングブレーキソレノイド</a:t>
            </a:r>
            <a:endPar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C1P33:</a:t>
            </a:r>
            <a:r>
              <a:rPr lang="ja-JP" altLang="en-US" sz="1200">
                <a:latin typeface="Meiryo UI" panose="020B0604030504040204" pitchFamily="50" charset="-128"/>
                <a:ea typeface="Meiryo UI" panose="020B0604030504040204" pitchFamily="50" charset="-128"/>
                <a:cs typeface="Meiryo UI" panose="020B0604030504040204" pitchFamily="50" charset="-128"/>
              </a:rPr>
              <a:t> 給油ポンプリレー</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C1P34:</a:t>
            </a:r>
            <a:r>
              <a:rPr lang="ja-JP" altLang="en-US" sz="1200">
                <a:latin typeface="Meiryo UI" panose="020B0604030504040204" pitchFamily="50" charset="-128"/>
                <a:ea typeface="Meiryo UI" panose="020B0604030504040204" pitchFamily="50" charset="-128"/>
                <a:cs typeface="Meiryo UI" panose="020B0604030504040204" pitchFamily="50" charset="-128"/>
              </a:rPr>
              <a:t> ワークライト前リレー</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C1P35:</a:t>
            </a:r>
            <a:r>
              <a:rPr lang="ja-JP" altLang="en-US" sz="1200">
                <a:latin typeface="Meiryo UI" panose="020B0604030504040204" pitchFamily="50" charset="-128"/>
                <a:ea typeface="Meiryo UI" panose="020B0604030504040204" pitchFamily="50" charset="-128"/>
                <a:cs typeface="Meiryo UI" panose="020B0604030504040204" pitchFamily="50" charset="-128"/>
              </a:rPr>
              <a:t> サイドライトリレー</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C1P36:</a:t>
            </a:r>
            <a:r>
              <a:rPr lang="ja-JP" altLang="en-US" sz="1200">
                <a:latin typeface="Meiryo UI" panose="020B0604030504040204" pitchFamily="50" charset="-128"/>
                <a:ea typeface="Meiryo UI" panose="020B0604030504040204" pitchFamily="50" charset="-128"/>
                <a:cs typeface="Meiryo UI" panose="020B0604030504040204" pitchFamily="50" charset="-128"/>
              </a:rPr>
              <a:t> ロードダンプリレー</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C1P37:</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HST</a:t>
            </a:r>
            <a:r>
              <a:rPr lang="ja-JP" altLang="en-US" sz="1200">
                <a:latin typeface="Meiryo UI" panose="020B0604030504040204" pitchFamily="50" charset="-128"/>
                <a:ea typeface="Meiryo UI" panose="020B0604030504040204" pitchFamily="50" charset="-128"/>
                <a:cs typeface="Meiryo UI" panose="020B0604030504040204" pitchFamily="50" charset="-128"/>
              </a:rPr>
              <a:t>後進ソレノイド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C1P38:</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HST</a:t>
            </a:r>
            <a:r>
              <a:rPr lang="ja-JP" altLang="en-US" sz="1200">
                <a:latin typeface="Meiryo UI" panose="020B0604030504040204" pitchFamily="50" charset="-128"/>
                <a:ea typeface="Meiryo UI" panose="020B0604030504040204" pitchFamily="50" charset="-128"/>
                <a:cs typeface="Meiryo UI" panose="020B0604030504040204" pitchFamily="50" charset="-128"/>
              </a:rPr>
              <a:t>前進ソレノイド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C1P39:</a:t>
            </a:r>
            <a:r>
              <a:rPr lang="ja-JP" altLang="en-US" sz="1200">
                <a:latin typeface="Meiryo UI" panose="020B0604030504040204" pitchFamily="50" charset="-128"/>
                <a:ea typeface="Meiryo UI" panose="020B0604030504040204" pitchFamily="50" charset="-128"/>
                <a:cs typeface="Meiryo UI" panose="020B0604030504040204" pitchFamily="50" charset="-128"/>
              </a:rPr>
              <a:t> 油圧ポンプソレノイド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C1P40:</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HST</a:t>
            </a:r>
            <a:r>
              <a:rPr lang="ja-JP" altLang="en-US" sz="1200">
                <a:latin typeface="Meiryo UI" panose="020B0604030504040204" pitchFamily="50" charset="-128"/>
                <a:ea typeface="Meiryo UI" panose="020B0604030504040204" pitchFamily="50" charset="-128"/>
                <a:cs typeface="Meiryo UI" panose="020B0604030504040204" pitchFamily="50" charset="-128"/>
              </a:rPr>
              <a:t>ソレノイド</a:t>
            </a:r>
            <a:r>
              <a:rPr lang="en-US" altLang="ja-JP" sz="1200">
                <a:latin typeface="Meiryo UI" panose="020B0604030504040204" pitchFamily="50" charset="-128"/>
                <a:ea typeface="Meiryo UI" panose="020B0604030504040204" pitchFamily="50" charset="-128"/>
                <a:cs typeface="Meiryo UI" panose="020B0604030504040204" pitchFamily="50" charset="-128"/>
              </a:rPr>
              <a:t>COM</a:t>
            </a: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C1P41:</a:t>
            </a:r>
            <a:r>
              <a:rPr lang="ja-JP" altLang="en-US" sz="1200">
                <a:latin typeface="Meiryo UI" panose="020B0604030504040204" pitchFamily="50" charset="-128"/>
                <a:ea typeface="Meiryo UI" panose="020B0604030504040204" pitchFamily="50" charset="-128"/>
                <a:cs typeface="Meiryo UI" panose="020B0604030504040204" pitchFamily="50" charset="-128"/>
              </a:rPr>
              <a:t> 拡張出力</a:t>
            </a:r>
            <a:r>
              <a:rPr lang="en-US" altLang="ja-JP" sz="1200">
                <a:latin typeface="Meiryo UI" panose="020B0604030504040204" pitchFamily="50" charset="-128"/>
                <a:ea typeface="Meiryo UI" panose="020B0604030504040204" pitchFamily="50" charset="-128"/>
                <a:cs typeface="Meiryo UI" panose="020B0604030504040204" pitchFamily="50" charset="-128"/>
              </a:rPr>
              <a:t>1</a:t>
            </a: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C1P41: </a:t>
            </a:r>
            <a:r>
              <a:rPr lang="ja-JP" altLang="en-US" sz="1200">
                <a:latin typeface="Meiryo UI" panose="020B0604030504040204" pitchFamily="50" charset="-128"/>
                <a:ea typeface="Meiryo UI" panose="020B0604030504040204" pitchFamily="50" charset="-128"/>
                <a:cs typeface="Meiryo UI" panose="020B0604030504040204" pitchFamily="50" charset="-128"/>
              </a:rPr>
              <a:t>拡張出力</a:t>
            </a:r>
            <a:r>
              <a:rPr lang="en-US" altLang="ja-JP" sz="1200">
                <a:latin typeface="Meiryo UI" panose="020B0604030504040204" pitchFamily="50" charset="-128"/>
                <a:ea typeface="Meiryo UI" panose="020B0604030504040204" pitchFamily="50" charset="-128"/>
                <a:cs typeface="Meiryo UI" panose="020B0604030504040204" pitchFamily="50" charset="-128"/>
              </a:rPr>
              <a:t>5</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a:t>
            </a:r>
            <a:r>
              <a:rPr lang="ja-JP" altLang="en-US" sz="1200">
                <a:latin typeface="Meiryo UI" panose="020B0604030504040204" pitchFamily="50" charset="-128"/>
                <a:ea typeface="Meiryo UI" panose="020B0604030504040204" pitchFamily="50" charset="-128"/>
                <a:cs typeface="Meiryo UI" panose="020B0604030504040204" pitchFamily="50" charset="-128"/>
              </a:rPr>
              <a:t>側</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C1P42:</a:t>
            </a:r>
            <a:r>
              <a:rPr lang="ja-JP" altLang="en-US" sz="1200">
                <a:latin typeface="Meiryo UI" panose="020B0604030504040204" pitchFamily="50" charset="-128"/>
                <a:ea typeface="Meiryo UI" panose="020B0604030504040204" pitchFamily="50" charset="-128"/>
                <a:cs typeface="Meiryo UI" panose="020B0604030504040204" pitchFamily="50" charset="-128"/>
              </a:rPr>
              <a:t> レバーロックソレノイド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C1P43: </a:t>
            </a:r>
            <a:r>
              <a:rPr lang="ja-JP" altLang="en-US" sz="1200">
                <a:latin typeface="Meiryo UI" panose="020B0604030504040204" pitchFamily="50" charset="-128"/>
                <a:ea typeface="Meiryo UI" panose="020B0604030504040204" pitchFamily="50" charset="-128"/>
                <a:cs typeface="Meiryo UI" panose="020B0604030504040204" pitchFamily="50" charset="-128"/>
              </a:rPr>
              <a:t>尿素補給ランプ</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C1P44:</a:t>
            </a:r>
            <a:r>
              <a:rPr lang="ja-JP" altLang="en-US" sz="1200">
                <a:latin typeface="Meiryo UI" panose="020B0604030504040204" pitchFamily="50" charset="-128"/>
                <a:ea typeface="Meiryo UI" panose="020B0604030504040204" pitchFamily="50" charset="-128"/>
                <a:cs typeface="Meiryo UI" panose="020B0604030504040204" pitchFamily="50" charset="-128"/>
              </a:rPr>
              <a:t> ヘッドライトリレー</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C1P45:</a:t>
            </a:r>
            <a:r>
              <a:rPr lang="ja-JP" altLang="en-US" sz="1200">
                <a:latin typeface="Meiryo UI" panose="020B0604030504040204" pitchFamily="50" charset="-128"/>
                <a:ea typeface="Meiryo UI" panose="020B0604030504040204" pitchFamily="50" charset="-128"/>
                <a:cs typeface="Meiryo UI" panose="020B0604030504040204" pitchFamily="50" charset="-128"/>
              </a:rPr>
              <a:t> ルームランプリレー</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C1P46:</a:t>
            </a:r>
            <a:r>
              <a:rPr lang="ja-JP" altLang="en-US"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 ディギングブレーキソレノイド</a:t>
            </a: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2</a:t>
            </a: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C1P47:</a:t>
            </a:r>
            <a:r>
              <a:rPr lang="ja-JP" altLang="en-US" sz="1200">
                <a:latin typeface="Meiryo UI" panose="020B0604030504040204" pitchFamily="50" charset="-128"/>
                <a:ea typeface="Meiryo UI" panose="020B0604030504040204" pitchFamily="50" charset="-128"/>
                <a:cs typeface="Meiryo UI" panose="020B0604030504040204" pitchFamily="50" charset="-128"/>
              </a:rPr>
              <a:t> ブレード</a:t>
            </a:r>
            <a:r>
              <a:rPr lang="en-US" altLang="ja-JP" sz="1200">
                <a:latin typeface="Meiryo UI" panose="020B0604030504040204" pitchFamily="50" charset="-128"/>
                <a:ea typeface="Meiryo UI" panose="020B0604030504040204" pitchFamily="50" charset="-128"/>
                <a:cs typeface="Meiryo UI" panose="020B0604030504040204" pitchFamily="50" charset="-128"/>
              </a:rPr>
              <a:t>A</a:t>
            </a:r>
            <a:r>
              <a:rPr lang="ja-JP" altLang="en-US" sz="1200">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C1P48:</a:t>
            </a:r>
            <a:r>
              <a:rPr lang="ja-JP" altLang="en-US" sz="1200">
                <a:latin typeface="Meiryo UI" panose="020B0604030504040204" pitchFamily="50" charset="-128"/>
                <a:ea typeface="Meiryo UI" panose="020B0604030504040204" pitchFamily="50" charset="-128"/>
                <a:cs typeface="Meiryo UI" panose="020B0604030504040204" pitchFamily="50" charset="-128"/>
              </a:rPr>
              <a:t> ブレード</a:t>
            </a:r>
            <a:r>
              <a:rPr lang="en-US" altLang="ja-JP" sz="1200">
                <a:latin typeface="Meiryo UI" panose="020B0604030504040204" pitchFamily="50" charset="-128"/>
                <a:ea typeface="Meiryo UI" panose="020B0604030504040204" pitchFamily="50" charset="-128"/>
                <a:cs typeface="Meiryo UI" panose="020B0604030504040204" pitchFamily="50" charset="-128"/>
              </a:rPr>
              <a:t>B</a:t>
            </a:r>
            <a:r>
              <a:rPr lang="ja-JP" altLang="en-US" sz="1200">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C1P49:</a:t>
            </a:r>
            <a:r>
              <a:rPr lang="ja-JP" altLang="en-US" sz="1200">
                <a:latin typeface="Meiryo UI" panose="020B0604030504040204" pitchFamily="50" charset="-128"/>
                <a:ea typeface="Meiryo UI" panose="020B0604030504040204" pitchFamily="50" charset="-128"/>
                <a:cs typeface="Meiryo UI" panose="020B0604030504040204" pitchFamily="50" charset="-128"/>
              </a:rPr>
              <a:t> ターンシグナル左</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C1P50:</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AUX3</a:t>
            </a:r>
            <a:r>
              <a:rPr lang="ja-JP" altLang="en-US" sz="1200">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C2P31:</a:t>
            </a:r>
            <a:r>
              <a:rPr lang="ja-JP" altLang="en-US" sz="1200">
                <a:latin typeface="Meiryo UI" panose="020B0604030504040204" pitchFamily="50" charset="-128"/>
                <a:ea typeface="Meiryo UI" panose="020B0604030504040204" pitchFamily="50" charset="-128"/>
                <a:cs typeface="Meiryo UI" panose="020B0604030504040204" pitchFamily="50" charset="-128"/>
              </a:rPr>
              <a:t> アジャスト伸び側ソレノイド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C2P32:</a:t>
            </a:r>
            <a:r>
              <a:rPr lang="ja-JP" altLang="en-US" sz="1200">
                <a:latin typeface="Meiryo UI" panose="020B0604030504040204" pitchFamily="50" charset="-128"/>
                <a:ea typeface="Meiryo UI" panose="020B0604030504040204" pitchFamily="50" charset="-128"/>
                <a:cs typeface="Meiryo UI" panose="020B0604030504040204" pitchFamily="50" charset="-128"/>
              </a:rPr>
              <a:t> アジャスト縮み側ソレノイド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C2P33:</a:t>
            </a:r>
            <a:r>
              <a:rPr lang="ja-JP" altLang="en-US" sz="1200">
                <a:latin typeface="Meiryo UI" panose="020B0604030504040204" pitchFamily="50" charset="-128"/>
                <a:ea typeface="Meiryo UI" panose="020B0604030504040204" pitchFamily="50" charset="-128"/>
                <a:cs typeface="Meiryo UI" panose="020B0604030504040204" pitchFamily="50" charset="-128"/>
              </a:rPr>
              <a:t> ワークライト後リレー</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C2P34:</a:t>
            </a:r>
            <a:r>
              <a:rPr lang="ja-JP" altLang="en-US" sz="1200">
                <a:latin typeface="Meiryo UI" panose="020B0604030504040204" pitchFamily="50" charset="-128"/>
                <a:ea typeface="Meiryo UI" panose="020B0604030504040204" pitchFamily="50" charset="-128"/>
                <a:cs typeface="Meiryo UI" panose="020B0604030504040204" pitchFamily="50" charset="-128"/>
              </a:rPr>
              <a:t> リフトアラームリレー</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C2P35:</a:t>
            </a:r>
            <a:r>
              <a:rPr lang="ja-JP" altLang="en-US" sz="1200">
                <a:latin typeface="Meiryo UI" panose="020B0604030504040204" pitchFamily="50" charset="-128"/>
                <a:ea typeface="Meiryo UI" panose="020B0604030504040204" pitchFamily="50" charset="-128"/>
                <a:cs typeface="Meiryo UI" panose="020B0604030504040204" pitchFamily="50" charset="-128"/>
              </a:rPr>
              <a:t> ブームサスペンション</a:t>
            </a:r>
            <a:r>
              <a:rPr lang="en-US" altLang="ja-JP" sz="1200">
                <a:latin typeface="Meiryo UI" panose="020B0604030504040204" pitchFamily="50" charset="-128"/>
                <a:ea typeface="Meiryo UI" panose="020B0604030504040204" pitchFamily="50" charset="-128"/>
                <a:cs typeface="Meiryo UI" panose="020B0604030504040204" pitchFamily="50" charset="-128"/>
              </a:rPr>
              <a:t>SOL1</a:t>
            </a: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C2P36:</a:t>
            </a:r>
            <a:r>
              <a:rPr lang="ja-JP" altLang="en-US" sz="1200">
                <a:latin typeface="Meiryo UI" panose="020B0604030504040204" pitchFamily="50" charset="-128"/>
                <a:ea typeface="Meiryo UI" panose="020B0604030504040204" pitchFamily="50" charset="-128"/>
                <a:cs typeface="Meiryo UI" panose="020B0604030504040204" pitchFamily="50" charset="-128"/>
              </a:rPr>
              <a:t> ブームサスペンション</a:t>
            </a:r>
            <a:r>
              <a:rPr lang="en-US" altLang="ja-JP" sz="1200">
                <a:latin typeface="Meiryo UI" panose="020B0604030504040204" pitchFamily="50" charset="-128"/>
                <a:ea typeface="Meiryo UI" panose="020B0604030504040204" pitchFamily="50" charset="-128"/>
                <a:cs typeface="Meiryo UI" panose="020B0604030504040204" pitchFamily="50" charset="-128"/>
              </a:rPr>
              <a:t>SOL2</a:t>
            </a: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C2P37:</a:t>
            </a:r>
            <a:r>
              <a:rPr lang="ja-JP" altLang="en-US" sz="1200">
                <a:latin typeface="Meiryo UI" panose="020B0604030504040204" pitchFamily="50" charset="-128"/>
                <a:ea typeface="Meiryo UI" panose="020B0604030504040204" pitchFamily="50" charset="-128"/>
                <a:cs typeface="Meiryo UI" panose="020B0604030504040204" pitchFamily="50" charset="-128"/>
              </a:rPr>
              <a:t> バックアップリレー</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C2P38:</a:t>
            </a:r>
            <a:r>
              <a:rPr lang="ja-JP" altLang="en-US" sz="1200">
                <a:latin typeface="Meiryo UI" panose="020B0604030504040204" pitchFamily="50" charset="-128"/>
                <a:ea typeface="Meiryo UI" panose="020B0604030504040204" pitchFamily="50" charset="-128"/>
                <a:cs typeface="Meiryo UI" panose="020B0604030504040204" pitchFamily="50" charset="-128"/>
              </a:rPr>
              <a:t> 逆回転ファンソレノイド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C2P39:</a:t>
            </a:r>
            <a:r>
              <a:rPr lang="ja-JP" altLang="en-US" sz="1200">
                <a:latin typeface="Meiryo UI" panose="020B0604030504040204" pitchFamily="50" charset="-128"/>
                <a:ea typeface="Meiryo UI" panose="020B0604030504040204" pitchFamily="50" charset="-128"/>
                <a:cs typeface="Meiryo UI" panose="020B0604030504040204" pitchFamily="50" charset="-128"/>
              </a:rPr>
              <a:t> 油圧ファンソレノイド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C2P40: </a:t>
            </a:r>
            <a:r>
              <a:rPr lang="ja-JP" altLang="en-US" sz="1200">
                <a:latin typeface="Meiryo UI" panose="020B0604030504040204" pitchFamily="50" charset="-128"/>
                <a:ea typeface="Meiryo UI" panose="020B0604030504040204" pitchFamily="50" charset="-128"/>
                <a:cs typeface="Meiryo UI" panose="020B0604030504040204" pitchFamily="50" charset="-128"/>
              </a:rPr>
              <a:t>拡張出力</a:t>
            </a:r>
            <a:r>
              <a:rPr lang="en-US" altLang="ja-JP" sz="1200">
                <a:latin typeface="Meiryo UI" panose="020B0604030504040204" pitchFamily="50" charset="-128"/>
                <a:ea typeface="Meiryo UI" panose="020B0604030504040204" pitchFamily="50" charset="-128"/>
                <a:cs typeface="Meiryo UI" panose="020B0604030504040204" pitchFamily="50" charset="-128"/>
              </a:rPr>
              <a:t>2</a:t>
            </a: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C2P40: </a:t>
            </a:r>
            <a:r>
              <a:rPr lang="ja-JP" altLang="en-US" sz="1200">
                <a:latin typeface="Meiryo UI" panose="020B0604030504040204" pitchFamily="50" charset="-128"/>
                <a:ea typeface="Meiryo UI" panose="020B0604030504040204" pitchFamily="50" charset="-128"/>
                <a:cs typeface="Meiryo UI" panose="020B0604030504040204" pitchFamily="50" charset="-128"/>
              </a:rPr>
              <a:t>拡張出力</a:t>
            </a:r>
            <a:r>
              <a:rPr lang="en-US" altLang="ja-JP" sz="1200">
                <a:latin typeface="Meiryo UI" panose="020B0604030504040204" pitchFamily="50" charset="-128"/>
                <a:ea typeface="Meiryo UI" panose="020B0604030504040204" pitchFamily="50" charset="-128"/>
                <a:cs typeface="Meiryo UI" panose="020B0604030504040204" pitchFamily="50" charset="-128"/>
              </a:rPr>
              <a:t>5</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B</a:t>
            </a:r>
            <a:r>
              <a:rPr lang="ja-JP" altLang="en-US" sz="1200">
                <a:latin typeface="Meiryo UI" panose="020B0604030504040204" pitchFamily="50" charset="-128"/>
                <a:ea typeface="Meiryo UI" panose="020B0604030504040204" pitchFamily="50" charset="-128"/>
                <a:cs typeface="Meiryo UI" panose="020B0604030504040204" pitchFamily="50" charset="-128"/>
              </a:rPr>
              <a:t>側</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C2P41:</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AUX1</a:t>
            </a:r>
            <a:r>
              <a:rPr lang="ja-JP" altLang="en-US" sz="1200">
                <a:latin typeface="Meiryo UI" panose="020B0604030504040204" pitchFamily="50" charset="-128"/>
                <a:ea typeface="Meiryo UI" panose="020B0604030504040204" pitchFamily="50" charset="-128"/>
                <a:cs typeface="Meiryo UI" panose="020B0604030504040204" pitchFamily="50" charset="-128"/>
              </a:rPr>
              <a:t>圧力調整ソレノイド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C2P42:</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AUX2</a:t>
            </a:r>
            <a:r>
              <a:rPr lang="ja-JP" altLang="en-US" sz="1200">
                <a:latin typeface="Meiryo UI" panose="020B0604030504040204" pitchFamily="50" charset="-128"/>
                <a:ea typeface="Meiryo UI" panose="020B0604030504040204" pitchFamily="50" charset="-128"/>
                <a:cs typeface="Meiryo UI" panose="020B0604030504040204" pitchFamily="50" charset="-128"/>
              </a:rPr>
              <a:t>圧力調整ソレノイド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C2P43:</a:t>
            </a:r>
            <a:r>
              <a:rPr lang="ja-JP" altLang="en-US" sz="1200">
                <a:latin typeface="Meiryo UI" panose="020B0604030504040204" pitchFamily="50" charset="-128"/>
                <a:ea typeface="Meiryo UI" panose="020B0604030504040204" pitchFamily="50" charset="-128"/>
                <a:cs typeface="Meiryo UI" panose="020B0604030504040204" pitchFamily="50" charset="-128"/>
              </a:rPr>
              <a:t> ポジションランプリレー</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C2P44:</a:t>
            </a:r>
            <a:r>
              <a:rPr lang="ja-JP" altLang="en-US" sz="1200">
                <a:latin typeface="Meiryo UI" panose="020B0604030504040204" pitchFamily="50" charset="-128"/>
                <a:ea typeface="Meiryo UI" panose="020B0604030504040204" pitchFamily="50" charset="-128"/>
                <a:cs typeface="Meiryo UI" panose="020B0604030504040204" pitchFamily="50" charset="-128"/>
              </a:rPr>
              <a:t> ワイパリレー</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C2P45:</a:t>
            </a:r>
            <a:r>
              <a:rPr lang="ja-JP" altLang="en-US" sz="1200">
                <a:latin typeface="Meiryo UI" panose="020B0604030504040204" pitchFamily="50" charset="-128"/>
                <a:ea typeface="Meiryo UI" panose="020B0604030504040204" pitchFamily="50" charset="-128"/>
                <a:cs typeface="Meiryo UI" panose="020B0604030504040204" pitchFamily="50" charset="-128"/>
              </a:rPr>
              <a:t> ブレーキランプ</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C2P46:</a:t>
            </a:r>
            <a:r>
              <a:rPr lang="ja-JP" altLang="en-US" sz="1200">
                <a:latin typeface="Meiryo UI" panose="020B0604030504040204" pitchFamily="50" charset="-128"/>
                <a:ea typeface="Meiryo UI" panose="020B0604030504040204" pitchFamily="50" charset="-128"/>
                <a:cs typeface="Meiryo UI" panose="020B0604030504040204" pitchFamily="50" charset="-128"/>
              </a:rPr>
              <a:t> リバースランプ</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C2P47:</a:t>
            </a:r>
            <a:r>
              <a:rPr lang="ja-JP" altLang="en-US" sz="1200">
                <a:latin typeface="Meiryo UI" panose="020B0604030504040204" pitchFamily="50" charset="-128"/>
                <a:ea typeface="Meiryo UI" panose="020B0604030504040204" pitchFamily="50" charset="-128"/>
                <a:cs typeface="Meiryo UI" panose="020B0604030504040204" pitchFamily="50" charset="-128"/>
              </a:rPr>
              <a:t> ビーコンリレー</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C2P48:</a:t>
            </a:r>
            <a:r>
              <a:rPr lang="ja-JP" altLang="en-US" sz="1200">
                <a:latin typeface="Meiryo UI" panose="020B0604030504040204" pitchFamily="50" charset="-128"/>
                <a:ea typeface="Meiryo UI" panose="020B0604030504040204" pitchFamily="50" charset="-128"/>
                <a:cs typeface="Meiryo UI" panose="020B0604030504040204" pitchFamily="50" charset="-128"/>
              </a:rPr>
              <a:t> バックアラーム</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C2P49:</a:t>
            </a:r>
            <a:r>
              <a:rPr lang="ja-JP" altLang="en-US" sz="1200">
                <a:latin typeface="Meiryo UI" panose="020B0604030504040204" pitchFamily="50" charset="-128"/>
                <a:ea typeface="Meiryo UI" panose="020B0604030504040204" pitchFamily="50" charset="-128"/>
                <a:cs typeface="Meiryo UI" panose="020B0604030504040204" pitchFamily="50" charset="-128"/>
              </a:rPr>
              <a:t> ターンシグナル右</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C2P50:</a:t>
            </a:r>
            <a:r>
              <a:rPr lang="ja-JP" altLang="en-US" sz="1200">
                <a:latin typeface="Meiryo UI" panose="020B0604030504040204" pitchFamily="50" charset="-128"/>
                <a:ea typeface="Meiryo UI" panose="020B0604030504040204" pitchFamily="50" charset="-128"/>
                <a:cs typeface="Meiryo UI" panose="020B0604030504040204" pitchFamily="50" charset="-128"/>
              </a:rPr>
              <a:t> スイッチイルミネーション</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sp>
        <p:nvSpPr>
          <p:cNvPr id="10" name="角丸四角形 9"/>
          <p:cNvSpPr/>
          <p:nvPr/>
        </p:nvSpPr>
        <p:spPr>
          <a:xfrm>
            <a:off x="5657587" y="834531"/>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028504" y="582434"/>
            <a:ext cx="1" cy="25209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5884504" y="294434"/>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sp>
        <p:nvSpPr>
          <p:cNvPr id="5" name="テキスト ボックス 4"/>
          <p:cNvSpPr txBox="1"/>
          <p:nvPr/>
        </p:nvSpPr>
        <p:spPr>
          <a:xfrm>
            <a:off x="9212651" y="1582779"/>
            <a:ext cx="756938" cy="253916"/>
          </a:xfrm>
          <a:prstGeom prst="rect">
            <a:avLst/>
          </a:prstGeom>
          <a:noFill/>
        </p:spPr>
        <p:txBody>
          <a:bodyPr wrap="none" rtlCol="0">
            <a:spAutoFit/>
          </a:bodyPr>
          <a:lstStyle/>
          <a:p>
            <a:r>
              <a:rPr kumimoji="1" lang="ja-JP" altLang="en-US" sz="1050">
                <a:solidFill>
                  <a:srgbClr val="FF0000"/>
                </a:solidFill>
              </a:rPr>
              <a:t>△</a:t>
            </a:r>
            <a:r>
              <a:rPr kumimoji="1" lang="en-US" altLang="ja-JP" sz="1050">
                <a:solidFill>
                  <a:srgbClr val="FF0000"/>
                </a:solidFill>
              </a:rPr>
              <a:t>10</a:t>
            </a:r>
            <a:r>
              <a:rPr kumimoji="1" lang="ja-JP" altLang="en-US" sz="1050">
                <a:solidFill>
                  <a:srgbClr val="FF0000"/>
                </a:solidFill>
              </a:rPr>
              <a:t> 追加</a:t>
            </a:r>
          </a:p>
        </p:txBody>
      </p:sp>
      <p:sp>
        <p:nvSpPr>
          <p:cNvPr id="28" name="テキスト ボックス 27">
            <a:extLst>
              <a:ext uri="{FF2B5EF4-FFF2-40B4-BE49-F238E27FC236}">
                <a16:creationId xmlns:a16="http://schemas.microsoft.com/office/drawing/2014/main" id="{42DB9007-44B2-4BCF-2564-8E81E4EE34F9}"/>
              </a:ext>
            </a:extLst>
          </p:cNvPr>
          <p:cNvSpPr txBox="1"/>
          <p:nvPr/>
        </p:nvSpPr>
        <p:spPr>
          <a:xfrm>
            <a:off x="0" y="1414522"/>
            <a:ext cx="457176" cy="253916"/>
          </a:xfrm>
          <a:prstGeom prst="rect">
            <a:avLst/>
          </a:prstGeom>
          <a:noFill/>
        </p:spPr>
        <p:txBody>
          <a:bodyPr wrap="none" rtlCol="0">
            <a:spAutoFit/>
          </a:bodyPr>
          <a:lstStyle/>
          <a:p>
            <a:r>
              <a:rPr kumimoji="1" lang="ja-JP" altLang="en-US" sz="1050">
                <a:solidFill>
                  <a:srgbClr val="FF0000"/>
                </a:solidFill>
              </a:rPr>
              <a:t>△</a:t>
            </a:r>
            <a:r>
              <a:rPr kumimoji="1" lang="en-US" altLang="ja-JP" sz="1050">
                <a:solidFill>
                  <a:srgbClr val="FF0000"/>
                </a:solidFill>
              </a:rPr>
              <a:t>10</a:t>
            </a:r>
            <a:endParaRPr kumimoji="1" lang="ja-JP" altLang="en-US" sz="1050">
              <a:solidFill>
                <a:srgbClr val="FF0000"/>
              </a:solidFill>
            </a:endParaRPr>
          </a:p>
        </p:txBody>
      </p:sp>
      <p:sp>
        <p:nvSpPr>
          <p:cNvPr id="22" name="テキスト ボックス 21">
            <a:extLst>
              <a:ext uri="{FF2B5EF4-FFF2-40B4-BE49-F238E27FC236}">
                <a16:creationId xmlns:a16="http://schemas.microsoft.com/office/drawing/2014/main" id="{C3F2C97C-048C-A55A-9E0E-F5439BB2C4F7}"/>
              </a:ext>
            </a:extLst>
          </p:cNvPr>
          <p:cNvSpPr txBox="1"/>
          <p:nvPr/>
        </p:nvSpPr>
        <p:spPr>
          <a:xfrm>
            <a:off x="-877" y="4190955"/>
            <a:ext cx="457176" cy="253916"/>
          </a:xfrm>
          <a:prstGeom prst="rect">
            <a:avLst/>
          </a:prstGeom>
          <a:noFill/>
        </p:spPr>
        <p:txBody>
          <a:bodyPr wrap="none" rtlCol="0">
            <a:spAutoFit/>
          </a:bodyPr>
          <a:lstStyle/>
          <a:p>
            <a:r>
              <a:rPr kumimoji="1" lang="ja-JP" altLang="en-US" sz="1050">
                <a:solidFill>
                  <a:srgbClr val="FF0000"/>
                </a:solidFill>
              </a:rPr>
              <a:t>△</a:t>
            </a:r>
            <a:r>
              <a:rPr kumimoji="1" lang="en-US" altLang="ja-JP" sz="1050">
                <a:solidFill>
                  <a:srgbClr val="FF0000"/>
                </a:solidFill>
              </a:rPr>
              <a:t>10</a:t>
            </a:r>
            <a:endParaRPr kumimoji="1" lang="ja-JP" altLang="en-US" sz="1050">
              <a:solidFill>
                <a:srgbClr val="FF0000"/>
              </a:solidFill>
            </a:endParaRPr>
          </a:p>
        </p:txBody>
      </p:sp>
      <p:sp>
        <p:nvSpPr>
          <p:cNvPr id="23" name="テキスト ボックス 22">
            <a:extLst>
              <a:ext uri="{FF2B5EF4-FFF2-40B4-BE49-F238E27FC236}">
                <a16:creationId xmlns:a16="http://schemas.microsoft.com/office/drawing/2014/main" id="{0D304178-23C0-3C2A-03FD-D048D04EFD0C}"/>
              </a:ext>
            </a:extLst>
          </p:cNvPr>
          <p:cNvSpPr txBox="1"/>
          <p:nvPr/>
        </p:nvSpPr>
        <p:spPr>
          <a:xfrm>
            <a:off x="9392370" y="4317913"/>
            <a:ext cx="756938" cy="253916"/>
          </a:xfrm>
          <a:prstGeom prst="rect">
            <a:avLst/>
          </a:prstGeom>
          <a:noFill/>
        </p:spPr>
        <p:txBody>
          <a:bodyPr wrap="none" rtlCol="0">
            <a:spAutoFit/>
          </a:bodyPr>
          <a:lstStyle/>
          <a:p>
            <a:r>
              <a:rPr kumimoji="1" lang="ja-JP" altLang="en-US" sz="1050">
                <a:solidFill>
                  <a:srgbClr val="FF0000"/>
                </a:solidFill>
              </a:rPr>
              <a:t>△</a:t>
            </a:r>
            <a:r>
              <a:rPr kumimoji="1" lang="en-US" altLang="ja-JP" sz="1050">
                <a:solidFill>
                  <a:srgbClr val="FF0000"/>
                </a:solidFill>
              </a:rPr>
              <a:t>10</a:t>
            </a:r>
            <a:r>
              <a:rPr kumimoji="1" lang="ja-JP" altLang="en-US" sz="1050">
                <a:solidFill>
                  <a:srgbClr val="FF0000"/>
                </a:solidFill>
              </a:rPr>
              <a:t> 追加</a:t>
            </a:r>
          </a:p>
        </p:txBody>
      </p:sp>
      <p:sp>
        <p:nvSpPr>
          <p:cNvPr id="24" name="テキスト ボックス 23">
            <a:extLst>
              <a:ext uri="{FF2B5EF4-FFF2-40B4-BE49-F238E27FC236}">
                <a16:creationId xmlns:a16="http://schemas.microsoft.com/office/drawing/2014/main" id="{5D331F02-D9BB-47EB-80D7-94228DB4334C}"/>
              </a:ext>
            </a:extLst>
          </p:cNvPr>
          <p:cNvSpPr txBox="1"/>
          <p:nvPr/>
        </p:nvSpPr>
        <p:spPr>
          <a:xfrm>
            <a:off x="315913" y="5329216"/>
            <a:ext cx="1507144" cy="246221"/>
          </a:xfrm>
          <a:prstGeom prst="rect">
            <a:avLst/>
          </a:prstGeom>
          <a:noFill/>
        </p:spPr>
        <p:txBody>
          <a:bodyPr wrap="none" rtlCol="0">
            <a:spAutoFit/>
          </a:bodyPr>
          <a:lstStyle/>
          <a:p>
            <a:r>
              <a:rPr kumimoji="1" lang="ja-JP" altLang="en-US" sz="1000">
                <a:solidFill>
                  <a:srgbClr val="FF0000"/>
                </a:solidFill>
              </a:rPr>
              <a:t>△</a:t>
            </a:r>
            <a:r>
              <a:rPr kumimoji="1" lang="en-US" altLang="ja-JP" sz="1000">
                <a:solidFill>
                  <a:srgbClr val="FF0000"/>
                </a:solidFill>
              </a:rPr>
              <a:t>10</a:t>
            </a:r>
            <a:r>
              <a:rPr kumimoji="1" lang="ja-JP" altLang="en-US" sz="1000">
                <a:solidFill>
                  <a:srgbClr val="FF0000"/>
                </a:solidFill>
              </a:rPr>
              <a:t>  </a:t>
            </a:r>
            <a:r>
              <a:rPr kumimoji="1" lang="en-US" altLang="ja-JP" sz="1000">
                <a:solidFill>
                  <a:srgbClr val="FF0000"/>
                </a:solidFill>
              </a:rPr>
              <a:t>C1P32</a:t>
            </a:r>
            <a:r>
              <a:rPr kumimoji="1" lang="ja-JP" altLang="en-US" sz="1000">
                <a:solidFill>
                  <a:srgbClr val="FF0000"/>
                </a:solidFill>
              </a:rPr>
              <a:t>、</a:t>
            </a:r>
            <a:r>
              <a:rPr kumimoji="1" lang="en-US" altLang="ja-JP" sz="1000">
                <a:solidFill>
                  <a:srgbClr val="FF0000"/>
                </a:solidFill>
              </a:rPr>
              <a:t>C1P46</a:t>
            </a:r>
            <a:r>
              <a:rPr kumimoji="1" lang="ja-JP" altLang="en-US" sz="1000">
                <a:solidFill>
                  <a:srgbClr val="FF0000"/>
                </a:solidFill>
              </a:rPr>
              <a:t>追加</a:t>
            </a:r>
            <a:endParaRPr kumimoji="1" lang="en-US" altLang="ja-JP" sz="1000">
              <a:solidFill>
                <a:srgbClr val="FF0000"/>
              </a:solidFill>
            </a:endParaRPr>
          </a:p>
        </p:txBody>
      </p:sp>
    </p:spTree>
    <p:extLst>
      <p:ext uri="{BB962C8B-B14F-4D97-AF65-F5344CB8AC3E}">
        <p14:creationId xmlns:p14="http://schemas.microsoft.com/office/powerpoint/2010/main" val="684746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25A56F6-FB6B-E3F9-948A-1B907CB0E083}"/>
              </a:ext>
            </a:extLst>
          </p:cNvPr>
          <p:cNvPicPr>
            <a:picLocks noChangeAspect="1"/>
          </p:cNvPicPr>
          <p:nvPr/>
        </p:nvPicPr>
        <p:blipFill>
          <a:blip r:embed="rId2"/>
          <a:stretch>
            <a:fillRect/>
          </a:stretch>
        </p:blipFill>
        <p:spPr>
          <a:xfrm>
            <a:off x="333680" y="479425"/>
            <a:ext cx="6189567" cy="4567973"/>
          </a:xfrm>
          <a:prstGeom prst="rect">
            <a:avLst/>
          </a:prstGeom>
        </p:spPr>
      </p:pic>
      <p:sp>
        <p:nvSpPr>
          <p:cNvPr id="4" name="テキスト ボックス 3"/>
          <p:cNvSpPr txBox="1"/>
          <p:nvPr/>
        </p:nvSpPr>
        <p:spPr>
          <a:xfrm>
            <a:off x="312430" y="79315"/>
            <a:ext cx="2795509"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Outputs(</a:t>
            </a:r>
            <a:r>
              <a:rPr lang="en-US" altLang="ja-JP" sz="2000" err="1">
                <a:latin typeface="Meiryo UI" panose="020B0604030504040204" pitchFamily="50" charset="-128"/>
                <a:ea typeface="Meiryo UI" panose="020B0604030504040204" pitchFamily="50" charset="-128"/>
                <a:cs typeface="Meiryo UI" panose="020B0604030504040204" pitchFamily="50" charset="-128"/>
              </a:rPr>
              <a:t>Sub,Uc</a:t>
            </a:r>
            <a:r>
              <a:rPr lang="en-US" altLang="ja-JP" sz="2000">
                <a:latin typeface="Meiryo UI" panose="020B0604030504040204" pitchFamily="50" charset="-128"/>
                <a:ea typeface="Meiryo UI" panose="020B0604030504040204" pitchFamily="50" charset="-128"/>
                <a:cs typeface="Meiryo UI" panose="020B0604030504040204" pitchFamily="50" charset="-128"/>
              </a:rPr>
              <a:t>)</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sp>
        <p:nvSpPr>
          <p:cNvPr id="7" name="テキスト ボックス 6"/>
          <p:cNvSpPr txBox="1"/>
          <p:nvPr/>
        </p:nvSpPr>
        <p:spPr>
          <a:xfrm>
            <a:off x="6688138" y="479425"/>
            <a:ext cx="5408361" cy="6647974"/>
          </a:xfrm>
          <a:prstGeom prst="rect">
            <a:avLst/>
          </a:prstGeom>
          <a:solidFill>
            <a:schemeClr val="bg1"/>
          </a:solidFill>
          <a:ln w="6350">
            <a:solidFill>
              <a:schemeClr val="tx1"/>
            </a:solidFill>
          </a:ln>
        </p:spPr>
        <p:txBody>
          <a:bodyPr wrap="square" lIns="91440" tIns="45720" rIns="91440" bIns="45720" rtlCol="0" anchor="t">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コントローラから出力されるデジタル信号、アナログ信号を確認できます。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 Home:</a:t>
            </a:r>
            <a:r>
              <a:rPr lang="ja-JP" altLang="en-US" sz="1200">
                <a:latin typeface="Meiryo UI" panose="020B0604030504040204" pitchFamily="50" charset="-128"/>
                <a:ea typeface="Meiryo UI" panose="020B0604030504040204" pitchFamily="50" charset="-128"/>
                <a:cs typeface="Meiryo UI" panose="020B0604030504040204" pitchFamily="50" charset="-128"/>
              </a:rPr>
              <a:t> ホーム画面に移動します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Sub</a:t>
            </a:r>
            <a:r>
              <a:rPr lang="ja-JP" altLang="en-US" sz="1200">
                <a:latin typeface="Meiryo UI" panose="020B0604030504040204" pitchFamily="50" charset="-128"/>
                <a:ea typeface="Meiryo UI" panose="020B0604030504040204" pitchFamily="50" charset="-128"/>
                <a:cs typeface="Meiryo UI" panose="020B0604030504040204" pitchFamily="50" charset="-128"/>
              </a:rPr>
              <a:t>コントローラ</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79705">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C1P33: AUX1</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1Way</a:t>
            </a:r>
            <a:r>
              <a:rPr lang="ja-JP" altLang="en-US" sz="1200">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79705">
              <a:tabLst>
                <a:tab pos="803275" algn="l"/>
                <a:tab pos="892175" algn="l"/>
              </a:tabLst>
            </a:pPr>
            <a:r>
              <a:rPr lang="ja-JP" altLang="en-US" sz="1200">
                <a:solidFill>
                  <a:srgbClr val="FF0000"/>
                </a:solidFill>
                <a:latin typeface="Meiryo UI"/>
                <a:ea typeface="Meiryo UI"/>
                <a:cs typeface="Meiryo UI" panose="020B0604030504040204" pitchFamily="50" charset="-128"/>
              </a:rPr>
              <a:t>C1P34: 緊急ステアリングソレノイド</a:t>
            </a:r>
          </a:p>
          <a:p>
            <a:pPr marL="179705">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C1P35:</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AUX3</a:t>
            </a:r>
            <a:r>
              <a:rPr lang="ja-JP" altLang="en-US" sz="1200">
                <a:latin typeface="Meiryo UI" panose="020B0604030504040204" pitchFamily="50" charset="-128"/>
                <a:ea typeface="Meiryo UI" panose="020B0604030504040204" pitchFamily="50" charset="-128"/>
                <a:cs typeface="Meiryo UI" panose="020B0604030504040204" pitchFamily="50" charset="-128"/>
              </a:rPr>
              <a:t>プレッシャリリースソレノイド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79705">
              <a:tabLst>
                <a:tab pos="803275" algn="l"/>
                <a:tab pos="892175"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C1P36:</a:t>
            </a:r>
            <a:r>
              <a:rPr lang="ja-JP" altLang="en-US"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拡張出力</a:t>
            </a: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3</a:t>
            </a:r>
          </a:p>
          <a:p>
            <a:pPr marL="179705">
              <a:tabLst>
                <a:tab pos="803275" algn="l"/>
                <a:tab pos="892175"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C1P37:</a:t>
            </a:r>
            <a:r>
              <a:rPr lang="ja-JP" altLang="en-US"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拡張出力</a:t>
            </a: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4</a:t>
            </a:r>
          </a:p>
          <a:p>
            <a:pPr marL="179705">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C1P39:</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AUX1A</a:t>
            </a:r>
            <a:r>
              <a:rPr lang="ja-JP" altLang="en-US" sz="1200">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79705">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C1P40:</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AUX1B</a:t>
            </a:r>
            <a:r>
              <a:rPr lang="ja-JP" altLang="en-US" sz="1200">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79705">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C1P41:</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AUX2C</a:t>
            </a:r>
            <a:r>
              <a:rPr lang="ja-JP" altLang="en-US" sz="1200">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79705">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C1P42:</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AUX2D</a:t>
            </a:r>
            <a:r>
              <a:rPr lang="ja-JP" altLang="en-US" sz="1200">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79705">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C1P43:</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AUX4G</a:t>
            </a:r>
            <a:r>
              <a:rPr lang="ja-JP" altLang="en-US" sz="1200">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79705">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C1P44:</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AUX4H</a:t>
            </a:r>
            <a:r>
              <a:rPr lang="ja-JP" altLang="en-US" sz="1200">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79705">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C1P45:</a:t>
            </a:r>
            <a:r>
              <a:rPr lang="ja-JP" altLang="en-US" sz="1200">
                <a:latin typeface="Meiryo UI" panose="020B0604030504040204" pitchFamily="50" charset="-128"/>
                <a:ea typeface="Meiryo UI" panose="020B0604030504040204" pitchFamily="50" charset="-128"/>
                <a:cs typeface="Meiryo UI" panose="020B0604030504040204" pitchFamily="50" charset="-128"/>
              </a:rPr>
              <a:t> スイング左ソレノイド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79705">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C1P46:</a:t>
            </a:r>
            <a:r>
              <a:rPr lang="ja-JP" altLang="en-US" sz="1200">
                <a:latin typeface="Meiryo UI" panose="020B0604030504040204" pitchFamily="50" charset="-128"/>
                <a:ea typeface="Meiryo UI" panose="020B0604030504040204" pitchFamily="50" charset="-128"/>
                <a:cs typeface="Meiryo UI" panose="020B0604030504040204" pitchFamily="50" charset="-128"/>
              </a:rPr>
              <a:t> スイング右ソレノイド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UC</a:t>
            </a:r>
            <a:r>
              <a:rPr lang="ja-JP" altLang="en-US" sz="1200">
                <a:latin typeface="Meiryo UI" panose="020B0604030504040204" pitchFamily="50" charset="-128"/>
                <a:ea typeface="Meiryo UI" panose="020B0604030504040204" pitchFamily="50" charset="-128"/>
                <a:cs typeface="Meiryo UI" panose="020B0604030504040204" pitchFamily="50" charset="-128"/>
              </a:rPr>
              <a:t>コントローラ</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79705">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C1P33:</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4WS-A</a:t>
            </a:r>
            <a:r>
              <a:rPr lang="ja-JP" altLang="en-US" sz="1200">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79705">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C1P34:</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4WS-B</a:t>
            </a:r>
            <a:r>
              <a:rPr lang="ja-JP" altLang="en-US" sz="1200">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79705">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C1P35:</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4WS</a:t>
            </a:r>
            <a:r>
              <a:rPr lang="ja-JP" altLang="en-US" sz="1200">
                <a:latin typeface="Meiryo UI" panose="020B0604030504040204" pitchFamily="50" charset="-128"/>
                <a:ea typeface="Meiryo UI" panose="020B0604030504040204" pitchFamily="50" charset="-128"/>
                <a:cs typeface="Meiryo UI" panose="020B0604030504040204" pitchFamily="50" charset="-128"/>
              </a:rPr>
              <a:t>ディテントリリースソレノイド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79705">
              <a:tabLst>
                <a:tab pos="803275" algn="l"/>
                <a:tab pos="892175" algn="l"/>
              </a:tabLst>
            </a:pPr>
            <a:r>
              <a:rPr lang="en-US" altLang="ja-JP" sz="1200" strike="sngStrike">
                <a:solidFill>
                  <a:srgbClr val="FF0000"/>
                </a:solidFill>
                <a:latin typeface="Meiryo UI" panose="020B0604030504040204" pitchFamily="50" charset="-128"/>
                <a:ea typeface="Meiryo UI" panose="020B0604030504040204" pitchFamily="50" charset="-128"/>
                <a:cs typeface="Meiryo UI" panose="020B0604030504040204" pitchFamily="50" charset="-128"/>
              </a:rPr>
              <a:t>C1P36:</a:t>
            </a:r>
            <a:r>
              <a:rPr lang="ja-JP" altLang="en-US" sz="1200" strike="sngStrike">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strike="sngStrike">
                <a:solidFill>
                  <a:srgbClr val="FF0000"/>
                </a:solidFill>
                <a:latin typeface="Meiryo UI" panose="020B0604030504040204" pitchFamily="50" charset="-128"/>
                <a:ea typeface="Meiryo UI" panose="020B0604030504040204" pitchFamily="50" charset="-128"/>
                <a:cs typeface="Meiryo UI" panose="020B0604030504040204" pitchFamily="50" charset="-128"/>
              </a:rPr>
              <a:t>4WS</a:t>
            </a:r>
            <a:r>
              <a:rPr lang="ja-JP" altLang="en-US" sz="1200" strike="sngStrike">
                <a:solidFill>
                  <a:srgbClr val="FF0000"/>
                </a:solidFill>
                <a:latin typeface="Meiryo UI" panose="020B0604030504040204" pitchFamily="50" charset="-128"/>
                <a:ea typeface="Meiryo UI" panose="020B0604030504040204" pitchFamily="50" charset="-128"/>
                <a:cs typeface="Meiryo UI" panose="020B0604030504040204" pitchFamily="50" charset="-128"/>
              </a:rPr>
              <a:t>ロックソレノイド</a:t>
            </a:r>
            <a:endParaRPr lang="en-US" altLang="ja-JP" sz="1200" strike="sngStrike">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marL="179705">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C1P37:</a:t>
            </a:r>
            <a:r>
              <a:rPr lang="ja-JP" altLang="en-US" sz="1200">
                <a:latin typeface="Meiryo UI" panose="020B0604030504040204" pitchFamily="50" charset="-128"/>
                <a:ea typeface="Meiryo UI" panose="020B0604030504040204" pitchFamily="50" charset="-128"/>
                <a:cs typeface="Meiryo UI" panose="020B0604030504040204" pitchFamily="50" charset="-128"/>
              </a:rPr>
              <a:t> アウトリガ右ソレノイド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79705">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C1P38:</a:t>
            </a:r>
            <a:r>
              <a:rPr lang="ja-JP" altLang="en-US" sz="1200">
                <a:latin typeface="Meiryo UI" panose="020B0604030504040204" pitchFamily="50" charset="-128"/>
                <a:ea typeface="Meiryo UI" panose="020B0604030504040204" pitchFamily="50" charset="-128"/>
                <a:cs typeface="Meiryo UI" panose="020B0604030504040204" pitchFamily="50" charset="-128"/>
              </a:rPr>
              <a:t> アウトリガ左ソレノイド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79705">
              <a:tabLst>
                <a:tab pos="803275" algn="l"/>
                <a:tab pos="892175" algn="l"/>
              </a:tabLst>
            </a:pPr>
            <a:r>
              <a:rPr lang="en-US" altLang="ja-JP" sz="1200" strike="sngStrike">
                <a:solidFill>
                  <a:srgbClr val="FF0000"/>
                </a:solidFill>
                <a:latin typeface="Meiryo UI" panose="020B0604030504040204" pitchFamily="50" charset="-128"/>
                <a:ea typeface="Meiryo UI" panose="020B0604030504040204" pitchFamily="50" charset="-128"/>
                <a:cs typeface="Meiryo UI" panose="020B0604030504040204" pitchFamily="50" charset="-128"/>
              </a:rPr>
              <a:t>C1P39:</a:t>
            </a:r>
            <a:r>
              <a:rPr lang="ja-JP" altLang="en-US" sz="1200" strike="sngStrike">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strike="sngStrike">
                <a:solidFill>
                  <a:srgbClr val="FF0000"/>
                </a:solidFill>
                <a:latin typeface="Meiryo UI" panose="020B0604030504040204" pitchFamily="50" charset="-128"/>
                <a:ea typeface="Meiryo UI" panose="020B0604030504040204" pitchFamily="50" charset="-128"/>
                <a:cs typeface="Meiryo UI" panose="020B0604030504040204" pitchFamily="50" charset="-128"/>
              </a:rPr>
              <a:t>4WS</a:t>
            </a:r>
            <a:r>
              <a:rPr lang="ja-JP" altLang="en-US" sz="1200" strike="sngStrike">
                <a:solidFill>
                  <a:srgbClr val="FF0000"/>
                </a:solidFill>
                <a:latin typeface="Meiryo UI" panose="020B0604030504040204" pitchFamily="50" charset="-128"/>
                <a:ea typeface="Meiryo UI" panose="020B0604030504040204" pitchFamily="50" charset="-128"/>
                <a:cs typeface="Meiryo UI" panose="020B0604030504040204" pitchFamily="50" charset="-128"/>
              </a:rPr>
              <a:t>ロックソレノイド</a:t>
            </a:r>
            <a:r>
              <a:rPr lang="en-US" altLang="ja-JP" sz="1200" strike="sngStrike">
                <a:solidFill>
                  <a:srgbClr val="FF0000"/>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200" strike="sngStrike">
                <a:solidFill>
                  <a:srgbClr val="FF0000"/>
                </a:solidFill>
                <a:latin typeface="Meiryo UI" panose="020B0604030504040204" pitchFamily="50" charset="-128"/>
                <a:ea typeface="Meiryo UI" panose="020B0604030504040204" pitchFamily="50" charset="-128"/>
                <a:cs typeface="Meiryo UI" panose="020B0604030504040204" pitchFamily="50" charset="-128"/>
              </a:rPr>
              <a:t>共通</a:t>
            </a:r>
            <a:r>
              <a:rPr lang="en-US" altLang="ja-JP" sz="1200" strike="sngStrike">
                <a:solidFill>
                  <a:srgbClr val="FF0000"/>
                </a:solidFill>
                <a:latin typeface="Meiryo UI" panose="020B0604030504040204" pitchFamily="50" charset="-128"/>
                <a:ea typeface="Meiryo UI" panose="020B0604030504040204" pitchFamily="50" charset="-128"/>
                <a:cs typeface="Meiryo UI" panose="020B0604030504040204" pitchFamily="50" charset="-128"/>
              </a:rPr>
              <a:t>)</a:t>
            </a:r>
          </a:p>
          <a:p>
            <a:pPr marL="179705">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C1P40:</a:t>
            </a:r>
            <a:r>
              <a:rPr lang="ja-JP" altLang="en-US" sz="1200">
                <a:latin typeface="Meiryo UI" panose="020B0604030504040204" pitchFamily="50" charset="-128"/>
                <a:ea typeface="Meiryo UI" panose="020B0604030504040204" pitchFamily="50" charset="-128"/>
                <a:cs typeface="Meiryo UI" panose="020B0604030504040204" pitchFamily="50" charset="-128"/>
              </a:rPr>
              <a:t> 走行変速ソレノイド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79705">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C1P41:</a:t>
            </a:r>
            <a:r>
              <a:rPr lang="ja-JP" altLang="en-US" sz="1200">
                <a:latin typeface="Meiryo UI" panose="020B0604030504040204" pitchFamily="50" charset="-128"/>
                <a:ea typeface="Meiryo UI" panose="020B0604030504040204" pitchFamily="50" charset="-128"/>
                <a:cs typeface="Meiryo UI" panose="020B0604030504040204" pitchFamily="50" charset="-128"/>
              </a:rPr>
              <a:t> 走行ギヤ１ソレノイド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79705">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C1P42:</a:t>
            </a:r>
            <a:r>
              <a:rPr lang="ja-JP" altLang="en-US" sz="1200">
                <a:latin typeface="Meiryo UI" panose="020B0604030504040204" pitchFamily="50" charset="-128"/>
                <a:ea typeface="Meiryo UI" panose="020B0604030504040204" pitchFamily="50" charset="-128"/>
                <a:cs typeface="Meiryo UI" panose="020B0604030504040204" pitchFamily="50" charset="-128"/>
              </a:rPr>
              <a:t> 走行ギヤ２ソレノイド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79705">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C1P43:</a:t>
            </a:r>
            <a:r>
              <a:rPr lang="ja-JP" altLang="en-US" sz="1200">
                <a:latin typeface="Meiryo UI" panose="020B0604030504040204" pitchFamily="50" charset="-128"/>
                <a:ea typeface="Meiryo UI" panose="020B0604030504040204" pitchFamily="50" charset="-128"/>
                <a:cs typeface="Meiryo UI" panose="020B0604030504040204" pitchFamily="50" charset="-128"/>
              </a:rPr>
              <a:t> 後進シグナルソレノイド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79705">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C1P44:</a:t>
            </a:r>
            <a:r>
              <a:rPr lang="ja-JP" altLang="en-US" sz="1200">
                <a:latin typeface="Meiryo UI" panose="020B0604030504040204" pitchFamily="50" charset="-128"/>
                <a:ea typeface="Meiryo UI" panose="020B0604030504040204" pitchFamily="50" charset="-128"/>
                <a:cs typeface="Meiryo UI" panose="020B0604030504040204" pitchFamily="50" charset="-128"/>
              </a:rPr>
              <a:t> ディファレンシャルロックソレノイド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79705">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C1P45:</a:t>
            </a:r>
            <a:r>
              <a:rPr lang="ja-JP" altLang="en-US" sz="1200">
                <a:latin typeface="Meiryo UI" panose="020B0604030504040204" pitchFamily="50" charset="-128"/>
                <a:ea typeface="Meiryo UI" panose="020B0604030504040204" pitchFamily="50" charset="-128"/>
                <a:cs typeface="Meiryo UI" panose="020B0604030504040204" pitchFamily="50" charset="-128"/>
              </a:rPr>
              <a:t> ラムフリーソレノイド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79705">
              <a:tabLst>
                <a:tab pos="803275" algn="l"/>
                <a:tab pos="8921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C1P46:</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4WS</a:t>
            </a:r>
            <a:r>
              <a:rPr lang="ja-JP" altLang="en-US" sz="1200">
                <a:latin typeface="Meiryo UI" panose="020B0604030504040204" pitchFamily="50" charset="-128"/>
                <a:ea typeface="Meiryo UI" panose="020B0604030504040204" pitchFamily="50" charset="-128"/>
                <a:cs typeface="Meiryo UI" panose="020B0604030504040204" pitchFamily="50" charset="-128"/>
              </a:rPr>
              <a:t>ソレノイド（共通）</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79705">
              <a:tabLst>
                <a:tab pos="803275" algn="l"/>
                <a:tab pos="892175" algn="l"/>
              </a:tabLst>
            </a:pP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79705">
              <a:tabLst>
                <a:tab pos="803275" algn="l"/>
                <a:tab pos="892175" algn="l"/>
              </a:tabLst>
            </a:pP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sp>
        <p:nvSpPr>
          <p:cNvPr id="10" name="角丸四角形 9"/>
          <p:cNvSpPr/>
          <p:nvPr/>
        </p:nvSpPr>
        <p:spPr>
          <a:xfrm>
            <a:off x="5781412" y="834531"/>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152329" y="582434"/>
            <a:ext cx="1" cy="25209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008329" y="294434"/>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sp>
        <p:nvSpPr>
          <p:cNvPr id="9" name="テキスト ボックス 8"/>
          <p:cNvSpPr txBox="1"/>
          <p:nvPr/>
        </p:nvSpPr>
        <p:spPr>
          <a:xfrm>
            <a:off x="8881807" y="4610142"/>
            <a:ext cx="756938" cy="253916"/>
          </a:xfrm>
          <a:prstGeom prst="rect">
            <a:avLst/>
          </a:prstGeom>
          <a:noFill/>
        </p:spPr>
        <p:txBody>
          <a:bodyPr wrap="none" rtlCol="0">
            <a:spAutoFit/>
          </a:bodyPr>
          <a:lstStyle/>
          <a:p>
            <a:r>
              <a:rPr kumimoji="1" lang="ja-JP" altLang="en-US" sz="1050">
                <a:solidFill>
                  <a:srgbClr val="FF0000"/>
                </a:solidFill>
              </a:rPr>
              <a:t>△</a:t>
            </a:r>
            <a:r>
              <a:rPr kumimoji="1" lang="en-US" altLang="ja-JP" sz="1050">
                <a:solidFill>
                  <a:srgbClr val="FF0000"/>
                </a:solidFill>
              </a:rPr>
              <a:t>01</a:t>
            </a:r>
            <a:r>
              <a:rPr kumimoji="1" lang="ja-JP" altLang="en-US" sz="1050">
                <a:solidFill>
                  <a:srgbClr val="FF0000"/>
                </a:solidFill>
              </a:rPr>
              <a:t> 削除</a:t>
            </a:r>
          </a:p>
        </p:txBody>
      </p:sp>
      <p:sp>
        <p:nvSpPr>
          <p:cNvPr id="13" name="テキスト ボックス 12"/>
          <p:cNvSpPr txBox="1"/>
          <p:nvPr/>
        </p:nvSpPr>
        <p:spPr>
          <a:xfrm>
            <a:off x="9260276" y="5141954"/>
            <a:ext cx="756938" cy="253916"/>
          </a:xfrm>
          <a:prstGeom prst="rect">
            <a:avLst/>
          </a:prstGeom>
          <a:noFill/>
        </p:spPr>
        <p:txBody>
          <a:bodyPr wrap="none" rtlCol="0">
            <a:spAutoFit/>
          </a:bodyPr>
          <a:lstStyle/>
          <a:p>
            <a:r>
              <a:rPr kumimoji="1" lang="ja-JP" altLang="en-US" sz="1050">
                <a:solidFill>
                  <a:srgbClr val="FF0000"/>
                </a:solidFill>
              </a:rPr>
              <a:t>△</a:t>
            </a:r>
            <a:r>
              <a:rPr kumimoji="1" lang="en-US" altLang="ja-JP" sz="1050">
                <a:solidFill>
                  <a:srgbClr val="FF0000"/>
                </a:solidFill>
              </a:rPr>
              <a:t>01</a:t>
            </a:r>
            <a:r>
              <a:rPr kumimoji="1" lang="ja-JP" altLang="en-US" sz="1050">
                <a:solidFill>
                  <a:srgbClr val="FF0000"/>
                </a:solidFill>
              </a:rPr>
              <a:t> 削除</a:t>
            </a:r>
          </a:p>
        </p:txBody>
      </p:sp>
      <p:sp>
        <p:nvSpPr>
          <p:cNvPr id="14" name="テキスト ボックス 13">
            <a:extLst>
              <a:ext uri="{FF2B5EF4-FFF2-40B4-BE49-F238E27FC236}">
                <a16:creationId xmlns:a16="http://schemas.microsoft.com/office/drawing/2014/main" id="{E236E9A6-9C5F-1BB4-E03D-E038E0118D65}"/>
              </a:ext>
            </a:extLst>
          </p:cNvPr>
          <p:cNvSpPr txBox="1"/>
          <p:nvPr/>
        </p:nvSpPr>
        <p:spPr>
          <a:xfrm>
            <a:off x="-57323" y="1984244"/>
            <a:ext cx="457176" cy="253916"/>
          </a:xfrm>
          <a:prstGeom prst="rect">
            <a:avLst/>
          </a:prstGeom>
          <a:noFill/>
        </p:spPr>
        <p:txBody>
          <a:bodyPr wrap="none" rtlCol="0">
            <a:spAutoFit/>
          </a:bodyPr>
          <a:lstStyle/>
          <a:p>
            <a:r>
              <a:rPr kumimoji="1" lang="ja-JP" altLang="en-US" sz="1050">
                <a:solidFill>
                  <a:srgbClr val="FF0000"/>
                </a:solidFill>
              </a:rPr>
              <a:t>△</a:t>
            </a:r>
            <a:r>
              <a:rPr kumimoji="1" lang="en-US" altLang="ja-JP" sz="1050">
                <a:solidFill>
                  <a:srgbClr val="FF0000"/>
                </a:solidFill>
              </a:rPr>
              <a:t>08</a:t>
            </a:r>
            <a:endParaRPr kumimoji="1" lang="ja-JP" altLang="en-US" sz="1050">
              <a:solidFill>
                <a:srgbClr val="FF0000"/>
              </a:solidFill>
            </a:endParaRPr>
          </a:p>
        </p:txBody>
      </p:sp>
      <p:sp>
        <p:nvSpPr>
          <p:cNvPr id="15" name="右中かっこ 14">
            <a:extLst>
              <a:ext uri="{FF2B5EF4-FFF2-40B4-BE49-F238E27FC236}">
                <a16:creationId xmlns:a16="http://schemas.microsoft.com/office/drawing/2014/main" id="{14F79D2B-D59E-833F-7796-7AE898BFD6BE}"/>
              </a:ext>
            </a:extLst>
          </p:cNvPr>
          <p:cNvSpPr/>
          <p:nvPr/>
        </p:nvSpPr>
        <p:spPr>
          <a:xfrm flipH="1">
            <a:off x="333680" y="1952452"/>
            <a:ext cx="78987" cy="314325"/>
          </a:xfrm>
          <a:prstGeom prst="rightBrace">
            <a:avLst>
              <a:gd name="adj1" fmla="val 15451"/>
              <a:gd name="adj2" fmla="val 50000"/>
            </a:avLst>
          </a:prstGeom>
          <a:ln w="12700" cap="rnd">
            <a:solidFill>
              <a:srgbClr val="FF0000"/>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9C47D77A-73C3-F953-11B9-014EEB98D8BA}"/>
              </a:ext>
            </a:extLst>
          </p:cNvPr>
          <p:cNvSpPr txBox="1"/>
          <p:nvPr/>
        </p:nvSpPr>
        <p:spPr>
          <a:xfrm>
            <a:off x="6469209" y="1992611"/>
            <a:ext cx="457176" cy="253916"/>
          </a:xfrm>
          <a:prstGeom prst="rect">
            <a:avLst/>
          </a:prstGeom>
          <a:noFill/>
        </p:spPr>
        <p:txBody>
          <a:bodyPr wrap="none" rtlCol="0">
            <a:spAutoFit/>
          </a:bodyPr>
          <a:lstStyle/>
          <a:p>
            <a:r>
              <a:rPr kumimoji="1" lang="ja-JP" altLang="en-US" sz="1050">
                <a:solidFill>
                  <a:srgbClr val="FF0000"/>
                </a:solidFill>
              </a:rPr>
              <a:t>△</a:t>
            </a:r>
            <a:r>
              <a:rPr kumimoji="1" lang="en-US" altLang="ja-JP" sz="1050">
                <a:solidFill>
                  <a:srgbClr val="FF0000"/>
                </a:solidFill>
              </a:rPr>
              <a:t>08</a:t>
            </a:r>
            <a:endParaRPr kumimoji="1" lang="ja-JP" altLang="en-US" sz="1050">
              <a:solidFill>
                <a:srgbClr val="FF0000"/>
              </a:solidFill>
            </a:endParaRPr>
          </a:p>
        </p:txBody>
      </p:sp>
      <p:sp>
        <p:nvSpPr>
          <p:cNvPr id="19" name="右中かっこ 18">
            <a:extLst>
              <a:ext uri="{FF2B5EF4-FFF2-40B4-BE49-F238E27FC236}">
                <a16:creationId xmlns:a16="http://schemas.microsoft.com/office/drawing/2014/main" id="{0D7F4550-DB9E-B26C-435C-4A3439A718BB}"/>
              </a:ext>
            </a:extLst>
          </p:cNvPr>
          <p:cNvSpPr/>
          <p:nvPr/>
        </p:nvSpPr>
        <p:spPr>
          <a:xfrm flipH="1">
            <a:off x="6847398" y="1966545"/>
            <a:ext cx="78987" cy="314325"/>
          </a:xfrm>
          <a:prstGeom prst="rightBrace">
            <a:avLst>
              <a:gd name="adj1" fmla="val 15451"/>
              <a:gd name="adj2" fmla="val 50000"/>
            </a:avLst>
          </a:prstGeom>
          <a:ln w="12700" cap="rnd">
            <a:solidFill>
              <a:srgbClr val="FF0000"/>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 name="テキスト ボックス 17">
            <a:extLst>
              <a:ext uri="{FF2B5EF4-FFF2-40B4-BE49-F238E27FC236}">
                <a16:creationId xmlns:a16="http://schemas.microsoft.com/office/drawing/2014/main" id="{B9121AAF-43E3-6805-2EDE-876E07FAC7E4}"/>
              </a:ext>
            </a:extLst>
          </p:cNvPr>
          <p:cNvSpPr txBox="1"/>
          <p:nvPr/>
        </p:nvSpPr>
        <p:spPr>
          <a:xfrm>
            <a:off x="6469209" y="1560125"/>
            <a:ext cx="457176" cy="253916"/>
          </a:xfrm>
          <a:prstGeom prst="rect">
            <a:avLst/>
          </a:prstGeom>
          <a:noFill/>
        </p:spPr>
        <p:txBody>
          <a:bodyPr wrap="none" lIns="91440" tIns="45720" rIns="91440" bIns="45720" rtlCol="0" anchor="t">
            <a:spAutoFit/>
          </a:bodyPr>
          <a:lstStyle/>
          <a:p>
            <a:r>
              <a:rPr kumimoji="1" lang="ja-JP" altLang="en-US" sz="1050">
                <a:solidFill>
                  <a:srgbClr val="FF0000"/>
                </a:solidFill>
                <a:ea typeface="ＭＳ Ｐゴシック"/>
              </a:rPr>
              <a:t>△</a:t>
            </a:r>
            <a:r>
              <a:rPr lang="ja-JP" altLang="en-US" sz="1050">
                <a:solidFill>
                  <a:srgbClr val="FF0000"/>
                </a:solidFill>
                <a:ea typeface="ＭＳ Ｐゴシック"/>
              </a:rPr>
              <a:t>11</a:t>
            </a:r>
            <a:endParaRPr lang="en-US" altLang="ja-JP" sz="1050">
              <a:solidFill>
                <a:srgbClr val="FF0000"/>
              </a:solidFill>
              <a:ea typeface="ＭＳ Ｐゴシック"/>
              <a:cs typeface="Calibri"/>
            </a:endParaRPr>
          </a:p>
        </p:txBody>
      </p:sp>
      <p:sp>
        <p:nvSpPr>
          <p:cNvPr id="5" name="テキスト ボックス 4">
            <a:extLst>
              <a:ext uri="{FF2B5EF4-FFF2-40B4-BE49-F238E27FC236}">
                <a16:creationId xmlns:a16="http://schemas.microsoft.com/office/drawing/2014/main" id="{5D39F1EB-FD16-A0C3-857F-8240AF7B6DE7}"/>
              </a:ext>
            </a:extLst>
          </p:cNvPr>
          <p:cNvSpPr txBox="1"/>
          <p:nvPr/>
        </p:nvSpPr>
        <p:spPr>
          <a:xfrm>
            <a:off x="0" y="1466383"/>
            <a:ext cx="457176" cy="253916"/>
          </a:xfrm>
          <a:prstGeom prst="rect">
            <a:avLst/>
          </a:prstGeom>
          <a:noFill/>
        </p:spPr>
        <p:txBody>
          <a:bodyPr wrap="none" rtlCol="0">
            <a:spAutoFit/>
          </a:bodyPr>
          <a:lstStyle/>
          <a:p>
            <a:r>
              <a:rPr kumimoji="1" lang="ja-JP" altLang="en-US" sz="1050">
                <a:solidFill>
                  <a:srgbClr val="FF0000"/>
                </a:solidFill>
              </a:rPr>
              <a:t>△</a:t>
            </a:r>
            <a:r>
              <a:rPr kumimoji="1" lang="en-US" altLang="ja-JP" sz="1050">
                <a:solidFill>
                  <a:srgbClr val="FF0000"/>
                </a:solidFill>
              </a:rPr>
              <a:t>11</a:t>
            </a:r>
            <a:endParaRPr kumimoji="1" lang="ja-JP" altLang="en-US" sz="1050">
              <a:solidFill>
                <a:srgbClr val="FF0000"/>
              </a:solidFill>
            </a:endParaRPr>
          </a:p>
        </p:txBody>
      </p:sp>
    </p:spTree>
    <p:extLst>
      <p:ext uri="{BB962C8B-B14F-4D97-AF65-F5344CB8AC3E}">
        <p14:creationId xmlns:p14="http://schemas.microsoft.com/office/powerpoint/2010/main" val="973416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1375" y="479425"/>
            <a:ext cx="6071427" cy="4499999"/>
          </a:xfrm>
          <a:prstGeom prst="rect">
            <a:avLst/>
          </a:prstGeom>
        </p:spPr>
      </p:pic>
      <p:sp>
        <p:nvSpPr>
          <p:cNvPr id="4" name="テキスト ボックス 3"/>
          <p:cNvSpPr txBox="1"/>
          <p:nvPr/>
        </p:nvSpPr>
        <p:spPr>
          <a:xfrm>
            <a:off x="312430" y="79315"/>
            <a:ext cx="3276859"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CAN</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Communication</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sp>
        <p:nvSpPr>
          <p:cNvPr id="7" name="テキスト ボックス 6"/>
          <p:cNvSpPr txBox="1"/>
          <p:nvPr/>
        </p:nvSpPr>
        <p:spPr>
          <a:xfrm>
            <a:off x="6688138" y="479425"/>
            <a:ext cx="5408361" cy="3354765"/>
          </a:xfrm>
          <a:prstGeom prst="rect">
            <a:avLst/>
          </a:prstGeom>
          <a:solidFill>
            <a:schemeClr val="bg1"/>
          </a:solidFill>
          <a:ln w="6350">
            <a:solidFill>
              <a:schemeClr val="tx1"/>
            </a:solidFill>
          </a:ln>
        </p:spPr>
        <p:txBody>
          <a:bodyPr wrap="square" rtlCol="0">
            <a:spAutoFit/>
          </a:bodyPr>
          <a:lstStyle/>
          <a:p>
            <a:r>
              <a:rPr lang="en-US" altLang="ja-JP" sz="1200">
                <a:latin typeface="Meiryo UI" panose="020B0604030504040204" pitchFamily="50" charset="-128"/>
                <a:ea typeface="Meiryo UI" panose="020B0604030504040204" pitchFamily="50" charset="-128"/>
                <a:cs typeface="Meiryo UI" panose="020B0604030504040204" pitchFamily="50" charset="-128"/>
              </a:rPr>
              <a:t>CAN</a:t>
            </a:r>
            <a:r>
              <a:rPr lang="ja-JP" altLang="en-US" sz="1200">
                <a:latin typeface="Meiryo UI" panose="020B0604030504040204" pitchFamily="50" charset="-128"/>
                <a:ea typeface="Meiryo UI" panose="020B0604030504040204" pitchFamily="50" charset="-128"/>
                <a:cs typeface="Meiryo UI" panose="020B0604030504040204" pitchFamily="50" charset="-128"/>
              </a:rPr>
              <a:t>の受信状態を確認できます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Home:</a:t>
            </a:r>
            <a:r>
              <a:rPr lang="ja-JP" altLang="en-US" sz="1200">
                <a:latin typeface="Meiryo UI" panose="020B0604030504040204" pitchFamily="50" charset="-128"/>
                <a:ea typeface="Meiryo UI" panose="020B0604030504040204" pitchFamily="50" charset="-128"/>
                <a:cs typeface="Meiryo UI" panose="020B0604030504040204" pitchFamily="50" charset="-128"/>
              </a:rPr>
              <a:t> ホーム画面に移動します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CAN communication</a:t>
            </a:r>
          </a:p>
          <a:p>
            <a:pPr marL="180000" defTabSz="1524000">
              <a:tabLst>
                <a:tab pos="1438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Engine</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ECU	</a:t>
            </a:r>
            <a:r>
              <a:rPr lang="ja-JP" altLang="en-US" sz="1200">
                <a:latin typeface="Meiryo UI" panose="020B0604030504040204" pitchFamily="50" charset="-128"/>
                <a:ea typeface="Meiryo UI" panose="020B0604030504040204" pitchFamily="50" charset="-128"/>
                <a:cs typeface="Meiryo UI" panose="020B0604030504040204" pitchFamily="50" charset="-128"/>
              </a:rPr>
              <a:t>エンジン</a:t>
            </a:r>
            <a:r>
              <a:rPr lang="en-US" altLang="ja-JP" sz="1200">
                <a:latin typeface="Meiryo UI" panose="020B0604030504040204" pitchFamily="50" charset="-128"/>
                <a:ea typeface="Meiryo UI" panose="020B0604030504040204" pitchFamily="50" charset="-128"/>
                <a:cs typeface="Meiryo UI" panose="020B0604030504040204" pitchFamily="50" charset="-128"/>
              </a:rPr>
              <a:t>ECU</a:t>
            </a:r>
            <a:r>
              <a:rPr lang="ja-JP" altLang="en-US" sz="1200">
                <a:latin typeface="Meiryo UI" panose="020B0604030504040204" pitchFamily="50" charset="-128"/>
                <a:ea typeface="Meiryo UI" panose="020B0604030504040204" pitchFamily="50" charset="-128"/>
                <a:cs typeface="Meiryo UI" panose="020B0604030504040204" pitchFamily="50" charset="-128"/>
              </a:rPr>
              <a:t>からの受信</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defTabSz="1524000">
              <a:tabLst>
                <a:tab pos="1438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SUB Controller	</a:t>
            </a:r>
            <a:r>
              <a:rPr lang="ja-JP" altLang="en-US" sz="1200">
                <a:latin typeface="Meiryo UI" panose="020B0604030504040204" pitchFamily="50" charset="-128"/>
                <a:ea typeface="Meiryo UI" panose="020B0604030504040204" pitchFamily="50" charset="-128"/>
                <a:cs typeface="Meiryo UI" panose="020B0604030504040204" pitchFamily="50" charset="-128"/>
              </a:rPr>
              <a:t>サブコントローラからの受信</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defTabSz="1524000">
              <a:tabLst>
                <a:tab pos="1438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UC</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Controller	</a:t>
            </a:r>
            <a:r>
              <a:rPr lang="ja-JP" altLang="en-US" sz="1200">
                <a:latin typeface="Meiryo UI" panose="020B0604030504040204" pitchFamily="50" charset="-128"/>
                <a:ea typeface="Meiryo UI" panose="020B0604030504040204" pitchFamily="50" charset="-128"/>
                <a:cs typeface="Meiryo UI" panose="020B0604030504040204" pitchFamily="50" charset="-128"/>
              </a:rPr>
              <a:t>下部体コントローラからの受信</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defTabSz="1524000">
              <a:tabLst>
                <a:tab pos="1438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Cluster	</a:t>
            </a:r>
            <a:r>
              <a:rPr lang="ja-JP" altLang="en-US" sz="1200">
                <a:latin typeface="Meiryo UI" panose="020B0604030504040204" pitchFamily="50" charset="-128"/>
                <a:ea typeface="Meiryo UI" panose="020B0604030504040204" pitchFamily="50" charset="-128"/>
                <a:cs typeface="Meiryo UI" panose="020B0604030504040204" pitchFamily="50" charset="-128"/>
              </a:rPr>
              <a:t>クラスタゲージからの受信</a:t>
            </a:r>
            <a:r>
              <a:rPr lang="en-US" altLang="ja-JP" sz="1200">
                <a:latin typeface="Meiryo UI" panose="020B0604030504040204" pitchFamily="50" charset="-128"/>
                <a:ea typeface="Meiryo UI" panose="020B0604030504040204" pitchFamily="50" charset="-128"/>
                <a:cs typeface="Meiryo UI" panose="020B0604030504040204" pitchFamily="50" charset="-128"/>
              </a:rPr>
              <a:t>	</a:t>
            </a:r>
          </a:p>
          <a:p>
            <a:pPr marL="180000" defTabSz="1524000">
              <a:tabLst>
                <a:tab pos="1438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Key Pad	</a:t>
            </a:r>
            <a:r>
              <a:rPr lang="ja-JP" altLang="en-US" sz="1200">
                <a:latin typeface="Meiryo UI" panose="020B0604030504040204" pitchFamily="50" charset="-128"/>
                <a:ea typeface="Meiryo UI" panose="020B0604030504040204" pitchFamily="50" charset="-128"/>
                <a:cs typeface="Meiryo UI" panose="020B0604030504040204" pitchFamily="50" charset="-128"/>
              </a:rPr>
              <a:t>キーパッドからの受信</a:t>
            </a:r>
            <a:r>
              <a:rPr lang="en-US" altLang="ja-JP" sz="1200">
                <a:latin typeface="Meiryo UI" panose="020B0604030504040204" pitchFamily="50" charset="-128"/>
                <a:ea typeface="Meiryo UI" panose="020B0604030504040204" pitchFamily="50" charset="-128"/>
                <a:cs typeface="Meiryo UI" panose="020B0604030504040204" pitchFamily="50" charset="-128"/>
              </a:rPr>
              <a:t>	</a:t>
            </a:r>
          </a:p>
          <a:p>
            <a:pPr marL="180000" defTabSz="1524000">
              <a:tabLst>
                <a:tab pos="1438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Jog Dial	</a:t>
            </a:r>
            <a:r>
              <a:rPr lang="ja-JP" altLang="en-US" sz="1200">
                <a:latin typeface="Meiryo UI" panose="020B0604030504040204" pitchFamily="50" charset="-128"/>
                <a:ea typeface="Meiryo UI" panose="020B0604030504040204" pitchFamily="50" charset="-128"/>
                <a:cs typeface="Meiryo UI" panose="020B0604030504040204" pitchFamily="50" charset="-128"/>
              </a:rPr>
              <a:t>ジョグダイヤルからの受信</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defTabSz="1524000">
              <a:tabLst>
                <a:tab pos="1438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Radio	</a:t>
            </a:r>
            <a:r>
              <a:rPr lang="ja-JP" altLang="en-US" sz="1200">
                <a:latin typeface="Meiryo UI" panose="020B0604030504040204" pitchFamily="50" charset="-128"/>
                <a:ea typeface="Meiryo UI" panose="020B0604030504040204" pitchFamily="50" charset="-128"/>
                <a:cs typeface="Meiryo UI" panose="020B0604030504040204" pitchFamily="50" charset="-128"/>
              </a:rPr>
              <a:t>ラジオからの受信</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defTabSz="1524000">
              <a:tabLst>
                <a:tab pos="1438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HVAC	</a:t>
            </a:r>
            <a:r>
              <a:rPr lang="ja-JP" altLang="en-US" sz="1200">
                <a:latin typeface="Meiryo UI" panose="020B0604030504040204" pitchFamily="50" charset="-128"/>
                <a:ea typeface="Meiryo UI" panose="020B0604030504040204" pitchFamily="50" charset="-128"/>
                <a:cs typeface="Meiryo UI" panose="020B0604030504040204" pitchFamily="50" charset="-128"/>
              </a:rPr>
              <a:t>エアコンコントローラからの受信</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defTabSz="1524000">
              <a:tabLst>
                <a:tab pos="1438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Grip</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Left	</a:t>
            </a:r>
            <a:r>
              <a:rPr lang="ja-JP" altLang="en-US" sz="1200">
                <a:latin typeface="Meiryo UI" panose="020B0604030504040204" pitchFamily="50" charset="-128"/>
                <a:ea typeface="Meiryo UI" panose="020B0604030504040204" pitchFamily="50" charset="-128"/>
                <a:cs typeface="Meiryo UI" panose="020B0604030504040204" pitchFamily="50" charset="-128"/>
              </a:rPr>
              <a:t>多機能グリップ左からの受信</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defTabSz="1524000">
              <a:tabLst>
                <a:tab pos="1438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Grip Right	</a:t>
            </a:r>
            <a:r>
              <a:rPr lang="ja-JP" altLang="en-US" sz="1200">
                <a:latin typeface="Meiryo UI" panose="020B0604030504040204" pitchFamily="50" charset="-128"/>
                <a:ea typeface="Meiryo UI" panose="020B0604030504040204" pitchFamily="50" charset="-128"/>
                <a:cs typeface="Meiryo UI" panose="020B0604030504040204" pitchFamily="50" charset="-128"/>
              </a:rPr>
              <a:t>多機能グリップ右からの受信</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defTabSz="1524000">
              <a:tabLst>
                <a:tab pos="1438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DEF tank	</a:t>
            </a:r>
            <a:r>
              <a:rPr lang="ja-JP" altLang="en-US" sz="1200">
                <a:latin typeface="Meiryo UI" panose="020B0604030504040204" pitchFamily="50" charset="-128"/>
                <a:ea typeface="Meiryo UI" panose="020B0604030504040204" pitchFamily="50" charset="-128"/>
                <a:cs typeface="Meiryo UI" panose="020B0604030504040204" pitchFamily="50" charset="-128"/>
              </a:rPr>
              <a:t>尿素タンクからの受信</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sp>
        <p:nvSpPr>
          <p:cNvPr id="10" name="角丸四角形 9"/>
          <p:cNvSpPr/>
          <p:nvPr/>
        </p:nvSpPr>
        <p:spPr>
          <a:xfrm>
            <a:off x="5657587" y="834531"/>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028504" y="582434"/>
            <a:ext cx="1" cy="25209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5884504" y="294434"/>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spTree>
    <p:extLst>
      <p:ext uri="{BB962C8B-B14F-4D97-AF65-F5344CB8AC3E}">
        <p14:creationId xmlns:p14="http://schemas.microsoft.com/office/powerpoint/2010/main" val="403478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9FA1A317-3334-276C-EA60-749A20EB655F}"/>
              </a:ext>
            </a:extLst>
          </p:cNvPr>
          <p:cNvPicPr>
            <a:picLocks noChangeAspect="1"/>
          </p:cNvPicPr>
          <p:nvPr/>
        </p:nvPicPr>
        <p:blipFill>
          <a:blip r:embed="rId2"/>
          <a:stretch>
            <a:fillRect/>
          </a:stretch>
        </p:blipFill>
        <p:spPr>
          <a:xfrm>
            <a:off x="331376" y="479426"/>
            <a:ext cx="6090372" cy="4491024"/>
          </a:xfrm>
          <a:prstGeom prst="rect">
            <a:avLst/>
          </a:prstGeom>
        </p:spPr>
      </p:pic>
      <p:sp>
        <p:nvSpPr>
          <p:cNvPr id="4" name="テキスト ボックス 3"/>
          <p:cNvSpPr txBox="1"/>
          <p:nvPr/>
        </p:nvSpPr>
        <p:spPr>
          <a:xfrm>
            <a:off x="312430" y="79315"/>
            <a:ext cx="1866152" cy="400110"/>
          </a:xfrm>
          <a:prstGeom prst="rect">
            <a:avLst/>
          </a:prstGeom>
          <a:noFill/>
        </p:spPr>
        <p:txBody>
          <a:bodyPr wrap="none" rtlCol="0">
            <a:spAutoFit/>
          </a:bodyPr>
          <a:lstStyle/>
          <a:p>
            <a:r>
              <a:rPr lang="en-US" altLang="ja-JP" sz="2000" err="1">
                <a:latin typeface="Meiryo UI" panose="020B0604030504040204" pitchFamily="50" charset="-128"/>
                <a:ea typeface="Meiryo UI" panose="020B0604030504040204" pitchFamily="50" charset="-128"/>
                <a:cs typeface="Meiryo UI" panose="020B0604030504040204" pitchFamily="50" charset="-128"/>
              </a:rPr>
              <a:t>Feadback</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sp>
        <p:nvSpPr>
          <p:cNvPr id="7" name="テキスト ボックス 6"/>
          <p:cNvSpPr txBox="1"/>
          <p:nvPr/>
        </p:nvSpPr>
        <p:spPr>
          <a:xfrm>
            <a:off x="6688138" y="479425"/>
            <a:ext cx="5408361" cy="5724644"/>
          </a:xfrm>
          <a:prstGeom prst="rect">
            <a:avLst/>
          </a:prstGeom>
          <a:solidFill>
            <a:schemeClr val="bg1"/>
          </a:solidFill>
          <a:ln w="6350">
            <a:solidFill>
              <a:schemeClr val="tx1"/>
            </a:solidFill>
          </a:ln>
        </p:spPr>
        <p:txBody>
          <a:bodyPr wrap="square" rtlCol="0">
            <a:spAutoFit/>
          </a:bodyPr>
          <a:lstStyle/>
          <a:p>
            <a:r>
              <a:rPr lang="ja-JP" altLang="en-US" sz="1200" dirty="0">
                <a:latin typeface="Meiryo UI" panose="020B0604030504040204" pitchFamily="50" charset="-128"/>
                <a:ea typeface="Meiryo UI" panose="020B0604030504040204" pitchFamily="50" charset="-128"/>
                <a:cs typeface="Meiryo UI" panose="020B0604030504040204" pitchFamily="50" charset="-128"/>
              </a:rPr>
              <a:t>実際にコントローラから出力されている数値が表示されます。</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 Home:</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ホーム画面に移動します</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defTabSz="2695575">
              <a:spcBef>
                <a:spcPts val="1200"/>
              </a:spcBef>
              <a:tabLst>
                <a:tab pos="2514600" algn="l"/>
              </a:tabLst>
            </a:pP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PWM</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Outputs(Sub</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controller)</a:t>
            </a: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C1P32:</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ディギングブレーキソレノイド</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C1P37:</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HST</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後進ソレノイド</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C1P38:</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HST</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前進ソレノイド</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C1P39:</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油圧ポンプソレノイド</a:t>
            </a:r>
            <a:br>
              <a:rPr lang="en-US" altLang="ja-JP" sz="1200" dirty="0">
                <a:latin typeface="Meiryo UI" panose="020B0604030504040204" pitchFamily="50" charset="-128"/>
                <a:ea typeface="Meiryo UI" panose="020B0604030504040204" pitchFamily="50" charset="-128"/>
                <a:cs typeface="Meiryo UI" panose="020B0604030504040204" pitchFamily="50" charset="-128"/>
              </a:rPr>
            </a:br>
            <a:r>
              <a:rPr lang="en-US" altLang="ja-JP" sz="12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C2P41:</a:t>
            </a:r>
            <a:r>
              <a:rPr lang="ja-JP" altLang="en-US" sz="12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拡張出力</a:t>
            </a:r>
            <a:r>
              <a:rPr lang="en-US" altLang="ja-JP" sz="12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5A</a:t>
            </a: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C1P47:</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ブレード</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A</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C1P48:</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ブレード</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B</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C2P31:</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アジャスト伸び側ソレノイド</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C2P32:</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アジャスト縮み側ソレノイド</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C2P39:</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油圧ファンソレノイド</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C2P40:</a:t>
            </a:r>
            <a:r>
              <a:rPr lang="ja-JP" altLang="en-US" sz="12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拡張出力</a:t>
            </a:r>
            <a:r>
              <a:rPr lang="en-US" altLang="ja-JP" sz="12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5B</a:t>
            </a: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C2P41:</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圧力調整ソレノイド</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C2P42:</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AUX2</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圧力調整ソレノイド</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PWM</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Outputs(Sub</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controller)</a:t>
            </a: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C1P39:</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AUX1A</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C1P40:</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AUX1B</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C1P41:</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AUX2C</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C1P42:</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AUX2D</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C1P43:</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AUX4G</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C1P44:</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AUX4H</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C1P45:</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スイング左ソレノイド</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C1P46:</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スイング右ソレノイド</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803275" algn="l"/>
                <a:tab pos="892175" algn="l"/>
              </a:tabLst>
            </a:pP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0" name="角丸四角形 9"/>
          <p:cNvSpPr/>
          <p:nvPr/>
        </p:nvSpPr>
        <p:spPr>
          <a:xfrm>
            <a:off x="5657587" y="834531"/>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028504" y="582434"/>
            <a:ext cx="1" cy="25209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5884504" y="294434"/>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sp>
        <p:nvSpPr>
          <p:cNvPr id="9" name="テキスト ボックス 8"/>
          <p:cNvSpPr txBox="1"/>
          <p:nvPr/>
        </p:nvSpPr>
        <p:spPr>
          <a:xfrm>
            <a:off x="9257101" y="1360529"/>
            <a:ext cx="756938" cy="253916"/>
          </a:xfrm>
          <a:prstGeom prst="rect">
            <a:avLst/>
          </a:prstGeom>
          <a:noFill/>
        </p:spPr>
        <p:txBody>
          <a:bodyPr wrap="none" rtlCol="0">
            <a:spAutoFit/>
          </a:bodyPr>
          <a:lstStyle/>
          <a:p>
            <a:r>
              <a:rPr kumimoji="1" lang="ja-JP" altLang="en-US" sz="1050" dirty="0"/>
              <a:t>△</a:t>
            </a:r>
            <a:r>
              <a:rPr kumimoji="1" lang="en-US" altLang="ja-JP" sz="1050" dirty="0"/>
              <a:t>10</a:t>
            </a:r>
            <a:r>
              <a:rPr kumimoji="1" lang="ja-JP" altLang="en-US" sz="1050" dirty="0"/>
              <a:t> </a:t>
            </a:r>
            <a:r>
              <a:rPr lang="ja-JP" altLang="en-US" sz="1050" dirty="0"/>
              <a:t>追加</a:t>
            </a:r>
            <a:endParaRPr kumimoji="1" lang="ja-JP" altLang="en-US" sz="1050" dirty="0"/>
          </a:p>
        </p:txBody>
      </p:sp>
      <p:sp>
        <p:nvSpPr>
          <p:cNvPr id="14" name="テキスト ボックス 13">
            <a:extLst>
              <a:ext uri="{FF2B5EF4-FFF2-40B4-BE49-F238E27FC236}">
                <a16:creationId xmlns:a16="http://schemas.microsoft.com/office/drawing/2014/main" id="{7458C3A7-8091-C765-CA86-250DF0EEDF71}"/>
              </a:ext>
            </a:extLst>
          </p:cNvPr>
          <p:cNvSpPr txBox="1"/>
          <p:nvPr/>
        </p:nvSpPr>
        <p:spPr>
          <a:xfrm>
            <a:off x="312430" y="5032331"/>
            <a:ext cx="1090363" cy="246221"/>
          </a:xfrm>
          <a:prstGeom prst="rect">
            <a:avLst/>
          </a:prstGeom>
          <a:noFill/>
        </p:spPr>
        <p:txBody>
          <a:bodyPr wrap="none" rtlCol="0">
            <a:spAutoFit/>
          </a:bodyPr>
          <a:lstStyle/>
          <a:p>
            <a:r>
              <a:rPr kumimoji="1" lang="ja-JP" altLang="en-US" sz="1000" dirty="0"/>
              <a:t>△</a:t>
            </a:r>
            <a:r>
              <a:rPr kumimoji="1" lang="en-US" altLang="ja-JP" sz="1000" dirty="0"/>
              <a:t>10</a:t>
            </a:r>
            <a:r>
              <a:rPr kumimoji="1" lang="ja-JP" altLang="en-US" sz="1000" dirty="0"/>
              <a:t>  </a:t>
            </a:r>
            <a:r>
              <a:rPr kumimoji="1" lang="en-US" altLang="ja-JP" sz="1000" dirty="0"/>
              <a:t>C1P32</a:t>
            </a:r>
            <a:r>
              <a:rPr kumimoji="1" lang="ja-JP" altLang="en-US" sz="1000" dirty="0"/>
              <a:t>追加</a:t>
            </a:r>
            <a:endParaRPr kumimoji="1" lang="en-US" altLang="ja-JP" sz="1000" dirty="0"/>
          </a:p>
        </p:txBody>
      </p:sp>
      <p:sp>
        <p:nvSpPr>
          <p:cNvPr id="15" name="テキスト ボックス 14">
            <a:extLst>
              <a:ext uri="{FF2B5EF4-FFF2-40B4-BE49-F238E27FC236}">
                <a16:creationId xmlns:a16="http://schemas.microsoft.com/office/drawing/2014/main" id="{8FA36DE6-299C-06FA-6471-85E73F79142D}"/>
              </a:ext>
            </a:extLst>
          </p:cNvPr>
          <p:cNvSpPr txBox="1"/>
          <p:nvPr/>
        </p:nvSpPr>
        <p:spPr>
          <a:xfrm>
            <a:off x="64669" y="1288891"/>
            <a:ext cx="444352" cy="246221"/>
          </a:xfrm>
          <a:prstGeom prst="rect">
            <a:avLst/>
          </a:prstGeom>
          <a:noFill/>
        </p:spPr>
        <p:txBody>
          <a:bodyPr wrap="none" rtlCol="0">
            <a:spAutoFit/>
          </a:bodyPr>
          <a:lstStyle/>
          <a:p>
            <a:r>
              <a:rPr kumimoji="1" lang="ja-JP" altLang="en-US" sz="1000" dirty="0"/>
              <a:t>△</a:t>
            </a:r>
            <a:r>
              <a:rPr kumimoji="1" lang="en-US" altLang="ja-JP" sz="1000" dirty="0"/>
              <a:t>10</a:t>
            </a:r>
          </a:p>
        </p:txBody>
      </p:sp>
      <p:sp>
        <p:nvSpPr>
          <p:cNvPr id="2" name="テキスト ボックス 1">
            <a:extLst>
              <a:ext uri="{FF2B5EF4-FFF2-40B4-BE49-F238E27FC236}">
                <a16:creationId xmlns:a16="http://schemas.microsoft.com/office/drawing/2014/main" id="{0CAE1D58-AB64-4CF9-33D7-0F987DCFFD92}"/>
              </a:ext>
            </a:extLst>
          </p:cNvPr>
          <p:cNvSpPr txBox="1"/>
          <p:nvPr/>
        </p:nvSpPr>
        <p:spPr>
          <a:xfrm>
            <a:off x="64669" y="3292951"/>
            <a:ext cx="444352" cy="246221"/>
          </a:xfrm>
          <a:prstGeom prst="rect">
            <a:avLst/>
          </a:prstGeom>
          <a:noFill/>
        </p:spPr>
        <p:txBody>
          <a:bodyPr wrap="none" rtlCol="0">
            <a:spAutoFit/>
          </a:bodyPr>
          <a:lstStyle/>
          <a:p>
            <a:r>
              <a:rPr kumimoji="1" lang="ja-JP" altLang="en-US" sz="1000" dirty="0">
                <a:solidFill>
                  <a:srgbClr val="FF0000"/>
                </a:solidFill>
              </a:rPr>
              <a:t>△</a:t>
            </a:r>
            <a:r>
              <a:rPr kumimoji="1" lang="en-US" altLang="ja-JP" sz="1000" dirty="0">
                <a:solidFill>
                  <a:srgbClr val="FF0000"/>
                </a:solidFill>
              </a:rPr>
              <a:t>13</a:t>
            </a:r>
          </a:p>
        </p:txBody>
      </p:sp>
      <p:sp>
        <p:nvSpPr>
          <p:cNvPr id="3" name="テキスト ボックス 2">
            <a:extLst>
              <a:ext uri="{FF2B5EF4-FFF2-40B4-BE49-F238E27FC236}">
                <a16:creationId xmlns:a16="http://schemas.microsoft.com/office/drawing/2014/main" id="{E411F6F1-7174-CCFA-978A-F19EBCCBBF46}"/>
              </a:ext>
            </a:extLst>
          </p:cNvPr>
          <p:cNvSpPr txBox="1"/>
          <p:nvPr/>
        </p:nvSpPr>
        <p:spPr>
          <a:xfrm>
            <a:off x="64669" y="2098356"/>
            <a:ext cx="444352" cy="246221"/>
          </a:xfrm>
          <a:prstGeom prst="rect">
            <a:avLst/>
          </a:prstGeom>
          <a:noFill/>
        </p:spPr>
        <p:txBody>
          <a:bodyPr wrap="none" rtlCol="0">
            <a:spAutoFit/>
          </a:bodyPr>
          <a:lstStyle/>
          <a:p>
            <a:r>
              <a:rPr kumimoji="1" lang="ja-JP" altLang="en-US" sz="1000" dirty="0">
                <a:solidFill>
                  <a:srgbClr val="FF0000"/>
                </a:solidFill>
              </a:rPr>
              <a:t>△</a:t>
            </a:r>
            <a:r>
              <a:rPr kumimoji="1" lang="en-US" altLang="ja-JP" sz="1000" dirty="0">
                <a:solidFill>
                  <a:srgbClr val="FF0000"/>
                </a:solidFill>
              </a:rPr>
              <a:t>13</a:t>
            </a:r>
          </a:p>
        </p:txBody>
      </p:sp>
      <p:sp>
        <p:nvSpPr>
          <p:cNvPr id="6" name="テキスト ボックス 5">
            <a:extLst>
              <a:ext uri="{FF2B5EF4-FFF2-40B4-BE49-F238E27FC236}">
                <a16:creationId xmlns:a16="http://schemas.microsoft.com/office/drawing/2014/main" id="{09892CA1-A6F0-0C7F-DA75-1878C6C57C01}"/>
              </a:ext>
            </a:extLst>
          </p:cNvPr>
          <p:cNvSpPr txBox="1"/>
          <p:nvPr/>
        </p:nvSpPr>
        <p:spPr>
          <a:xfrm>
            <a:off x="8429806" y="3169840"/>
            <a:ext cx="700833" cy="246221"/>
          </a:xfrm>
          <a:prstGeom prst="rect">
            <a:avLst/>
          </a:prstGeom>
          <a:noFill/>
        </p:spPr>
        <p:txBody>
          <a:bodyPr wrap="none" rtlCol="0">
            <a:spAutoFit/>
          </a:bodyPr>
          <a:lstStyle/>
          <a:p>
            <a:r>
              <a:rPr kumimoji="1" lang="ja-JP" altLang="en-US" sz="1000" dirty="0">
                <a:solidFill>
                  <a:srgbClr val="FF0000"/>
                </a:solidFill>
              </a:rPr>
              <a:t>△</a:t>
            </a:r>
            <a:r>
              <a:rPr kumimoji="1" lang="en-US" altLang="ja-JP" sz="1000" dirty="0">
                <a:solidFill>
                  <a:srgbClr val="FF0000"/>
                </a:solidFill>
              </a:rPr>
              <a:t>13</a:t>
            </a:r>
            <a:r>
              <a:rPr kumimoji="1" lang="ja-JP" altLang="en-US" sz="1000" dirty="0">
                <a:solidFill>
                  <a:srgbClr val="FF0000"/>
                </a:solidFill>
              </a:rPr>
              <a:t>追加</a:t>
            </a:r>
            <a:endParaRPr kumimoji="1" lang="en-US" altLang="ja-JP" sz="1000" dirty="0">
              <a:solidFill>
                <a:srgbClr val="FF0000"/>
              </a:solidFill>
            </a:endParaRPr>
          </a:p>
        </p:txBody>
      </p:sp>
      <p:sp>
        <p:nvSpPr>
          <p:cNvPr id="8" name="テキスト ボックス 7">
            <a:extLst>
              <a:ext uri="{FF2B5EF4-FFF2-40B4-BE49-F238E27FC236}">
                <a16:creationId xmlns:a16="http://schemas.microsoft.com/office/drawing/2014/main" id="{8FAA5A1E-4F66-8416-6E46-99CCDE061638}"/>
              </a:ext>
            </a:extLst>
          </p:cNvPr>
          <p:cNvSpPr txBox="1"/>
          <p:nvPr/>
        </p:nvSpPr>
        <p:spPr>
          <a:xfrm>
            <a:off x="8431685" y="2098355"/>
            <a:ext cx="700833" cy="246221"/>
          </a:xfrm>
          <a:prstGeom prst="rect">
            <a:avLst/>
          </a:prstGeom>
          <a:noFill/>
        </p:spPr>
        <p:txBody>
          <a:bodyPr wrap="none" rtlCol="0">
            <a:spAutoFit/>
          </a:bodyPr>
          <a:lstStyle/>
          <a:p>
            <a:r>
              <a:rPr kumimoji="1" lang="ja-JP" altLang="en-US" sz="1000" dirty="0">
                <a:solidFill>
                  <a:srgbClr val="FF0000"/>
                </a:solidFill>
              </a:rPr>
              <a:t>△</a:t>
            </a:r>
            <a:r>
              <a:rPr kumimoji="1" lang="en-US" altLang="ja-JP" sz="1000" dirty="0">
                <a:solidFill>
                  <a:srgbClr val="FF0000"/>
                </a:solidFill>
              </a:rPr>
              <a:t>13</a:t>
            </a:r>
            <a:r>
              <a:rPr kumimoji="1" lang="ja-JP" altLang="en-US" sz="1000" dirty="0">
                <a:solidFill>
                  <a:srgbClr val="FF0000"/>
                </a:solidFill>
              </a:rPr>
              <a:t>追加</a:t>
            </a:r>
            <a:endParaRPr kumimoji="1" lang="en-US" altLang="ja-JP" sz="1000" dirty="0">
              <a:solidFill>
                <a:srgbClr val="FF0000"/>
              </a:solidFill>
            </a:endParaRPr>
          </a:p>
        </p:txBody>
      </p:sp>
      <p:sp>
        <p:nvSpPr>
          <p:cNvPr id="13" name="テキスト ボックス 12">
            <a:extLst>
              <a:ext uri="{FF2B5EF4-FFF2-40B4-BE49-F238E27FC236}">
                <a16:creationId xmlns:a16="http://schemas.microsoft.com/office/drawing/2014/main" id="{FB4439DC-C773-AB8A-BD1A-A7F4DA752195}"/>
              </a:ext>
            </a:extLst>
          </p:cNvPr>
          <p:cNvSpPr txBox="1"/>
          <p:nvPr/>
        </p:nvSpPr>
        <p:spPr>
          <a:xfrm>
            <a:off x="312430" y="5278552"/>
            <a:ext cx="1507144" cy="246221"/>
          </a:xfrm>
          <a:prstGeom prst="rect">
            <a:avLst/>
          </a:prstGeom>
          <a:noFill/>
        </p:spPr>
        <p:txBody>
          <a:bodyPr wrap="none" rtlCol="0">
            <a:spAutoFit/>
          </a:bodyPr>
          <a:lstStyle/>
          <a:p>
            <a:r>
              <a:rPr kumimoji="1" lang="ja-JP" altLang="en-US" sz="1000" dirty="0">
                <a:solidFill>
                  <a:srgbClr val="FF0000"/>
                </a:solidFill>
              </a:rPr>
              <a:t>△</a:t>
            </a:r>
            <a:r>
              <a:rPr kumimoji="1" lang="en-US" altLang="ja-JP" sz="1000" dirty="0">
                <a:solidFill>
                  <a:srgbClr val="FF0000"/>
                </a:solidFill>
              </a:rPr>
              <a:t>13</a:t>
            </a:r>
            <a:r>
              <a:rPr kumimoji="1" lang="ja-JP" altLang="en-US" sz="1000" dirty="0">
                <a:solidFill>
                  <a:srgbClr val="FF0000"/>
                </a:solidFill>
              </a:rPr>
              <a:t>  </a:t>
            </a:r>
            <a:r>
              <a:rPr kumimoji="1" lang="en-US" altLang="ja-JP" sz="1000" dirty="0">
                <a:solidFill>
                  <a:srgbClr val="FF0000"/>
                </a:solidFill>
              </a:rPr>
              <a:t>C1P41</a:t>
            </a:r>
            <a:r>
              <a:rPr kumimoji="1" lang="ja-JP" altLang="en-US" sz="1000" dirty="0">
                <a:solidFill>
                  <a:srgbClr val="FF0000"/>
                </a:solidFill>
              </a:rPr>
              <a:t>、</a:t>
            </a:r>
            <a:r>
              <a:rPr kumimoji="1" lang="en-US" altLang="ja-JP" sz="1000" dirty="0">
                <a:solidFill>
                  <a:srgbClr val="FF0000"/>
                </a:solidFill>
              </a:rPr>
              <a:t>C2P40</a:t>
            </a:r>
            <a:r>
              <a:rPr kumimoji="1" lang="ja-JP" altLang="en-US" sz="1000" dirty="0">
                <a:solidFill>
                  <a:srgbClr val="FF0000"/>
                </a:solidFill>
              </a:rPr>
              <a:t>追加</a:t>
            </a:r>
            <a:endParaRPr kumimoji="1" lang="en-US" altLang="ja-JP" sz="1000" dirty="0">
              <a:solidFill>
                <a:srgbClr val="FF0000"/>
              </a:solidFill>
            </a:endParaRPr>
          </a:p>
        </p:txBody>
      </p:sp>
    </p:spTree>
    <p:extLst>
      <p:ext uri="{BB962C8B-B14F-4D97-AF65-F5344CB8AC3E}">
        <p14:creationId xmlns:p14="http://schemas.microsoft.com/office/powerpoint/2010/main" val="10844495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1375" y="479425"/>
            <a:ext cx="6071427" cy="4499998"/>
          </a:xfrm>
          <a:prstGeom prst="rect">
            <a:avLst/>
          </a:prstGeom>
        </p:spPr>
      </p:pic>
      <p:sp>
        <p:nvSpPr>
          <p:cNvPr id="4" name="テキスト ボックス 3"/>
          <p:cNvSpPr txBox="1"/>
          <p:nvPr/>
        </p:nvSpPr>
        <p:spPr>
          <a:xfrm>
            <a:off x="312430" y="79315"/>
            <a:ext cx="2773773"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Controller</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Power</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sp>
        <p:nvSpPr>
          <p:cNvPr id="7" name="テキスト ボックス 6"/>
          <p:cNvSpPr txBox="1"/>
          <p:nvPr/>
        </p:nvSpPr>
        <p:spPr>
          <a:xfrm>
            <a:off x="6688138" y="479425"/>
            <a:ext cx="5408361" cy="2400657"/>
          </a:xfrm>
          <a:prstGeom prst="rect">
            <a:avLst/>
          </a:prstGeom>
          <a:solidFill>
            <a:schemeClr val="bg1"/>
          </a:solidFill>
          <a:ln w="635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コントローラの電源電圧、センサ電源電圧が表示されます。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 Home:</a:t>
            </a:r>
            <a:r>
              <a:rPr lang="ja-JP" altLang="en-US" sz="1200">
                <a:latin typeface="Meiryo UI" panose="020B0604030504040204" pitchFamily="50" charset="-128"/>
                <a:ea typeface="Meiryo UI" panose="020B0604030504040204" pitchFamily="50" charset="-128"/>
                <a:cs typeface="Meiryo UI" panose="020B0604030504040204" pitchFamily="50" charset="-128"/>
              </a:rPr>
              <a:t> ホーム画面に移動します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Supply</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Power</a:t>
            </a:r>
          </a:p>
          <a:p>
            <a:pPr marL="180000" defTabSz="1885950"/>
            <a:r>
              <a:rPr lang="en-US" altLang="ja-JP" sz="1200">
                <a:latin typeface="Meiryo UI" panose="020B0604030504040204" pitchFamily="50" charset="-128"/>
                <a:ea typeface="Meiryo UI" panose="020B0604030504040204" pitchFamily="50" charset="-128"/>
                <a:cs typeface="Meiryo UI" panose="020B0604030504040204" pitchFamily="50" charset="-128"/>
              </a:rPr>
              <a:t>Main controller power	</a:t>
            </a:r>
            <a:r>
              <a:rPr lang="ja-JP" altLang="en-US" sz="1200">
                <a:latin typeface="Meiryo UI" panose="020B0604030504040204" pitchFamily="50" charset="-128"/>
                <a:ea typeface="Meiryo UI" panose="020B0604030504040204" pitchFamily="50" charset="-128"/>
                <a:cs typeface="Meiryo UI" panose="020B0604030504040204" pitchFamily="50" charset="-128"/>
              </a:rPr>
              <a:t>メインコントローラの電源電圧</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defTabSz="1885950"/>
            <a:r>
              <a:rPr lang="en-US" altLang="ja-JP" sz="1200">
                <a:latin typeface="Meiryo UI" panose="020B0604030504040204" pitchFamily="50" charset="-128"/>
                <a:ea typeface="Meiryo UI" panose="020B0604030504040204" pitchFamily="50" charset="-128"/>
                <a:cs typeface="Meiryo UI" panose="020B0604030504040204" pitchFamily="50" charset="-128"/>
              </a:rPr>
              <a:t>Sub controller power	</a:t>
            </a:r>
            <a:r>
              <a:rPr lang="ja-JP" altLang="en-US" sz="1200">
                <a:latin typeface="Meiryo UI" panose="020B0604030504040204" pitchFamily="50" charset="-128"/>
                <a:ea typeface="Meiryo UI" panose="020B0604030504040204" pitchFamily="50" charset="-128"/>
                <a:cs typeface="Meiryo UI" panose="020B0604030504040204" pitchFamily="50" charset="-128"/>
              </a:rPr>
              <a:t>サブコントローラの電源電圧</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defTabSz="1885950"/>
            <a:r>
              <a:rPr lang="en-US" altLang="ja-JP" sz="1200">
                <a:latin typeface="Meiryo UI" panose="020B0604030504040204" pitchFamily="50" charset="-128"/>
                <a:ea typeface="Meiryo UI" panose="020B0604030504040204" pitchFamily="50" charset="-128"/>
                <a:cs typeface="Meiryo UI" panose="020B0604030504040204" pitchFamily="50" charset="-128"/>
              </a:rPr>
              <a:t>UC controller power	</a:t>
            </a:r>
            <a:r>
              <a:rPr lang="ja-JP" altLang="en-US" sz="1200">
                <a:latin typeface="Meiryo UI" panose="020B0604030504040204" pitchFamily="50" charset="-128"/>
                <a:ea typeface="Meiryo UI" panose="020B0604030504040204" pitchFamily="50" charset="-128"/>
                <a:cs typeface="Meiryo UI" panose="020B0604030504040204" pitchFamily="50" charset="-128"/>
              </a:rPr>
              <a:t>下部体コントローラの電源電圧</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Sensor</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Power</a:t>
            </a:r>
          </a:p>
          <a:p>
            <a:pPr marL="180000" defTabSz="2695575">
              <a:tabLst>
                <a:tab pos="25146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Main</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controller</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sensor power	</a:t>
            </a:r>
            <a:r>
              <a:rPr lang="ja-JP" altLang="en-US" sz="1200">
                <a:latin typeface="Meiryo UI" panose="020B0604030504040204" pitchFamily="50" charset="-128"/>
                <a:ea typeface="Meiryo UI" panose="020B0604030504040204" pitchFamily="50" charset="-128"/>
                <a:cs typeface="Meiryo UI" panose="020B0604030504040204" pitchFamily="50" charset="-128"/>
              </a:rPr>
              <a:t>メインコントローラのセンサ電源電圧</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defTabSz="2695575">
              <a:tabLst>
                <a:tab pos="25146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Sub controller sensor power	</a:t>
            </a:r>
            <a:r>
              <a:rPr lang="ja-JP" altLang="en-US" sz="1200">
                <a:latin typeface="Meiryo UI" panose="020B0604030504040204" pitchFamily="50" charset="-128"/>
                <a:ea typeface="Meiryo UI" panose="020B0604030504040204" pitchFamily="50" charset="-128"/>
                <a:cs typeface="Meiryo UI" panose="020B0604030504040204" pitchFamily="50" charset="-128"/>
              </a:rPr>
              <a:t>サブコントローラのセンサ電源電圧</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defTabSz="2695575">
              <a:tabLst>
                <a:tab pos="25146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UC controller</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sensor</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power	</a:t>
            </a:r>
            <a:r>
              <a:rPr lang="ja-JP" altLang="en-US" sz="1200">
                <a:latin typeface="Meiryo UI" panose="020B0604030504040204" pitchFamily="50" charset="-128"/>
                <a:ea typeface="Meiryo UI" panose="020B0604030504040204" pitchFamily="50" charset="-128"/>
                <a:cs typeface="Meiryo UI" panose="020B0604030504040204" pitchFamily="50" charset="-128"/>
              </a:rPr>
              <a:t>下部体コントローラのセンサ電源電圧</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sp>
        <p:nvSpPr>
          <p:cNvPr id="10" name="角丸四角形 9"/>
          <p:cNvSpPr/>
          <p:nvPr/>
        </p:nvSpPr>
        <p:spPr>
          <a:xfrm>
            <a:off x="5657587" y="834531"/>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028504" y="582434"/>
            <a:ext cx="1" cy="25209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5884504" y="294434"/>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spTree>
    <p:extLst>
      <p:ext uri="{BB962C8B-B14F-4D97-AF65-F5344CB8AC3E}">
        <p14:creationId xmlns:p14="http://schemas.microsoft.com/office/powerpoint/2010/main" val="526235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図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363" y="478284"/>
            <a:ext cx="6071429" cy="4214286"/>
          </a:xfrm>
          <a:prstGeom prst="rect">
            <a:avLst/>
          </a:prstGeom>
        </p:spPr>
      </p:pic>
      <p:sp>
        <p:nvSpPr>
          <p:cNvPr id="5" name="テキスト ボックス 4"/>
          <p:cNvSpPr txBox="1"/>
          <p:nvPr/>
        </p:nvSpPr>
        <p:spPr>
          <a:xfrm>
            <a:off x="315913" y="78174"/>
            <a:ext cx="1997663"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Error code</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sp>
        <p:nvSpPr>
          <p:cNvPr id="6" name="テキスト ボックス 5"/>
          <p:cNvSpPr txBox="1"/>
          <p:nvPr/>
        </p:nvSpPr>
        <p:spPr>
          <a:xfrm>
            <a:off x="6688138" y="482804"/>
            <a:ext cx="5737219" cy="3108543"/>
          </a:xfrm>
          <a:prstGeom prst="rect">
            <a:avLst/>
          </a:prstGeom>
          <a:solidFill>
            <a:schemeClr val="bg1"/>
          </a:solidFill>
          <a:ln w="635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機械のエラーコードを確認できます。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Home:</a:t>
            </a:r>
            <a:r>
              <a:rPr lang="ja-JP" altLang="en-US" sz="120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②車両エラーコードの履歴を消去します。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③過去に発生したエンジンエラーコードを読み込みます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④エンジンエラーコードの履歴を消去します。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Vehicle side error code</a:t>
            </a:r>
          </a:p>
          <a:p>
            <a:pPr marL="180000">
              <a:tabLst>
                <a:tab pos="8096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Active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現在発生している車両エラーコード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96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Logged	:</a:t>
            </a:r>
            <a:r>
              <a:rPr lang="ja-JP" altLang="en-US" sz="1200">
                <a:latin typeface="Meiryo UI" panose="020B0604030504040204" pitchFamily="50" charset="-128"/>
                <a:ea typeface="Meiryo UI" panose="020B0604030504040204" pitchFamily="50" charset="-128"/>
                <a:cs typeface="Meiryo UI" panose="020B0604030504040204" pitchFamily="50" charset="-128"/>
              </a:rPr>
              <a:t> 過去に発生した車両エラーコードと発生時間</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engine side error code</a:t>
            </a:r>
          </a:p>
          <a:p>
            <a:pPr marL="180000">
              <a:tabLst>
                <a:tab pos="8096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Active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現在発生しているエンジンエラーコード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096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Logged	:</a:t>
            </a:r>
            <a:r>
              <a:rPr lang="ja-JP" altLang="en-US" sz="1200">
                <a:latin typeface="Meiryo UI" panose="020B0604030504040204" pitchFamily="50" charset="-128"/>
                <a:ea typeface="Meiryo UI" panose="020B0604030504040204" pitchFamily="50" charset="-128"/>
                <a:cs typeface="Meiryo UI" panose="020B0604030504040204" pitchFamily="50" charset="-128"/>
              </a:rPr>
              <a:t> 過去に発生したエンジンエラーコード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sp>
        <p:nvSpPr>
          <p:cNvPr id="13" name="角丸四角形 12"/>
          <p:cNvSpPr/>
          <p:nvPr/>
        </p:nvSpPr>
        <p:spPr>
          <a:xfrm>
            <a:off x="2629837" y="4273304"/>
            <a:ext cx="400125" cy="20623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4" name="直線矢印コネクタ 13"/>
          <p:cNvCxnSpPr>
            <a:stCxn id="15" idx="0"/>
            <a:endCxn id="13" idx="2"/>
          </p:cNvCxnSpPr>
          <p:nvPr/>
        </p:nvCxnSpPr>
        <p:spPr>
          <a:xfrm flipV="1">
            <a:off x="2829899" y="4479535"/>
            <a:ext cx="1" cy="25601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2685899" y="4735547"/>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p>
        </p:txBody>
      </p:sp>
      <p:sp>
        <p:nvSpPr>
          <p:cNvPr id="17" name="角丸四角形 16"/>
          <p:cNvSpPr/>
          <p:nvPr/>
        </p:nvSpPr>
        <p:spPr>
          <a:xfrm>
            <a:off x="5660368" y="4009849"/>
            <a:ext cx="396000" cy="19800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8" name="直線矢印コネクタ 17"/>
          <p:cNvCxnSpPr>
            <a:stCxn id="19" idx="2"/>
            <a:endCxn id="17" idx="3"/>
          </p:cNvCxnSpPr>
          <p:nvPr/>
        </p:nvCxnSpPr>
        <p:spPr>
          <a:xfrm flipH="1">
            <a:off x="6056368" y="4108849"/>
            <a:ext cx="374381"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6430749" y="3961564"/>
            <a:ext cx="288000" cy="294569"/>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p>
        </p:txBody>
      </p:sp>
      <p:sp>
        <p:nvSpPr>
          <p:cNvPr id="20" name="角丸四角形 19"/>
          <p:cNvSpPr/>
          <p:nvPr/>
        </p:nvSpPr>
        <p:spPr>
          <a:xfrm>
            <a:off x="5670138" y="4279655"/>
            <a:ext cx="396000" cy="19800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21" name="直線矢印コネクタ 20"/>
          <p:cNvCxnSpPr>
            <a:stCxn id="22" idx="0"/>
            <a:endCxn id="20" idx="2"/>
          </p:cNvCxnSpPr>
          <p:nvPr/>
        </p:nvCxnSpPr>
        <p:spPr>
          <a:xfrm flipV="1">
            <a:off x="5868138" y="4477655"/>
            <a:ext cx="0" cy="28672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円/楕円 21"/>
          <p:cNvSpPr/>
          <p:nvPr/>
        </p:nvSpPr>
        <p:spPr>
          <a:xfrm>
            <a:off x="5724138" y="4764376"/>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4</a:t>
            </a:r>
          </a:p>
        </p:txBody>
      </p:sp>
      <p:sp>
        <p:nvSpPr>
          <p:cNvPr id="30" name="角丸四角形 29"/>
          <p:cNvSpPr/>
          <p:nvPr/>
        </p:nvSpPr>
        <p:spPr>
          <a:xfrm>
            <a:off x="5699564" y="812480"/>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1" name="直線矢印コネクタ 30"/>
          <p:cNvCxnSpPr>
            <a:stCxn id="32" idx="4"/>
            <a:endCxn id="30" idx="0"/>
          </p:cNvCxnSpPr>
          <p:nvPr/>
        </p:nvCxnSpPr>
        <p:spPr>
          <a:xfrm>
            <a:off x="6066138" y="662100"/>
            <a:ext cx="4344" cy="15038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円/楕円 31"/>
          <p:cNvSpPr/>
          <p:nvPr/>
        </p:nvSpPr>
        <p:spPr>
          <a:xfrm>
            <a:off x="5922138" y="374100"/>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spTree>
    <p:extLst>
      <p:ext uri="{BB962C8B-B14F-4D97-AF65-F5344CB8AC3E}">
        <p14:creationId xmlns:p14="http://schemas.microsoft.com/office/powerpoint/2010/main" val="18887638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7996" y="479425"/>
            <a:ext cx="6071425" cy="4214284"/>
          </a:xfrm>
          <a:prstGeom prst="rect">
            <a:avLst/>
          </a:prstGeom>
        </p:spPr>
      </p:pic>
      <p:sp>
        <p:nvSpPr>
          <p:cNvPr id="4" name="テキスト ボックス 3"/>
          <p:cNvSpPr txBox="1"/>
          <p:nvPr/>
        </p:nvSpPr>
        <p:spPr>
          <a:xfrm>
            <a:off x="312430" y="79315"/>
            <a:ext cx="2421432"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Vehicle status</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sp>
        <p:nvSpPr>
          <p:cNvPr id="7" name="テキスト ボックス 6"/>
          <p:cNvSpPr txBox="1"/>
          <p:nvPr/>
        </p:nvSpPr>
        <p:spPr>
          <a:xfrm>
            <a:off x="6688138" y="479425"/>
            <a:ext cx="5408361" cy="7048083"/>
          </a:xfrm>
          <a:prstGeom prst="rect">
            <a:avLst/>
          </a:prstGeom>
          <a:solidFill>
            <a:schemeClr val="bg1"/>
          </a:solidFill>
          <a:ln w="635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機械の状態確認とエアコンの状態確認ができます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 Home:</a:t>
            </a:r>
            <a:r>
              <a:rPr lang="ja-JP" altLang="en-US" sz="1200">
                <a:latin typeface="Meiryo UI" panose="020B0604030504040204" pitchFamily="50" charset="-128"/>
                <a:ea typeface="Meiryo UI" panose="020B0604030504040204" pitchFamily="50" charset="-128"/>
                <a:cs typeface="Meiryo UI" panose="020B0604030504040204" pitchFamily="50" charset="-128"/>
              </a:rPr>
              <a:t> ホーム画面に移動します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Vehicle status</a:t>
            </a: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ACC On	</a:t>
            </a:r>
            <a:r>
              <a:rPr lang="ja-JP" altLang="en-US" sz="1200">
                <a:latin typeface="Meiryo UI" panose="020B0604030504040204" pitchFamily="50" charset="-128"/>
                <a:ea typeface="Meiryo UI" panose="020B0604030504040204" pitchFamily="50" charset="-128"/>
                <a:cs typeface="Meiryo UI" panose="020B0604030504040204" pitchFamily="50" charset="-128"/>
              </a:rPr>
              <a:t>アクセサリ電源の</a:t>
            </a:r>
            <a:r>
              <a:rPr lang="en-US" altLang="ja-JP" sz="1200">
                <a:latin typeface="Meiryo UI" panose="020B0604030504040204" pitchFamily="50" charset="-128"/>
                <a:ea typeface="Meiryo UI" panose="020B0604030504040204" pitchFamily="50" charset="-128"/>
                <a:cs typeface="Meiryo UI" panose="020B0604030504040204" pitchFamily="50" charset="-128"/>
              </a:rPr>
              <a:t>On/Off</a:t>
            </a: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Engine On	</a:t>
            </a:r>
            <a:r>
              <a:rPr lang="ja-JP" altLang="en-US" sz="1200">
                <a:latin typeface="Meiryo UI" panose="020B0604030504040204" pitchFamily="50" charset="-128"/>
                <a:ea typeface="Meiryo UI" panose="020B0604030504040204" pitchFamily="50" charset="-128"/>
                <a:cs typeface="Meiryo UI" panose="020B0604030504040204" pitchFamily="50" charset="-128"/>
              </a:rPr>
              <a:t>エンジン</a:t>
            </a:r>
            <a:r>
              <a:rPr lang="en-US" altLang="ja-JP" sz="1200">
                <a:latin typeface="Meiryo UI" panose="020B0604030504040204" pitchFamily="50" charset="-128"/>
                <a:ea typeface="Meiryo UI" panose="020B0604030504040204" pitchFamily="50" charset="-128"/>
                <a:cs typeface="Meiryo UI" panose="020B0604030504040204" pitchFamily="50" charset="-128"/>
              </a:rPr>
              <a:t>On/Off</a:t>
            </a: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Hour meter	</a:t>
            </a:r>
            <a:r>
              <a:rPr lang="ja-JP" altLang="en-US" sz="1200">
                <a:latin typeface="Meiryo UI" panose="020B0604030504040204" pitchFamily="50" charset="-128"/>
                <a:ea typeface="Meiryo UI" panose="020B0604030504040204" pitchFamily="50" charset="-128"/>
                <a:cs typeface="Meiryo UI" panose="020B0604030504040204" pitchFamily="50" charset="-128"/>
              </a:rPr>
              <a:t>アワメータ</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Trip meter1	</a:t>
            </a:r>
            <a:r>
              <a:rPr lang="ja-JP" altLang="en-US" sz="1200">
                <a:latin typeface="Meiryo UI" panose="020B0604030504040204" pitchFamily="50" charset="-128"/>
                <a:ea typeface="Meiryo UI" panose="020B0604030504040204" pitchFamily="50" charset="-128"/>
                <a:cs typeface="Meiryo UI" panose="020B0604030504040204" pitchFamily="50" charset="-128"/>
              </a:rPr>
              <a:t>トリップメータ</a:t>
            </a:r>
            <a:r>
              <a:rPr lang="en-US" altLang="ja-JP" sz="1200">
                <a:latin typeface="Meiryo UI" panose="020B0604030504040204" pitchFamily="50" charset="-128"/>
                <a:ea typeface="Meiryo UI" panose="020B0604030504040204" pitchFamily="50" charset="-128"/>
                <a:cs typeface="Meiryo UI" panose="020B0604030504040204" pitchFamily="50" charset="-128"/>
              </a:rPr>
              <a:t>1</a:t>
            </a: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Trip meter2	</a:t>
            </a:r>
            <a:r>
              <a:rPr lang="ja-JP" altLang="en-US" sz="1200">
                <a:latin typeface="Meiryo UI" panose="020B0604030504040204" pitchFamily="50" charset="-128"/>
                <a:ea typeface="Meiryo UI" panose="020B0604030504040204" pitchFamily="50" charset="-128"/>
                <a:cs typeface="Meiryo UI" panose="020B0604030504040204" pitchFamily="50" charset="-128"/>
              </a:rPr>
              <a:t>トリップメータ</a:t>
            </a:r>
            <a:r>
              <a:rPr lang="en-US" altLang="ja-JP" sz="1200">
                <a:latin typeface="Meiryo UI" panose="020B0604030504040204" pitchFamily="50" charset="-128"/>
                <a:ea typeface="Meiryo UI" panose="020B0604030504040204" pitchFamily="50" charset="-128"/>
                <a:cs typeface="Meiryo UI" panose="020B0604030504040204" pitchFamily="50" charset="-128"/>
              </a:rPr>
              <a:t>2</a:t>
            </a: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Trip meter3	</a:t>
            </a:r>
            <a:r>
              <a:rPr lang="ja-JP" altLang="en-US" sz="1200">
                <a:latin typeface="Meiryo UI" panose="020B0604030504040204" pitchFamily="50" charset="-128"/>
                <a:ea typeface="Meiryo UI" panose="020B0604030504040204" pitchFamily="50" charset="-128"/>
                <a:cs typeface="Meiryo UI" panose="020B0604030504040204" pitchFamily="50" charset="-128"/>
              </a:rPr>
              <a:t>トリップメータ</a:t>
            </a:r>
            <a:r>
              <a:rPr lang="en-US" altLang="ja-JP" sz="1200">
                <a:latin typeface="Meiryo UI" panose="020B0604030504040204" pitchFamily="50" charset="-128"/>
                <a:ea typeface="Meiryo UI" panose="020B0604030504040204" pitchFamily="50" charset="-128"/>
                <a:cs typeface="Meiryo UI" panose="020B0604030504040204" pitchFamily="50" charset="-128"/>
              </a:rPr>
              <a:t>3</a:t>
            </a: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Trip meter3	</a:t>
            </a:r>
            <a:r>
              <a:rPr lang="ja-JP" altLang="en-US" sz="1200">
                <a:latin typeface="Meiryo UI" panose="020B0604030504040204" pitchFamily="50" charset="-128"/>
                <a:ea typeface="Meiryo UI" panose="020B0604030504040204" pitchFamily="50" charset="-128"/>
                <a:cs typeface="Meiryo UI" panose="020B0604030504040204" pitchFamily="50" charset="-128"/>
              </a:rPr>
              <a:t>冷却水トリップメータ</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Trip meter3	</a:t>
            </a:r>
            <a:r>
              <a:rPr lang="ja-JP" altLang="en-US" sz="1200">
                <a:latin typeface="Meiryo UI" panose="020B0604030504040204" pitchFamily="50" charset="-128"/>
                <a:ea typeface="Meiryo UI" panose="020B0604030504040204" pitchFamily="50" charset="-128"/>
                <a:cs typeface="Meiryo UI" panose="020B0604030504040204" pitchFamily="50" charset="-128"/>
              </a:rPr>
              <a:t>エンジンオイルメータ</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Trip meter3	</a:t>
            </a:r>
            <a:r>
              <a:rPr lang="ja-JP" altLang="en-US" sz="1200">
                <a:latin typeface="Meiryo UI" panose="020B0604030504040204" pitchFamily="50" charset="-128"/>
                <a:ea typeface="Meiryo UI" panose="020B0604030504040204" pitchFamily="50" charset="-128"/>
                <a:cs typeface="Meiryo UI" panose="020B0604030504040204" pitchFamily="50" charset="-128"/>
              </a:rPr>
              <a:t>作動油メータ</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Fuel tank level	</a:t>
            </a:r>
            <a:r>
              <a:rPr lang="ja-JP" altLang="en-US" sz="1200">
                <a:latin typeface="Meiryo UI" panose="020B0604030504040204" pitchFamily="50" charset="-128"/>
                <a:ea typeface="Meiryo UI" panose="020B0604030504040204" pitchFamily="50" charset="-128"/>
                <a:cs typeface="Meiryo UI" panose="020B0604030504040204" pitchFamily="50" charset="-128"/>
              </a:rPr>
              <a:t>燃料残量</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AUX3 On	AUX3</a:t>
            </a:r>
            <a:r>
              <a:rPr lang="ja-JP" altLang="en-US" sz="1200">
                <a:latin typeface="Meiryo UI" panose="020B0604030504040204" pitchFamily="50" charset="-128"/>
                <a:ea typeface="Meiryo UI" panose="020B0604030504040204" pitchFamily="50" charset="-128"/>
                <a:cs typeface="Meiryo UI" panose="020B0604030504040204" pitchFamily="50" charset="-128"/>
              </a:rPr>
              <a:t>の作動</a:t>
            </a:r>
            <a:r>
              <a:rPr lang="en-US" altLang="ja-JP" sz="1200">
                <a:latin typeface="Meiryo UI" panose="020B0604030504040204" pitchFamily="50" charset="-128"/>
                <a:ea typeface="Meiryo UI" panose="020B0604030504040204" pitchFamily="50" charset="-128"/>
                <a:cs typeface="Meiryo UI" panose="020B0604030504040204" pitchFamily="50" charset="-128"/>
              </a:rPr>
              <a:t> ON:AUX3</a:t>
            </a:r>
            <a:r>
              <a:rPr lang="ja-JP" altLang="en-US" sz="1200">
                <a:latin typeface="Meiryo UI" panose="020B0604030504040204" pitchFamily="50" charset="-128"/>
                <a:ea typeface="Meiryo UI" panose="020B0604030504040204" pitchFamily="50" charset="-128"/>
                <a:cs typeface="Meiryo UI" panose="020B0604030504040204" pitchFamily="50" charset="-128"/>
              </a:rPr>
              <a:t>解除　</a:t>
            </a:r>
            <a:r>
              <a:rPr lang="en-US" altLang="ja-JP" sz="1200">
                <a:latin typeface="Meiryo UI" panose="020B0604030504040204" pitchFamily="50" charset="-128"/>
                <a:ea typeface="Meiryo UI" panose="020B0604030504040204" pitchFamily="50" charset="-128"/>
                <a:cs typeface="Meiryo UI" panose="020B0604030504040204" pitchFamily="50" charset="-128"/>
              </a:rPr>
              <a:t>OFF</a:t>
            </a: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AUX3</a:t>
            </a:r>
            <a:r>
              <a:rPr lang="ja-JP" altLang="en-US" sz="1200">
                <a:latin typeface="Meiryo UI" panose="020B0604030504040204" pitchFamily="50" charset="-128"/>
                <a:ea typeface="Meiryo UI" panose="020B0604030504040204" pitchFamily="50" charset="-128"/>
                <a:cs typeface="Meiryo UI" panose="020B0604030504040204" pitchFamily="50" charset="-128"/>
              </a:rPr>
              <a:t>ロック</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AUX2/4 mode	AUX2/4</a:t>
            </a:r>
            <a:r>
              <a:rPr lang="ja-JP" altLang="en-US" sz="1200">
                <a:latin typeface="Meiryo UI" panose="020B0604030504040204" pitchFamily="50" charset="-128"/>
                <a:ea typeface="Meiryo UI" panose="020B0604030504040204" pitchFamily="50" charset="-128"/>
                <a:cs typeface="Meiryo UI" panose="020B0604030504040204" pitchFamily="50" charset="-128"/>
              </a:rPr>
              <a:t>の選択</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Eco mode	</a:t>
            </a:r>
            <a:r>
              <a:rPr lang="ja-JP" altLang="en-US" sz="1200">
                <a:latin typeface="Meiryo UI" panose="020B0604030504040204" pitchFamily="50" charset="-128"/>
                <a:ea typeface="Meiryo UI" panose="020B0604030504040204" pitchFamily="50" charset="-128"/>
                <a:cs typeface="Meiryo UI" panose="020B0604030504040204" pitchFamily="50" charset="-128"/>
              </a:rPr>
              <a:t>エコモードの</a:t>
            </a:r>
            <a:r>
              <a:rPr lang="en-US" altLang="ja-JP" sz="1200">
                <a:latin typeface="Meiryo UI" panose="020B0604030504040204" pitchFamily="50" charset="-128"/>
                <a:ea typeface="Meiryo UI" panose="020B0604030504040204" pitchFamily="50" charset="-128"/>
                <a:cs typeface="Meiryo UI" panose="020B0604030504040204" pitchFamily="50" charset="-128"/>
              </a:rPr>
              <a:t>On/Off</a:t>
            </a: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Swing/Adjust cylinder	2</a:t>
            </a:r>
            <a:r>
              <a:rPr lang="ja-JP" altLang="en-US" sz="1200">
                <a:latin typeface="Meiryo UI" panose="020B0604030504040204" pitchFamily="50" charset="-128"/>
                <a:ea typeface="Meiryo UI" panose="020B0604030504040204" pitchFamily="50" charset="-128"/>
                <a:cs typeface="Meiryo UI" panose="020B0604030504040204" pitchFamily="50" charset="-128"/>
              </a:rPr>
              <a:t>ピースブームで</a:t>
            </a:r>
            <a:r>
              <a:rPr lang="en-US" altLang="ja-JP" sz="1200">
                <a:latin typeface="Meiryo UI" panose="020B0604030504040204" pitchFamily="50" charset="-128"/>
                <a:ea typeface="Meiryo UI" panose="020B0604030504040204" pitchFamily="50" charset="-128"/>
                <a:cs typeface="Meiryo UI" panose="020B0604030504040204" pitchFamily="50" charset="-128"/>
              </a:rPr>
              <a:t>Swing/Adjust</a:t>
            </a:r>
            <a:r>
              <a:rPr lang="ja-JP" altLang="en-US" sz="1200">
                <a:latin typeface="Meiryo UI" panose="020B0604030504040204" pitchFamily="50" charset="-128"/>
                <a:ea typeface="Meiryo UI" panose="020B0604030504040204" pitchFamily="50" charset="-128"/>
                <a:cs typeface="Meiryo UI" panose="020B0604030504040204" pitchFamily="50" charset="-128"/>
              </a:rPr>
              <a:t>の選択</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err="1">
                <a:latin typeface="Meiryo UI" panose="020B0604030504040204" pitchFamily="50" charset="-128"/>
                <a:ea typeface="Meiryo UI" panose="020B0604030504040204" pitchFamily="50" charset="-128"/>
                <a:cs typeface="Meiryo UI" panose="020B0604030504040204" pitchFamily="50" charset="-128"/>
              </a:rPr>
              <a:t>Accel</a:t>
            </a:r>
            <a:r>
              <a:rPr lang="en-US" altLang="ja-JP" sz="1200">
                <a:latin typeface="Meiryo UI" panose="020B0604030504040204" pitchFamily="50" charset="-128"/>
                <a:ea typeface="Meiryo UI" panose="020B0604030504040204" pitchFamily="50" charset="-128"/>
                <a:cs typeface="Meiryo UI" panose="020B0604030504040204" pitchFamily="50" charset="-128"/>
              </a:rPr>
              <a:t> position	</a:t>
            </a:r>
            <a:r>
              <a:rPr lang="ja-JP" altLang="en-US" sz="1200">
                <a:latin typeface="Meiryo UI" panose="020B0604030504040204" pitchFamily="50" charset="-128"/>
                <a:ea typeface="Meiryo UI" panose="020B0604030504040204" pitchFamily="50" charset="-128"/>
                <a:cs typeface="Meiryo UI" panose="020B0604030504040204" pitchFamily="50" charset="-128"/>
              </a:rPr>
              <a:t>アクセルポジション</a:t>
            </a:r>
            <a:r>
              <a:rPr lang="en-US" altLang="ja-JP" sz="1200">
                <a:latin typeface="Meiryo UI" panose="020B0604030504040204" pitchFamily="50" charset="-128"/>
                <a:ea typeface="Meiryo UI" panose="020B0604030504040204" pitchFamily="50" charset="-128"/>
                <a:cs typeface="Meiryo UI" panose="020B0604030504040204" pitchFamily="50" charset="-128"/>
              </a:rPr>
              <a:t>(0-100%)</a:t>
            </a: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Foot </a:t>
            </a:r>
            <a:r>
              <a:rPr lang="en-US" altLang="ja-JP" sz="1200" err="1">
                <a:latin typeface="Meiryo UI" panose="020B0604030504040204" pitchFamily="50" charset="-128"/>
                <a:ea typeface="Meiryo UI" panose="020B0604030504040204" pitchFamily="50" charset="-128"/>
                <a:cs typeface="Meiryo UI" panose="020B0604030504040204" pitchFamily="50" charset="-128"/>
              </a:rPr>
              <a:t>accel</a:t>
            </a:r>
            <a:r>
              <a:rPr lang="en-US" altLang="ja-JP" sz="1200">
                <a:latin typeface="Meiryo UI" panose="020B0604030504040204" pitchFamily="50" charset="-128"/>
                <a:ea typeface="Meiryo UI" panose="020B0604030504040204" pitchFamily="50" charset="-128"/>
                <a:cs typeface="Meiryo UI" panose="020B0604030504040204" pitchFamily="50" charset="-128"/>
              </a:rPr>
              <a:t> position	</a:t>
            </a:r>
            <a:r>
              <a:rPr lang="ja-JP" altLang="en-US" sz="1200">
                <a:latin typeface="Meiryo UI" panose="020B0604030504040204" pitchFamily="50" charset="-128"/>
                <a:ea typeface="Meiryo UI" panose="020B0604030504040204" pitchFamily="50" charset="-128"/>
                <a:cs typeface="Meiryo UI" panose="020B0604030504040204" pitchFamily="50" charset="-128"/>
              </a:rPr>
              <a:t>フットアクセルポジション</a:t>
            </a:r>
            <a:r>
              <a:rPr lang="en-US" altLang="ja-JP" sz="1200">
                <a:latin typeface="Meiryo UI" panose="020B0604030504040204" pitchFamily="50" charset="-128"/>
                <a:ea typeface="Meiryo UI" panose="020B0604030504040204" pitchFamily="50" charset="-128"/>
                <a:cs typeface="Meiryo UI" panose="020B0604030504040204" pitchFamily="50" charset="-128"/>
              </a:rPr>
              <a:t>(0-100%)</a:t>
            </a: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DEF tank level	</a:t>
            </a:r>
            <a:r>
              <a:rPr lang="ja-JP" altLang="en-US" sz="1200">
                <a:latin typeface="Meiryo UI" panose="020B0604030504040204" pitchFamily="50" charset="-128"/>
                <a:ea typeface="Meiryo UI" panose="020B0604030504040204" pitchFamily="50" charset="-128"/>
                <a:cs typeface="Meiryo UI" panose="020B0604030504040204" pitchFamily="50" charset="-128"/>
              </a:rPr>
              <a:t>尿素残量</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Shift position	:</a:t>
            </a:r>
            <a:r>
              <a:rPr lang="ja-JP" altLang="en-US" sz="1200">
                <a:latin typeface="Meiryo UI" panose="020B0604030504040204" pitchFamily="50" charset="-128"/>
                <a:ea typeface="Meiryo UI" panose="020B0604030504040204" pitchFamily="50" charset="-128"/>
                <a:cs typeface="Meiryo UI" panose="020B0604030504040204" pitchFamily="50" charset="-128"/>
              </a:rPr>
              <a:t>走行変速</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	(Turtle-1, Turtle-2, Rabbit-1, Rabbit-2)</a:t>
            </a: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F/N/R	 F:</a:t>
            </a:r>
            <a:r>
              <a:rPr lang="ja-JP" altLang="en-US" sz="1200">
                <a:latin typeface="Meiryo UI" panose="020B0604030504040204" pitchFamily="50" charset="-128"/>
                <a:ea typeface="Meiryo UI" panose="020B0604030504040204" pitchFamily="50" charset="-128"/>
                <a:cs typeface="Meiryo UI" panose="020B0604030504040204" pitchFamily="50" charset="-128"/>
              </a:rPr>
              <a:t>前進</a:t>
            </a:r>
            <a:r>
              <a:rPr lang="en-US" altLang="ja-JP" sz="1200">
                <a:latin typeface="Meiryo UI" panose="020B0604030504040204" pitchFamily="50" charset="-128"/>
                <a:ea typeface="Meiryo UI" panose="020B0604030504040204" pitchFamily="50" charset="-128"/>
                <a:cs typeface="Meiryo UI" panose="020B0604030504040204" pitchFamily="50" charset="-128"/>
              </a:rPr>
              <a:t>,</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N:</a:t>
            </a:r>
            <a:r>
              <a:rPr lang="ja-JP" altLang="en-US" sz="1200">
                <a:latin typeface="Meiryo UI" panose="020B0604030504040204" pitchFamily="50" charset="-128"/>
                <a:ea typeface="Meiryo UI" panose="020B0604030504040204" pitchFamily="50" charset="-128"/>
                <a:cs typeface="Meiryo UI" panose="020B0604030504040204" pitchFamily="50" charset="-128"/>
              </a:rPr>
              <a:t>ニュートラル</a:t>
            </a:r>
            <a:r>
              <a:rPr lang="en-US" altLang="ja-JP" sz="1200">
                <a:latin typeface="Meiryo UI" panose="020B0604030504040204" pitchFamily="50" charset="-128"/>
                <a:ea typeface="Meiryo UI" panose="020B0604030504040204" pitchFamily="50" charset="-128"/>
                <a:cs typeface="Meiryo UI" panose="020B0604030504040204" pitchFamily="50" charset="-128"/>
              </a:rPr>
              <a:t>, R:</a:t>
            </a:r>
            <a:r>
              <a:rPr lang="ja-JP" altLang="en-US" sz="1200">
                <a:latin typeface="Meiryo UI" panose="020B0604030504040204" pitchFamily="50" charset="-128"/>
                <a:ea typeface="Meiryo UI" panose="020B0604030504040204" pitchFamily="50" charset="-128"/>
                <a:cs typeface="Meiryo UI" panose="020B0604030504040204" pitchFamily="50" charset="-128"/>
              </a:rPr>
              <a:t>後進</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Differential lock	</a:t>
            </a:r>
            <a:r>
              <a:rPr lang="ja-JP" altLang="en-US" sz="1200">
                <a:latin typeface="Meiryo UI" panose="020B0604030504040204" pitchFamily="50" charset="-128"/>
                <a:ea typeface="Meiryo UI" panose="020B0604030504040204" pitchFamily="50" charset="-128"/>
                <a:cs typeface="Meiryo UI" panose="020B0604030504040204" pitchFamily="50" charset="-128"/>
              </a:rPr>
              <a:t>デフロックの</a:t>
            </a:r>
            <a:r>
              <a:rPr lang="en-US" altLang="ja-JP" sz="1200">
                <a:latin typeface="Meiryo UI" panose="020B0604030504040204" pitchFamily="50" charset="-128"/>
                <a:ea typeface="Meiryo UI" panose="020B0604030504040204" pitchFamily="50" charset="-128"/>
                <a:cs typeface="Meiryo UI" panose="020B0604030504040204" pitchFamily="50" charset="-128"/>
              </a:rPr>
              <a:t>ON/OFF</a:t>
            </a:r>
            <a:r>
              <a:rPr lang="ja-JP" altLang="en-US" sz="1200">
                <a:latin typeface="Meiryo UI" panose="020B0604030504040204" pitchFamily="50" charset="-128"/>
                <a:ea typeface="Meiryo UI" panose="020B0604030504040204" pitchFamily="50" charset="-128"/>
                <a:cs typeface="Meiryo UI" panose="020B0604030504040204" pitchFamily="50" charset="-128"/>
              </a:rPr>
              <a:t>状態を表示</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Foot </a:t>
            </a:r>
            <a:r>
              <a:rPr lang="en-US" altLang="ja-JP" sz="1200" err="1">
                <a:latin typeface="Meiryo UI" panose="020B0604030504040204" pitchFamily="50" charset="-128"/>
                <a:ea typeface="Meiryo UI" panose="020B0604030504040204" pitchFamily="50" charset="-128"/>
                <a:cs typeface="Meiryo UI" panose="020B0604030504040204" pitchFamily="50" charset="-128"/>
              </a:rPr>
              <a:t>accel</a:t>
            </a:r>
            <a:r>
              <a:rPr lang="en-US" altLang="ja-JP" sz="1200">
                <a:latin typeface="Meiryo UI" panose="020B0604030504040204" pitchFamily="50" charset="-128"/>
                <a:ea typeface="Meiryo UI" panose="020B0604030504040204" pitchFamily="50" charset="-128"/>
                <a:cs typeface="Meiryo UI" panose="020B0604030504040204" pitchFamily="50" charset="-128"/>
              </a:rPr>
              <a:t> mode	</a:t>
            </a:r>
            <a:r>
              <a:rPr lang="ja-JP" altLang="en-US" sz="1200">
                <a:latin typeface="Meiryo UI" panose="020B0604030504040204" pitchFamily="50" charset="-128"/>
                <a:ea typeface="Meiryo UI" panose="020B0604030504040204" pitchFamily="50" charset="-128"/>
                <a:cs typeface="Meiryo UI" panose="020B0604030504040204" pitchFamily="50" charset="-128"/>
              </a:rPr>
              <a:t>フットアクセルモードの</a:t>
            </a:r>
            <a:r>
              <a:rPr lang="en-US" altLang="ja-JP" sz="1200">
                <a:latin typeface="Meiryo UI" panose="020B0604030504040204" pitchFamily="50" charset="-128"/>
                <a:ea typeface="Meiryo UI" panose="020B0604030504040204" pitchFamily="50" charset="-128"/>
                <a:cs typeface="Meiryo UI" panose="020B0604030504040204" pitchFamily="50" charset="-128"/>
              </a:rPr>
              <a:t>ON/OFF</a:t>
            </a:r>
            <a:r>
              <a:rPr lang="ja-JP" altLang="en-US" sz="1200">
                <a:latin typeface="Meiryo UI" panose="020B0604030504040204" pitchFamily="50" charset="-128"/>
                <a:ea typeface="Meiryo UI" panose="020B0604030504040204" pitchFamily="50" charset="-128"/>
                <a:cs typeface="Meiryo UI" panose="020B0604030504040204" pitchFamily="50" charset="-128"/>
              </a:rPr>
              <a:t>状態を表示</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Digging/Travel mode	 Digging:</a:t>
            </a:r>
            <a:r>
              <a:rPr lang="ja-JP" altLang="en-US" sz="1200">
                <a:latin typeface="Meiryo UI" panose="020B0604030504040204" pitchFamily="50" charset="-128"/>
                <a:ea typeface="Meiryo UI" panose="020B0604030504040204" pitchFamily="50" charset="-128"/>
                <a:cs typeface="Meiryo UI" panose="020B0604030504040204" pitchFamily="50" charset="-128"/>
              </a:rPr>
              <a:t>掘削モード</a:t>
            </a:r>
            <a:r>
              <a:rPr lang="en-US" altLang="ja-JP" sz="1200">
                <a:latin typeface="Meiryo UI" panose="020B0604030504040204" pitchFamily="50" charset="-128"/>
                <a:ea typeface="Meiryo UI" panose="020B0604030504040204" pitchFamily="50" charset="-128"/>
                <a:cs typeface="Meiryo UI" panose="020B0604030504040204" pitchFamily="50" charset="-128"/>
              </a:rPr>
              <a:t>, Travel:</a:t>
            </a:r>
            <a:r>
              <a:rPr lang="ja-JP" altLang="en-US" sz="1200">
                <a:latin typeface="Meiryo UI" panose="020B0604030504040204" pitchFamily="50" charset="-128"/>
                <a:ea typeface="Meiryo UI" panose="020B0604030504040204" pitchFamily="50" charset="-128"/>
                <a:cs typeface="Meiryo UI" panose="020B0604030504040204" pitchFamily="50" charset="-128"/>
              </a:rPr>
              <a:t>走行モード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Cruise mode	</a:t>
            </a:r>
            <a:r>
              <a:rPr lang="ja-JP" altLang="en-US" sz="1200">
                <a:latin typeface="Meiryo UI" panose="020B0604030504040204" pitchFamily="50" charset="-128"/>
                <a:ea typeface="Meiryo UI" panose="020B0604030504040204" pitchFamily="50" charset="-128"/>
                <a:cs typeface="Meiryo UI" panose="020B0604030504040204" pitchFamily="50" charset="-128"/>
              </a:rPr>
              <a:t>クルーズモードの</a:t>
            </a:r>
            <a:r>
              <a:rPr lang="en-US" altLang="ja-JP" sz="1200">
                <a:latin typeface="Meiryo UI" panose="020B0604030504040204" pitchFamily="50" charset="-128"/>
                <a:ea typeface="Meiryo UI" panose="020B0604030504040204" pitchFamily="50" charset="-128"/>
                <a:cs typeface="Meiryo UI" panose="020B0604030504040204" pitchFamily="50" charset="-128"/>
              </a:rPr>
              <a:t>ON/OFF</a:t>
            </a:r>
            <a:r>
              <a:rPr lang="ja-JP" altLang="en-US" sz="1200">
                <a:latin typeface="Meiryo UI" panose="020B0604030504040204" pitchFamily="50" charset="-128"/>
                <a:ea typeface="Meiryo UI" panose="020B0604030504040204" pitchFamily="50" charset="-128"/>
                <a:cs typeface="Meiryo UI" panose="020B0604030504040204" pitchFamily="50" charset="-128"/>
              </a:rPr>
              <a:t>状態を表示</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Parking brake	</a:t>
            </a:r>
            <a:r>
              <a:rPr lang="ja-JP" altLang="en-US" sz="1200">
                <a:latin typeface="Meiryo UI" panose="020B0604030504040204" pitchFamily="50" charset="-128"/>
                <a:ea typeface="Meiryo UI" panose="020B0604030504040204" pitchFamily="50" charset="-128"/>
                <a:cs typeface="Meiryo UI" panose="020B0604030504040204" pitchFamily="50" charset="-128"/>
              </a:rPr>
              <a:t>パーキングブレーキの</a:t>
            </a:r>
            <a:r>
              <a:rPr lang="en-US" altLang="ja-JP" sz="1200">
                <a:latin typeface="Meiryo UI" panose="020B0604030504040204" pitchFamily="50" charset="-128"/>
                <a:ea typeface="Meiryo UI" panose="020B0604030504040204" pitchFamily="50" charset="-128"/>
                <a:cs typeface="Meiryo UI" panose="020B0604030504040204" pitchFamily="50" charset="-128"/>
              </a:rPr>
              <a:t>ON/OFF</a:t>
            </a:r>
            <a:r>
              <a:rPr lang="ja-JP" altLang="en-US" sz="1200">
                <a:latin typeface="Meiryo UI" panose="020B0604030504040204" pitchFamily="50" charset="-128"/>
                <a:ea typeface="Meiryo UI" panose="020B0604030504040204" pitchFamily="50" charset="-128"/>
                <a:cs typeface="Meiryo UI" panose="020B0604030504040204" pitchFamily="50" charset="-128"/>
              </a:rPr>
              <a:t>状態を表示</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Air Compressor	</a:t>
            </a:r>
            <a:r>
              <a:rPr lang="ja-JP" altLang="en-US" sz="1200">
                <a:latin typeface="Meiryo UI" panose="020B0604030504040204" pitchFamily="50" charset="-128"/>
                <a:ea typeface="Meiryo UI" panose="020B0604030504040204" pitchFamily="50" charset="-128"/>
                <a:cs typeface="Meiryo UI" panose="020B0604030504040204" pitchFamily="50" charset="-128"/>
              </a:rPr>
              <a:t>エアーコンプレッサの</a:t>
            </a:r>
            <a:r>
              <a:rPr lang="en-US" altLang="ja-JP" sz="1200">
                <a:latin typeface="Meiryo UI" panose="020B0604030504040204" pitchFamily="50" charset="-128"/>
                <a:ea typeface="Meiryo UI" panose="020B0604030504040204" pitchFamily="50" charset="-128"/>
                <a:cs typeface="Meiryo UI" panose="020B0604030504040204" pitchFamily="50" charset="-128"/>
              </a:rPr>
              <a:t>ON/OFF</a:t>
            </a:r>
            <a:r>
              <a:rPr lang="ja-JP" altLang="en-US" sz="1200">
                <a:latin typeface="Meiryo UI" panose="020B0604030504040204" pitchFamily="50" charset="-128"/>
                <a:ea typeface="Meiryo UI" panose="020B0604030504040204" pitchFamily="50" charset="-128"/>
                <a:cs typeface="Meiryo UI" panose="020B0604030504040204" pitchFamily="50" charset="-128"/>
              </a:rPr>
              <a:t>状態を表示</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Front brake pressure</a:t>
            </a:r>
            <a:r>
              <a:rPr lang="en-US" altLang="ja-JP" sz="1200" i="1">
                <a:latin typeface="Meiryo UI" panose="020B0604030504040204" pitchFamily="50" charset="-128"/>
                <a:ea typeface="Meiryo UI" panose="020B0604030504040204" pitchFamily="50" charset="-128"/>
                <a:cs typeface="Meiryo UI" panose="020B0604030504040204" pitchFamily="50" charset="-128"/>
              </a:rPr>
              <a:t>	</a:t>
            </a:r>
            <a:r>
              <a:rPr lang="ja-JP" altLang="en-US" sz="1200" i="1">
                <a:latin typeface="Meiryo UI" panose="020B0604030504040204" pitchFamily="50" charset="-128"/>
                <a:ea typeface="Meiryo UI" panose="020B0604030504040204" pitchFamily="50" charset="-128"/>
                <a:cs typeface="Meiryo UI" panose="020B0604030504040204" pitchFamily="50" charset="-128"/>
              </a:rPr>
              <a:t>前輪ブレーキ圧力を表示</a:t>
            </a:r>
            <a:endParaRPr lang="en-US" altLang="ja-JP" sz="1200" i="1">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Rear brake pressure	</a:t>
            </a:r>
            <a:r>
              <a:rPr lang="ja-JP" altLang="en-US" sz="1200">
                <a:latin typeface="Meiryo UI" panose="020B0604030504040204" pitchFamily="50" charset="-128"/>
                <a:ea typeface="Meiryo UI" panose="020B0604030504040204" pitchFamily="50" charset="-128"/>
                <a:cs typeface="Meiryo UI" panose="020B0604030504040204" pitchFamily="50" charset="-128"/>
              </a:rPr>
              <a:t>後輪ブレーキ圧力を表示</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Accumulator pressure	</a:t>
            </a:r>
            <a:r>
              <a:rPr lang="ja-JP" altLang="en-US" sz="1200">
                <a:latin typeface="Meiryo UI" panose="020B0604030504040204" pitchFamily="50" charset="-128"/>
                <a:ea typeface="Meiryo UI" panose="020B0604030504040204" pitchFamily="50" charset="-128"/>
                <a:cs typeface="Meiryo UI" panose="020B0604030504040204" pitchFamily="50" charset="-128"/>
              </a:rPr>
              <a:t>ブレーキアキュームレータの圧力を表示</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Main valve pressure</a:t>
            </a:r>
            <a:r>
              <a:rPr lang="en-US" altLang="ja-JP" sz="1200" i="1">
                <a:latin typeface="Meiryo UI" panose="020B0604030504040204" pitchFamily="50" charset="-128"/>
                <a:ea typeface="Meiryo UI" panose="020B0604030504040204" pitchFamily="50" charset="-128"/>
                <a:cs typeface="Meiryo UI" panose="020B0604030504040204" pitchFamily="50" charset="-128"/>
              </a:rPr>
              <a:t>	</a:t>
            </a:r>
            <a:r>
              <a:rPr lang="ja-JP" altLang="en-US" sz="1200">
                <a:latin typeface="Meiryo UI" panose="020B0604030504040204" pitchFamily="50" charset="-128"/>
                <a:ea typeface="Meiryo UI" panose="020B0604030504040204" pitchFamily="50" charset="-128"/>
                <a:cs typeface="Meiryo UI" panose="020B0604030504040204" pitchFamily="50" charset="-128"/>
              </a:rPr>
              <a:t>メイン圧力を表示</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Sub</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valve pressure</a:t>
            </a:r>
            <a:r>
              <a:rPr lang="en-US" altLang="ja-JP" sz="1200" i="1">
                <a:latin typeface="Meiryo UI" panose="020B0604030504040204" pitchFamily="50" charset="-128"/>
                <a:ea typeface="Meiryo UI" panose="020B0604030504040204" pitchFamily="50" charset="-128"/>
                <a:cs typeface="Meiryo UI" panose="020B0604030504040204" pitchFamily="50" charset="-128"/>
              </a:rPr>
              <a:t>	</a:t>
            </a:r>
            <a:r>
              <a:rPr lang="ja-JP" altLang="en-US" sz="1200" i="1">
                <a:latin typeface="Meiryo UI" panose="020B0604030504040204" pitchFamily="50" charset="-128"/>
                <a:ea typeface="Meiryo UI" panose="020B0604030504040204" pitchFamily="50" charset="-128"/>
                <a:cs typeface="Meiryo UI" panose="020B0604030504040204" pitchFamily="50" charset="-128"/>
              </a:rPr>
              <a:t>サブバルブの圧力を表示</a:t>
            </a:r>
            <a:endParaRPr lang="en-US" altLang="ja-JP" sz="1200" i="1">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Lift</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alarm pressure	</a:t>
            </a:r>
            <a:r>
              <a:rPr lang="ja-JP" altLang="en-US" sz="1200">
                <a:latin typeface="Meiryo UI" panose="020B0604030504040204" pitchFamily="50" charset="-128"/>
                <a:ea typeface="Meiryo UI" panose="020B0604030504040204" pitchFamily="50" charset="-128"/>
                <a:cs typeface="Meiryo UI" panose="020B0604030504040204" pitchFamily="50" charset="-128"/>
              </a:rPr>
              <a:t>リフトアラームの圧力を表示</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sp>
        <p:nvSpPr>
          <p:cNvPr id="10" name="角丸四角形 9"/>
          <p:cNvSpPr/>
          <p:nvPr/>
        </p:nvSpPr>
        <p:spPr>
          <a:xfrm>
            <a:off x="5657587" y="834531"/>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028504" y="582434"/>
            <a:ext cx="1" cy="25209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5884504" y="294434"/>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spTree>
    <p:extLst>
      <p:ext uri="{BB962C8B-B14F-4D97-AF65-F5344CB8AC3E}">
        <p14:creationId xmlns:p14="http://schemas.microsoft.com/office/powerpoint/2010/main" val="34837469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3" name="図 12">
            <a:extLst>
              <a:ext uri="{FF2B5EF4-FFF2-40B4-BE49-F238E27FC236}">
                <a16:creationId xmlns:a16="http://schemas.microsoft.com/office/drawing/2014/main" id="{12141308-D0BB-F060-9CB8-6A4CA0DA8456}"/>
              </a:ext>
            </a:extLst>
          </p:cNvPr>
          <p:cNvPicPr>
            <a:picLocks noChangeAspect="1"/>
          </p:cNvPicPr>
          <p:nvPr/>
        </p:nvPicPr>
        <p:blipFill>
          <a:blip r:embed="rId2"/>
          <a:stretch>
            <a:fillRect/>
          </a:stretch>
        </p:blipFill>
        <p:spPr>
          <a:xfrm>
            <a:off x="348147" y="479425"/>
            <a:ext cx="6079389" cy="4214284"/>
          </a:xfrm>
          <a:prstGeom prst="rect">
            <a:avLst/>
          </a:prstGeom>
        </p:spPr>
      </p:pic>
      <p:sp>
        <p:nvSpPr>
          <p:cNvPr id="4" name="テキスト ボックス 3"/>
          <p:cNvSpPr txBox="1"/>
          <p:nvPr/>
        </p:nvSpPr>
        <p:spPr>
          <a:xfrm>
            <a:off x="312430" y="79315"/>
            <a:ext cx="2109873"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Input(Grip)</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sp>
        <p:nvSpPr>
          <p:cNvPr id="7" name="テキスト ボックス 6"/>
          <p:cNvSpPr txBox="1"/>
          <p:nvPr/>
        </p:nvSpPr>
        <p:spPr>
          <a:xfrm>
            <a:off x="6688138" y="479425"/>
            <a:ext cx="5408361" cy="615553"/>
          </a:xfrm>
          <a:prstGeom prst="rect">
            <a:avLst/>
          </a:prstGeom>
          <a:solidFill>
            <a:schemeClr val="bg1"/>
          </a:solidFill>
          <a:ln w="635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多機能グリップのボタン、スライドスイッチの状態を確認できます。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 Home:</a:t>
            </a:r>
            <a:r>
              <a:rPr lang="ja-JP" altLang="en-US" sz="1200">
                <a:latin typeface="Meiryo UI" panose="020B0604030504040204" pitchFamily="50" charset="-128"/>
                <a:ea typeface="Meiryo UI" panose="020B0604030504040204" pitchFamily="50" charset="-128"/>
                <a:cs typeface="Meiryo UI" panose="020B0604030504040204" pitchFamily="50" charset="-128"/>
              </a:rPr>
              <a:t> ホーム画面に移動します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sp>
        <p:nvSpPr>
          <p:cNvPr id="10" name="角丸四角形 9"/>
          <p:cNvSpPr/>
          <p:nvPr/>
        </p:nvSpPr>
        <p:spPr>
          <a:xfrm>
            <a:off x="5657587" y="834531"/>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028504" y="582434"/>
            <a:ext cx="1" cy="25209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5884504" y="294434"/>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sp>
        <p:nvSpPr>
          <p:cNvPr id="14" name="テキスト ボックス 13">
            <a:extLst>
              <a:ext uri="{FF2B5EF4-FFF2-40B4-BE49-F238E27FC236}">
                <a16:creationId xmlns:a16="http://schemas.microsoft.com/office/drawing/2014/main" id="{06B81B17-1917-B7C0-5A62-B70581909991}"/>
              </a:ext>
            </a:extLst>
          </p:cNvPr>
          <p:cNvSpPr txBox="1"/>
          <p:nvPr/>
        </p:nvSpPr>
        <p:spPr>
          <a:xfrm>
            <a:off x="0" y="-9676"/>
            <a:ext cx="995785" cy="253916"/>
          </a:xfrm>
          <a:prstGeom prst="rect">
            <a:avLst/>
          </a:prstGeom>
          <a:noFill/>
        </p:spPr>
        <p:txBody>
          <a:bodyPr wrap="none" rtlCol="0">
            <a:spAutoFit/>
          </a:bodyPr>
          <a:lstStyle/>
          <a:p>
            <a:r>
              <a:rPr kumimoji="1" lang="ja-JP" altLang="en-US" sz="1050">
                <a:solidFill>
                  <a:srgbClr val="FF0000"/>
                </a:solidFill>
              </a:rPr>
              <a:t>△</a:t>
            </a:r>
            <a:r>
              <a:rPr kumimoji="1" lang="en-US" altLang="ja-JP" sz="1050">
                <a:solidFill>
                  <a:srgbClr val="FF0000"/>
                </a:solidFill>
              </a:rPr>
              <a:t>09</a:t>
            </a:r>
            <a:r>
              <a:rPr kumimoji="1" lang="ja-JP" altLang="en-US" sz="1050">
                <a:solidFill>
                  <a:srgbClr val="FF0000"/>
                </a:solidFill>
              </a:rPr>
              <a:t>新規追加</a:t>
            </a:r>
          </a:p>
        </p:txBody>
      </p:sp>
    </p:spTree>
    <p:extLst>
      <p:ext uri="{BB962C8B-B14F-4D97-AF65-F5344CB8AC3E}">
        <p14:creationId xmlns:p14="http://schemas.microsoft.com/office/powerpoint/2010/main" val="2484062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5913" y="479425"/>
            <a:ext cx="6071429" cy="4500000"/>
          </a:xfrm>
          <a:prstGeom prst="rect">
            <a:avLst/>
          </a:prstGeom>
        </p:spPr>
      </p:pic>
      <p:sp>
        <p:nvSpPr>
          <p:cNvPr id="4" name="テキスト ボックス 3"/>
          <p:cNvSpPr txBox="1"/>
          <p:nvPr/>
        </p:nvSpPr>
        <p:spPr>
          <a:xfrm>
            <a:off x="312430" y="79315"/>
            <a:ext cx="2582758"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Engine</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Status1</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sp>
        <p:nvSpPr>
          <p:cNvPr id="10" name="角丸四角形 9"/>
          <p:cNvSpPr/>
          <p:nvPr/>
        </p:nvSpPr>
        <p:spPr>
          <a:xfrm>
            <a:off x="5667669"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028504" y="582434"/>
            <a:ext cx="10083" cy="24190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5884504" y="294434"/>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sp>
        <p:nvSpPr>
          <p:cNvPr id="14" name="テキスト ボックス 13"/>
          <p:cNvSpPr txBox="1"/>
          <p:nvPr/>
        </p:nvSpPr>
        <p:spPr>
          <a:xfrm>
            <a:off x="6688138" y="479425"/>
            <a:ext cx="5570279" cy="6971139"/>
          </a:xfrm>
          <a:prstGeom prst="rect">
            <a:avLst/>
          </a:prstGeom>
          <a:solidFill>
            <a:schemeClr val="bg1"/>
          </a:solidFill>
          <a:ln w="1270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エンジンの状態と</a:t>
            </a:r>
            <a:r>
              <a:rPr lang="en-US" altLang="ja-JP" sz="1200">
                <a:latin typeface="Meiryo UI" panose="020B0604030504040204" pitchFamily="50" charset="-128"/>
                <a:ea typeface="Meiryo UI" panose="020B0604030504040204" pitchFamily="50" charset="-128"/>
                <a:cs typeface="Meiryo UI" panose="020B0604030504040204" pitchFamily="50" charset="-128"/>
              </a:rPr>
              <a:t>DOC SCR</a:t>
            </a:r>
            <a:r>
              <a:rPr lang="ja-JP" altLang="en-US" sz="1200">
                <a:latin typeface="Meiryo UI" panose="020B0604030504040204" pitchFamily="50" charset="-128"/>
                <a:ea typeface="Meiryo UI" panose="020B0604030504040204" pitchFamily="50" charset="-128"/>
                <a:cs typeface="Meiryo UI" panose="020B0604030504040204" pitchFamily="50" charset="-128"/>
              </a:rPr>
              <a:t>システムの状態を確認できます。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6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Home:</a:t>
            </a:r>
            <a:r>
              <a:rPr lang="ja-JP" altLang="en-US" sz="1200">
                <a:latin typeface="Meiryo UI" panose="020B0604030504040204" pitchFamily="50" charset="-128"/>
                <a:ea typeface="Meiryo UI" panose="020B0604030504040204" pitchFamily="50" charset="-128"/>
                <a:cs typeface="Meiryo UI" panose="020B0604030504040204" pitchFamily="50" charset="-128"/>
              </a:rPr>
              <a:t> ホーム画面に移動します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6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Engine</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status</a:t>
            </a:r>
          </a:p>
          <a:p>
            <a:pPr marL="180000" defTabSz="1257300">
              <a:tabLst>
                <a:tab pos="24193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Engine on	:</a:t>
            </a:r>
            <a:r>
              <a:rPr lang="ja-JP" altLang="en-US" sz="1200">
                <a:latin typeface="Meiryo UI" panose="020B0604030504040204" pitchFamily="50" charset="-128"/>
                <a:ea typeface="Meiryo UI" panose="020B0604030504040204" pitchFamily="50" charset="-128"/>
                <a:cs typeface="Meiryo UI" panose="020B0604030504040204" pitchFamily="50" charset="-128"/>
              </a:rPr>
              <a:t>エンジンの</a:t>
            </a:r>
            <a:r>
              <a:rPr lang="en-US" altLang="ja-JP" sz="1200">
                <a:latin typeface="Meiryo UI" panose="020B0604030504040204" pitchFamily="50" charset="-128"/>
                <a:ea typeface="Meiryo UI" panose="020B0604030504040204" pitchFamily="50" charset="-128"/>
                <a:cs typeface="Meiryo UI" panose="020B0604030504040204" pitchFamily="50" charset="-128"/>
              </a:rPr>
              <a:t>On/Off</a:t>
            </a:r>
          </a:p>
          <a:p>
            <a:pPr marL="180000" defTabSz="1257300">
              <a:tabLst>
                <a:tab pos="24193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Battery charge	:</a:t>
            </a:r>
            <a:r>
              <a:rPr lang="ja-JP" altLang="en-US" sz="1200">
                <a:latin typeface="Meiryo UI" panose="020B0604030504040204" pitchFamily="50" charset="-128"/>
                <a:ea typeface="Meiryo UI" panose="020B0604030504040204" pitchFamily="50" charset="-128"/>
                <a:cs typeface="Meiryo UI" panose="020B0604030504040204" pitchFamily="50" charset="-128"/>
              </a:rPr>
              <a:t>バッテリーに充電されているか</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defTabSz="1257300">
              <a:tabLst>
                <a:tab pos="24193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Glow lamp	:</a:t>
            </a:r>
            <a:r>
              <a:rPr lang="ja-JP" altLang="en-US" sz="1200">
                <a:latin typeface="Meiryo UI" panose="020B0604030504040204" pitchFamily="50" charset="-128"/>
                <a:ea typeface="Meiryo UI" panose="020B0604030504040204" pitchFamily="50" charset="-128"/>
                <a:cs typeface="Meiryo UI" panose="020B0604030504040204" pitchFamily="50" charset="-128"/>
              </a:rPr>
              <a:t>グローランプ</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defTabSz="1257300">
              <a:tabLst>
                <a:tab pos="24193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Requested engine speed	:</a:t>
            </a:r>
            <a:r>
              <a:rPr lang="ja-JP" altLang="en-US" sz="1200">
                <a:latin typeface="Meiryo UI" panose="020B0604030504040204" pitchFamily="50" charset="-128"/>
                <a:ea typeface="Meiryo UI" panose="020B0604030504040204" pitchFamily="50" charset="-128"/>
                <a:cs typeface="Meiryo UI" panose="020B0604030504040204" pitchFamily="50" charset="-128"/>
              </a:rPr>
              <a:t>エンジン回転指示値</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defTabSz="1257300">
              <a:tabLst>
                <a:tab pos="24193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Actual engine speed	:</a:t>
            </a:r>
            <a:r>
              <a:rPr lang="ja-JP" altLang="en-US" sz="1200">
                <a:latin typeface="Meiryo UI" panose="020B0604030504040204" pitchFamily="50" charset="-128"/>
                <a:ea typeface="Meiryo UI" panose="020B0604030504040204" pitchFamily="50" charset="-128"/>
                <a:cs typeface="Meiryo UI" panose="020B0604030504040204" pitchFamily="50" charset="-128"/>
              </a:rPr>
              <a:t>エンジン実回転数</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defTabSz="1257300">
              <a:tabLst>
                <a:tab pos="24193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Actual engine torque	:</a:t>
            </a:r>
            <a:r>
              <a:rPr lang="ja-JP" altLang="en-US" sz="1200">
                <a:latin typeface="Meiryo UI" panose="020B0604030504040204" pitchFamily="50" charset="-128"/>
                <a:ea typeface="Meiryo UI" panose="020B0604030504040204" pitchFamily="50" charset="-128"/>
                <a:cs typeface="Meiryo UI" panose="020B0604030504040204" pitchFamily="50" charset="-128"/>
              </a:rPr>
              <a:t>エンジン実トルク</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defTabSz="1257300">
              <a:tabLst>
                <a:tab pos="24193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Coolant temperature	:</a:t>
            </a:r>
            <a:r>
              <a:rPr lang="ja-JP" altLang="en-US" sz="1200">
                <a:latin typeface="Meiryo UI" panose="020B0604030504040204" pitchFamily="50" charset="-128"/>
                <a:ea typeface="Meiryo UI" panose="020B0604030504040204" pitchFamily="50" charset="-128"/>
                <a:cs typeface="Meiryo UI" panose="020B0604030504040204" pitchFamily="50" charset="-128"/>
              </a:rPr>
              <a:t>冷却水温度</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defTabSz="1257300">
              <a:tabLst>
                <a:tab pos="24193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Coolant level	:</a:t>
            </a:r>
            <a:r>
              <a:rPr lang="ja-JP" altLang="en-US" sz="1200">
                <a:latin typeface="Meiryo UI" panose="020B0604030504040204" pitchFamily="50" charset="-128"/>
                <a:ea typeface="Meiryo UI" panose="020B0604030504040204" pitchFamily="50" charset="-128"/>
                <a:cs typeface="Meiryo UI" panose="020B0604030504040204" pitchFamily="50" charset="-128"/>
              </a:rPr>
              <a:t>冷却水残量</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defTabSz="1257300">
              <a:tabLst>
                <a:tab pos="24193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Engine oil pressure	:</a:t>
            </a:r>
            <a:r>
              <a:rPr lang="ja-JP" altLang="en-US" sz="1200">
                <a:latin typeface="Meiryo UI" panose="020B0604030504040204" pitchFamily="50" charset="-128"/>
                <a:ea typeface="Meiryo UI" panose="020B0604030504040204" pitchFamily="50" charset="-128"/>
                <a:cs typeface="Meiryo UI" panose="020B0604030504040204" pitchFamily="50" charset="-128"/>
              </a:rPr>
              <a:t>エンジンオイル圧力</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defTabSz="1257300">
              <a:tabLst>
                <a:tab pos="24193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Engine fuel rate	:</a:t>
            </a:r>
            <a:r>
              <a:rPr lang="ja-JP" altLang="en-US" sz="1200">
                <a:latin typeface="Meiryo UI" panose="020B0604030504040204" pitchFamily="50" charset="-128"/>
                <a:ea typeface="Meiryo UI" panose="020B0604030504040204" pitchFamily="50" charset="-128"/>
                <a:cs typeface="Meiryo UI" panose="020B0604030504040204" pitchFamily="50" charset="-128"/>
              </a:rPr>
              <a:t>燃料消費率</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defTabSz="1257300">
              <a:tabLst>
                <a:tab pos="24193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Barometric pressure	:</a:t>
            </a:r>
            <a:r>
              <a:rPr lang="ja-JP" altLang="en-US" sz="1200">
                <a:latin typeface="Meiryo UI" panose="020B0604030504040204" pitchFamily="50" charset="-128"/>
                <a:ea typeface="Meiryo UI" panose="020B0604030504040204" pitchFamily="50" charset="-128"/>
                <a:cs typeface="Meiryo UI" panose="020B0604030504040204" pitchFamily="50" charset="-128"/>
              </a:rPr>
              <a:t>大気圧</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defTabSz="1257300">
              <a:tabLst>
                <a:tab pos="24193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Ambient air temperature	:</a:t>
            </a:r>
            <a:r>
              <a:rPr lang="ja-JP" altLang="en-US" sz="1200">
                <a:latin typeface="Meiryo UI" panose="020B0604030504040204" pitchFamily="50" charset="-128"/>
                <a:ea typeface="Meiryo UI" panose="020B0604030504040204" pitchFamily="50" charset="-128"/>
                <a:cs typeface="Meiryo UI" panose="020B0604030504040204" pitchFamily="50" charset="-128"/>
              </a:rPr>
              <a:t>新気温度</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defTabSz="1257300">
              <a:tabLst>
                <a:tab pos="24193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Air filter differential pressure	:</a:t>
            </a:r>
            <a:r>
              <a:rPr lang="ja-JP" altLang="en-US" sz="1200">
                <a:latin typeface="Meiryo UI" panose="020B0604030504040204" pitchFamily="50" charset="-128"/>
                <a:ea typeface="Meiryo UI" panose="020B0604030504040204" pitchFamily="50" charset="-128"/>
                <a:cs typeface="Meiryo UI" panose="020B0604030504040204" pitchFamily="50" charset="-128"/>
              </a:rPr>
              <a:t>吸気差圧</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defTabSz="1257300">
              <a:tabLst>
                <a:tab pos="24193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Boost pressure	:</a:t>
            </a:r>
            <a:r>
              <a:rPr lang="ja-JP" altLang="en-US" sz="1200">
                <a:latin typeface="Meiryo UI" panose="020B0604030504040204" pitchFamily="50" charset="-128"/>
                <a:ea typeface="Meiryo UI" panose="020B0604030504040204" pitchFamily="50" charset="-128"/>
                <a:cs typeface="Meiryo UI" panose="020B0604030504040204" pitchFamily="50" charset="-128"/>
              </a:rPr>
              <a:t>ブースト圧</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defTabSz="1257300">
              <a:tabLst>
                <a:tab pos="24193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Boost temperature	:</a:t>
            </a:r>
            <a:r>
              <a:rPr lang="ja-JP" altLang="en-US" sz="1200">
                <a:latin typeface="Meiryo UI" panose="020B0604030504040204" pitchFamily="50" charset="-128"/>
                <a:ea typeface="Meiryo UI" panose="020B0604030504040204" pitchFamily="50" charset="-128"/>
                <a:cs typeface="Meiryo UI" panose="020B0604030504040204" pitchFamily="50" charset="-128"/>
              </a:rPr>
              <a:t>ブースト温度</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defTabSz="1257300">
              <a:tabLst>
                <a:tab pos="24193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Fuel delivery pressure	:</a:t>
            </a:r>
            <a:r>
              <a:rPr lang="ja-JP" altLang="en-US" sz="1200">
                <a:latin typeface="Meiryo UI" panose="020B0604030504040204" pitchFamily="50" charset="-128"/>
                <a:ea typeface="Meiryo UI" panose="020B0604030504040204" pitchFamily="50" charset="-128"/>
                <a:cs typeface="Meiryo UI" panose="020B0604030504040204" pitchFamily="50" charset="-128"/>
              </a:rPr>
              <a:t>燃料供給圧</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defTabSz="1257300">
              <a:tabLst>
                <a:tab pos="24193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Common-rail pressure	:</a:t>
            </a:r>
            <a:r>
              <a:rPr lang="ja-JP" altLang="en-US" sz="1200">
                <a:latin typeface="Meiryo UI" panose="020B0604030504040204" pitchFamily="50" charset="-128"/>
                <a:ea typeface="Meiryo UI" panose="020B0604030504040204" pitchFamily="50" charset="-128"/>
                <a:cs typeface="Meiryo UI" panose="020B0604030504040204" pitchFamily="50" charset="-128"/>
              </a:rPr>
              <a:t>コモンレール圧</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defTabSz="1257300">
              <a:tabLst>
                <a:tab pos="24193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Exhaust gas mass flow	:</a:t>
            </a:r>
            <a:r>
              <a:rPr lang="ja-JP" altLang="en-US" sz="1200">
                <a:latin typeface="Meiryo UI" panose="020B0604030504040204" pitchFamily="50" charset="-128"/>
                <a:ea typeface="Meiryo UI" panose="020B0604030504040204" pitchFamily="50" charset="-128"/>
                <a:cs typeface="Meiryo UI" panose="020B0604030504040204" pitchFamily="50" charset="-128"/>
              </a:rPr>
              <a:t>排気ガス量</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6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EAT status</a:t>
            </a: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DPF differential pressure	:DPF</a:t>
            </a:r>
            <a:r>
              <a:rPr lang="ja-JP" altLang="en-US" sz="1200">
                <a:latin typeface="Meiryo UI" panose="020B0604030504040204" pitchFamily="50" charset="-128"/>
                <a:ea typeface="Meiryo UI" panose="020B0604030504040204" pitchFamily="50" charset="-128"/>
                <a:cs typeface="Meiryo UI" panose="020B0604030504040204" pitchFamily="50" charset="-128"/>
              </a:rPr>
              <a:t>排気差圧</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DOC intake gas temperature	:DOC</a:t>
            </a:r>
            <a:r>
              <a:rPr lang="ja-JP" altLang="en-US" sz="1200">
                <a:latin typeface="Meiryo UI" panose="020B0604030504040204" pitchFamily="50" charset="-128"/>
                <a:ea typeface="Meiryo UI" panose="020B0604030504040204" pitchFamily="50" charset="-128"/>
                <a:cs typeface="Meiryo UI" panose="020B0604030504040204" pitchFamily="50" charset="-128"/>
              </a:rPr>
              <a:t>入口温度</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DOC outlet gas temperature	:DOC</a:t>
            </a:r>
            <a:r>
              <a:rPr lang="ja-JP" altLang="en-US" sz="1200">
                <a:latin typeface="Meiryo UI" panose="020B0604030504040204" pitchFamily="50" charset="-128"/>
                <a:ea typeface="Meiryo UI" panose="020B0604030504040204" pitchFamily="50" charset="-128"/>
                <a:cs typeface="Meiryo UI" panose="020B0604030504040204" pitchFamily="50" charset="-128"/>
              </a:rPr>
              <a:t>出口温度</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SCR intake gas temperature	:SCR</a:t>
            </a:r>
            <a:r>
              <a:rPr lang="ja-JP" altLang="en-US" sz="1200">
                <a:latin typeface="Meiryo UI" panose="020B0604030504040204" pitchFamily="50" charset="-128"/>
                <a:ea typeface="Meiryo UI" panose="020B0604030504040204" pitchFamily="50" charset="-128"/>
                <a:cs typeface="Meiryo UI" panose="020B0604030504040204" pitchFamily="50" charset="-128"/>
              </a:rPr>
              <a:t>入口温度</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DPF soot load percent	:PM</a:t>
            </a:r>
            <a:r>
              <a:rPr lang="ja-JP" altLang="en-US" sz="1200">
                <a:latin typeface="Meiryo UI" panose="020B0604030504040204" pitchFamily="50" charset="-128"/>
                <a:ea typeface="Meiryo UI" panose="020B0604030504040204" pitchFamily="50" charset="-128"/>
                <a:cs typeface="Meiryo UI" panose="020B0604030504040204" pitchFamily="50" charset="-128"/>
              </a:rPr>
              <a:t>堆積量</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DPF ash load percent	:</a:t>
            </a:r>
            <a:r>
              <a:rPr lang="ja-JP" altLang="en-US" sz="1200">
                <a:latin typeface="Meiryo UI" panose="020B0604030504040204" pitchFamily="50" charset="-128"/>
                <a:ea typeface="Meiryo UI" panose="020B0604030504040204" pitchFamily="50" charset="-128"/>
                <a:cs typeface="Meiryo UI" panose="020B0604030504040204" pitchFamily="50" charset="-128"/>
              </a:rPr>
              <a:t>灰堆積量</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DEF actual quantity	:DEF</a:t>
            </a:r>
            <a:r>
              <a:rPr lang="ja-JP" altLang="en-US" sz="1200">
                <a:latin typeface="Meiryo UI" panose="020B0604030504040204" pitchFamily="50" charset="-128"/>
                <a:ea typeface="Meiryo UI" panose="020B0604030504040204" pitchFamily="50" charset="-128"/>
                <a:cs typeface="Meiryo UI" panose="020B0604030504040204" pitchFamily="50" charset="-128"/>
              </a:rPr>
              <a:t>実投下量</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DEF absolute pressure	:DEF</a:t>
            </a:r>
            <a:r>
              <a:rPr lang="ja-JP" altLang="en-US" sz="1200">
                <a:latin typeface="Meiryo UI" panose="020B0604030504040204" pitchFamily="50" charset="-128"/>
                <a:ea typeface="Meiryo UI" panose="020B0604030504040204" pitchFamily="50" charset="-128"/>
                <a:cs typeface="Meiryo UI" panose="020B0604030504040204" pitchFamily="50" charset="-128"/>
              </a:rPr>
              <a:t>噴射圧</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Restriction level by DEF tank level	:</a:t>
            </a:r>
            <a:r>
              <a:rPr lang="ja-JP" altLang="en-US" sz="1200">
                <a:latin typeface="Meiryo UI" panose="020B0604030504040204" pitchFamily="50" charset="-128"/>
                <a:ea typeface="Meiryo UI" panose="020B0604030504040204" pitchFamily="50" charset="-128"/>
                <a:cs typeface="Meiryo UI" panose="020B0604030504040204" pitchFamily="50" charset="-128"/>
              </a:rPr>
              <a:t>尿素残量による制限レベル</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Restriction level by DEF quality	:</a:t>
            </a:r>
            <a:r>
              <a:rPr lang="ja-JP" altLang="en-US" sz="1200">
                <a:latin typeface="Meiryo UI" panose="020B0604030504040204" pitchFamily="50" charset="-128"/>
                <a:ea typeface="Meiryo UI" panose="020B0604030504040204" pitchFamily="50" charset="-128"/>
                <a:cs typeface="Meiryo UI" panose="020B0604030504040204" pitchFamily="50" charset="-128"/>
              </a:rPr>
              <a:t>尿素品質による制限レベル</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Restriction level by anti tamper	:SCR</a:t>
            </a:r>
            <a:r>
              <a:rPr lang="ja-JP" altLang="en-US" sz="1200">
                <a:latin typeface="Meiryo UI" panose="020B0604030504040204" pitchFamily="50" charset="-128"/>
                <a:ea typeface="Meiryo UI" panose="020B0604030504040204" pitchFamily="50" charset="-128"/>
                <a:cs typeface="Meiryo UI" panose="020B0604030504040204" pitchFamily="50" charset="-128"/>
              </a:rPr>
              <a:t>システム異常による制限レベル</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Restriction level by incorrect DEF	:</a:t>
            </a:r>
            <a:r>
              <a:rPr lang="ja-JP" altLang="en-US" sz="1200">
                <a:latin typeface="Meiryo UI" panose="020B0604030504040204" pitchFamily="50" charset="-128"/>
                <a:ea typeface="Meiryo UI" panose="020B0604030504040204" pitchFamily="50" charset="-128"/>
                <a:cs typeface="Meiryo UI" panose="020B0604030504040204" pitchFamily="50" charset="-128"/>
              </a:rPr>
              <a:t>誤った</a:t>
            </a:r>
            <a:r>
              <a:rPr lang="en-US" altLang="ja-JP" sz="1200">
                <a:latin typeface="Meiryo UI" panose="020B0604030504040204" pitchFamily="50" charset="-128"/>
                <a:ea typeface="Meiryo UI" panose="020B0604030504040204" pitchFamily="50" charset="-128"/>
                <a:cs typeface="Meiryo UI" panose="020B0604030504040204" pitchFamily="50" charset="-128"/>
              </a:rPr>
              <a:t>DEF</a:t>
            </a:r>
            <a:r>
              <a:rPr lang="ja-JP" altLang="en-US" sz="1200">
                <a:latin typeface="Meiryo UI" panose="020B0604030504040204" pitchFamily="50" charset="-128"/>
                <a:ea typeface="Meiryo UI" panose="020B0604030504040204" pitchFamily="50" charset="-128"/>
                <a:cs typeface="Meiryo UI" panose="020B0604030504040204" pitchFamily="50" charset="-128"/>
              </a:rPr>
              <a:t>による制限レベル</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SCR operator inducement severity	:SCR</a:t>
            </a:r>
            <a:r>
              <a:rPr lang="ja-JP" altLang="en-US" sz="1200">
                <a:latin typeface="Meiryo UI" panose="020B0604030504040204" pitchFamily="50" charset="-128"/>
                <a:ea typeface="Meiryo UI" panose="020B0604030504040204" pitchFamily="50" charset="-128"/>
                <a:cs typeface="Meiryo UI" panose="020B0604030504040204" pitchFamily="50" charset="-128"/>
              </a:rPr>
              <a:t>警告の重症度レベル（</a:t>
            </a:r>
            <a:r>
              <a:rPr lang="en-US" altLang="ja-JP" sz="1200">
                <a:latin typeface="Meiryo UI" panose="020B0604030504040204" pitchFamily="50" charset="-128"/>
                <a:ea typeface="Meiryo UI" panose="020B0604030504040204" pitchFamily="50" charset="-128"/>
                <a:cs typeface="Meiryo UI" panose="020B0604030504040204" pitchFamily="50" charset="-128"/>
              </a:rPr>
              <a:t>0-6)</a:t>
            </a: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DEF tank level	:</a:t>
            </a:r>
            <a:r>
              <a:rPr lang="ja-JP" altLang="en-US" sz="1200">
                <a:latin typeface="Meiryo UI" panose="020B0604030504040204" pitchFamily="50" charset="-128"/>
                <a:ea typeface="Meiryo UI" panose="020B0604030504040204" pitchFamily="50" charset="-128"/>
                <a:cs typeface="Meiryo UI" panose="020B0604030504040204" pitchFamily="50" charset="-128"/>
              </a:rPr>
              <a:t>尿素残量</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2999652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5913" y="479425"/>
            <a:ext cx="6071428" cy="4500000"/>
          </a:xfrm>
          <a:prstGeom prst="rect">
            <a:avLst/>
          </a:prstGeom>
        </p:spPr>
      </p:pic>
      <p:sp>
        <p:nvSpPr>
          <p:cNvPr id="4" name="テキスト ボックス 3"/>
          <p:cNvSpPr txBox="1"/>
          <p:nvPr/>
        </p:nvSpPr>
        <p:spPr>
          <a:xfrm>
            <a:off x="312430" y="79315"/>
            <a:ext cx="2680542"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Engine</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Status2</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sp>
        <p:nvSpPr>
          <p:cNvPr id="10" name="角丸四角形 9"/>
          <p:cNvSpPr/>
          <p:nvPr/>
        </p:nvSpPr>
        <p:spPr>
          <a:xfrm>
            <a:off x="5667669"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028504" y="582434"/>
            <a:ext cx="10083" cy="24190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5884504" y="294434"/>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sp>
        <p:nvSpPr>
          <p:cNvPr id="14" name="テキスト ボックス 13"/>
          <p:cNvSpPr txBox="1"/>
          <p:nvPr/>
        </p:nvSpPr>
        <p:spPr>
          <a:xfrm>
            <a:off x="6553504" y="479425"/>
            <a:ext cx="6071428" cy="7078861"/>
          </a:xfrm>
          <a:prstGeom prst="rect">
            <a:avLst/>
          </a:prstGeom>
          <a:solidFill>
            <a:schemeClr val="bg1"/>
          </a:solidFill>
          <a:ln w="1270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エンジンの状態を確認できます。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6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Home:</a:t>
            </a:r>
            <a:r>
              <a:rPr lang="ja-JP" altLang="en-US" sz="1200">
                <a:latin typeface="Meiryo UI" panose="020B0604030504040204" pitchFamily="50" charset="-128"/>
                <a:ea typeface="Meiryo UI" panose="020B0604030504040204" pitchFamily="50" charset="-128"/>
                <a:cs typeface="Meiryo UI" panose="020B0604030504040204" pitchFamily="50" charset="-128"/>
              </a:rPr>
              <a:t> ホーム画面に移動します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6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Engine</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switch status</a:t>
            </a:r>
          </a:p>
          <a:p>
            <a:pPr marL="180000" defTabSz="1257300">
              <a:tabLst>
                <a:tab pos="24193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Engine start mode</a:t>
            </a:r>
          </a:p>
          <a:p>
            <a:pPr marL="531813" defTabSz="1257300">
              <a:tabLst>
                <a:tab pos="2419350"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0: start not requested</a:t>
            </a:r>
          </a:p>
          <a:p>
            <a:pPr marL="531813" defTabSz="1257300">
              <a:tabLst>
                <a:tab pos="2419350"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2: starter active, gear engaged</a:t>
            </a:r>
          </a:p>
          <a:p>
            <a:pPr marL="531813" defTabSz="1257300">
              <a:tabLst>
                <a:tab pos="2419350"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3: start finished</a:t>
            </a:r>
          </a:p>
          <a:p>
            <a:pPr marL="531813" defTabSz="1257300">
              <a:tabLst>
                <a:tab pos="2419350"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4: starter inhibited due to engine already running</a:t>
            </a:r>
          </a:p>
          <a:p>
            <a:pPr marL="531813" defTabSz="1257300">
              <a:tabLst>
                <a:tab pos="2419350"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6: starter inhibited due to driveline engaged or other transmission inhibit</a:t>
            </a:r>
          </a:p>
          <a:p>
            <a:pPr marL="531813" defTabSz="1257300">
              <a:tabLst>
                <a:tab pos="2419350"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7: starter inhibited due to active immobilizer (not used in Deutz Standard)</a:t>
            </a:r>
          </a:p>
          <a:p>
            <a:pPr marL="531813" defTabSz="1257300">
              <a:tabLst>
                <a:tab pos="2419350"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12: starter inhibited - reason unknown</a:t>
            </a:r>
          </a:p>
          <a:p>
            <a:pPr marL="531813" defTabSz="1257300">
              <a:tabLst>
                <a:tab pos="2419350"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14: error</a:t>
            </a:r>
          </a:p>
          <a:p>
            <a:pPr marL="531813" defTabSz="1257300">
              <a:tabLst>
                <a:tab pos="2419350"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15: not available</a:t>
            </a:r>
          </a:p>
          <a:p>
            <a:pPr marL="180000" defTabSz="1257300">
              <a:tabLst>
                <a:tab pos="24193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Neutral switch</a:t>
            </a:r>
          </a:p>
          <a:p>
            <a:pPr marL="180000" defTabSz="1257300">
              <a:tabLst>
                <a:tab pos="24193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Torque</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mode</a:t>
            </a:r>
          </a:p>
          <a:p>
            <a:pPr marL="531813" defTabSz="1257300">
              <a:tabLst>
                <a:tab pos="531813" algn="l"/>
                <a:tab pos="2419350"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0: Low idle governor/no request (default mode)</a:t>
            </a:r>
          </a:p>
          <a:p>
            <a:pPr marL="531813" defTabSz="1257300">
              <a:tabLst>
                <a:tab pos="531813" algn="l"/>
                <a:tab pos="2419350"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1: Accelerator pedal</a:t>
            </a:r>
          </a:p>
          <a:p>
            <a:pPr marL="531813" defTabSz="1257300">
              <a:tabLst>
                <a:tab pos="531813" algn="l"/>
                <a:tab pos="2419350"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6: Transmission control (TSC1 Torque Intervention)</a:t>
            </a:r>
          </a:p>
          <a:p>
            <a:pPr marL="531813" defTabSz="1257300">
              <a:tabLst>
                <a:tab pos="531813" algn="l"/>
                <a:tab pos="2419350"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8: Torque limiting (TSC1TE Limitation)</a:t>
            </a:r>
          </a:p>
          <a:p>
            <a:pPr marL="531813" defTabSz="1257300">
              <a:tabLst>
                <a:tab pos="531813" algn="l"/>
                <a:tab pos="2419350"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9: High speed governor (TSC1TE Speed Intervention)</a:t>
            </a:r>
          </a:p>
          <a:p>
            <a:pPr marL="531813" defTabSz="1257300">
              <a:tabLst>
                <a:tab pos="531813" algn="l"/>
                <a:tab pos="2419350"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12: Fuel Cut/Overspeed</a:t>
            </a:r>
          </a:p>
          <a:p>
            <a:pPr marL="180000" defTabSz="1257300">
              <a:tabLst>
                <a:tab pos="24193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Shut</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down</a:t>
            </a:r>
          </a:p>
          <a:p>
            <a:pPr marL="531813" defTabSz="1257300">
              <a:tabLst>
                <a:tab pos="531813" algn="l"/>
                <a:tab pos="2419350"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0: No request</a:t>
            </a:r>
          </a:p>
          <a:p>
            <a:pPr marL="531813" defTabSz="1257300">
              <a:tabLst>
                <a:tab pos="531813" algn="l"/>
                <a:tab pos="2419350"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1: Shutdown timer override</a:t>
            </a:r>
          </a:p>
          <a:p>
            <a:pPr marL="180000" defTabSz="1257300">
              <a:tabLst>
                <a:tab pos="24193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Engine</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protection phase</a:t>
            </a:r>
          </a:p>
          <a:p>
            <a:pPr marL="531813" defTabSz="1257300">
              <a:tabLst>
                <a:tab pos="2419350"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0: No protection</a:t>
            </a:r>
          </a:p>
          <a:p>
            <a:pPr marL="531813" defTabSz="1257300">
              <a:tabLst>
                <a:tab pos="2419350"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3: Warning Active</a:t>
            </a:r>
          </a:p>
          <a:p>
            <a:pPr marL="531813" defTabSz="1257300">
              <a:tabLst>
                <a:tab pos="2419350"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4: Power Reduction Active</a:t>
            </a:r>
          </a:p>
          <a:p>
            <a:pPr marL="531813" defTabSz="1257300">
              <a:tabLst>
                <a:tab pos="2419350"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10: Automatic Shutdown is triggered</a:t>
            </a:r>
          </a:p>
          <a:p>
            <a:pPr marL="531813" defTabSz="1257300">
              <a:tabLst>
                <a:tab pos="2419350"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11: Automatic Shutdown is deactivated by Engine Override Switch</a:t>
            </a:r>
          </a:p>
          <a:p>
            <a:pPr marL="180000" defTabSz="1257300">
              <a:tabLst>
                <a:tab pos="24193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Override</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switch</a:t>
            </a:r>
          </a:p>
          <a:p>
            <a:pPr marL="180000" defTabSz="1257300">
              <a:tabLst>
                <a:tab pos="24193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Droop</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switch</a:t>
            </a:r>
          </a:p>
          <a:p>
            <a:pPr marL="180000" defTabSz="1257300">
              <a:tabLst>
                <a:tab pos="24193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Water</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separator</a:t>
            </a:r>
          </a:p>
          <a:p>
            <a:pPr marL="180000" defTabSz="1257300">
              <a:tabLst>
                <a:tab pos="24193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Engine</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brake</a:t>
            </a:r>
          </a:p>
          <a:p>
            <a:pPr marL="180000" defTabSz="1257300">
              <a:tabLst>
                <a:tab pos="24193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Stop</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switch</a:t>
            </a:r>
          </a:p>
        </p:txBody>
      </p:sp>
      <p:sp>
        <p:nvSpPr>
          <p:cNvPr id="3" name="テキスト ボックス 2">
            <a:extLst>
              <a:ext uri="{FF2B5EF4-FFF2-40B4-BE49-F238E27FC236}">
                <a16:creationId xmlns:a16="http://schemas.microsoft.com/office/drawing/2014/main" id="{EB420F8D-A344-FA24-767D-9340F7267BEF}"/>
              </a:ext>
            </a:extLst>
          </p:cNvPr>
          <p:cNvSpPr txBox="1"/>
          <p:nvPr/>
        </p:nvSpPr>
        <p:spPr>
          <a:xfrm>
            <a:off x="6665975" y="225509"/>
            <a:ext cx="1026243" cy="253916"/>
          </a:xfrm>
          <a:prstGeom prst="rect">
            <a:avLst/>
          </a:prstGeom>
          <a:noFill/>
        </p:spPr>
        <p:txBody>
          <a:bodyPr wrap="none" rtlCol="0">
            <a:spAutoFit/>
          </a:bodyPr>
          <a:lstStyle/>
          <a:p>
            <a:r>
              <a:rPr kumimoji="1" lang="ja-JP" altLang="en-US" sz="1050">
                <a:solidFill>
                  <a:srgbClr val="FF0000"/>
                </a:solidFill>
              </a:rPr>
              <a:t>△</a:t>
            </a:r>
            <a:r>
              <a:rPr kumimoji="1" lang="en-US" altLang="ja-JP" sz="1050">
                <a:solidFill>
                  <a:srgbClr val="FF0000"/>
                </a:solidFill>
              </a:rPr>
              <a:t>06</a:t>
            </a:r>
            <a:r>
              <a:rPr kumimoji="1" lang="ja-JP" altLang="en-US" sz="1050">
                <a:solidFill>
                  <a:srgbClr val="FF0000"/>
                </a:solidFill>
              </a:rPr>
              <a:t> 説明追記</a:t>
            </a:r>
          </a:p>
        </p:txBody>
      </p:sp>
    </p:spTree>
    <p:extLst>
      <p:ext uri="{BB962C8B-B14F-4D97-AF65-F5344CB8AC3E}">
        <p14:creationId xmlns:p14="http://schemas.microsoft.com/office/powerpoint/2010/main" val="23029921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E1300E15-DAE7-3B1D-2655-E13F95EF8ECC}"/>
              </a:ext>
            </a:extLst>
          </p:cNvPr>
          <p:cNvSpPr txBox="1"/>
          <p:nvPr/>
        </p:nvSpPr>
        <p:spPr>
          <a:xfrm>
            <a:off x="6562759" y="99568"/>
            <a:ext cx="6071428" cy="7263527"/>
          </a:xfrm>
          <a:prstGeom prst="rect">
            <a:avLst/>
          </a:prstGeom>
          <a:solidFill>
            <a:schemeClr val="bg1"/>
          </a:solidFill>
          <a:ln w="1270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エンジンの状態を確認できます。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6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Home:</a:t>
            </a:r>
            <a:r>
              <a:rPr lang="ja-JP" altLang="en-US" sz="1200">
                <a:latin typeface="Meiryo UI" panose="020B0604030504040204" pitchFamily="50" charset="-128"/>
                <a:ea typeface="Meiryo UI" panose="020B0604030504040204" pitchFamily="50" charset="-128"/>
                <a:cs typeface="Meiryo UI" panose="020B0604030504040204" pitchFamily="50" charset="-128"/>
              </a:rPr>
              <a:t> ホーム画面に移動します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6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Limitation</a:t>
            </a: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Road speed limit</a:t>
            </a: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Start</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prevention</a:t>
            </a: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Power reduction</a:t>
            </a: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TSC1 torque limit</a:t>
            </a: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TSC1 speed limit</a:t>
            </a: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Engine max speed limit</a:t>
            </a: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Low barometric press limit</a:t>
            </a: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Smoke limit</a:t>
            </a: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Over run</a:t>
            </a: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Rail pressure error</a:t>
            </a: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Source of engine speed limit</a:t>
            </a:r>
          </a:p>
          <a:p>
            <a:pPr marL="358775">
              <a:tabLst>
                <a:tab pos="2060575" algn="l"/>
                <a:tab pos="2963863"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1: Internal Limit</a:t>
            </a:r>
          </a:p>
          <a:p>
            <a:pPr marL="358775">
              <a:tabLst>
                <a:tab pos="625475" algn="l"/>
                <a:tab pos="2962275"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5: TSC1TE Limit</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Source of engine torque limit</a:t>
            </a:r>
          </a:p>
          <a:p>
            <a:pPr marL="358775">
              <a:tabLst>
                <a:tab pos="2962275" algn="l"/>
              </a:tabLst>
            </a:pPr>
            <a:r>
              <a:rPr lang="fr-FR"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1: Torque Curve</a:t>
            </a:r>
          </a:p>
          <a:p>
            <a:pPr marL="358775">
              <a:tabLst>
                <a:tab pos="2962275" algn="l"/>
              </a:tabLst>
            </a:pPr>
            <a:r>
              <a:rPr lang="fr-FR"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6: Smoke Limitation</a:t>
            </a:r>
          </a:p>
          <a:p>
            <a:pPr marL="358775">
              <a:tabLst>
                <a:tab pos="2962275" algn="l"/>
              </a:tabLst>
            </a:pPr>
            <a:r>
              <a:rPr lang="fr-FR"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14: TSC1TE Limit</a:t>
            </a: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Source of power reduction</a:t>
            </a:r>
          </a:p>
          <a:p>
            <a:pPr marL="358775">
              <a:tabLst>
                <a:tab pos="2962275"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0: no power reduction</a:t>
            </a:r>
          </a:p>
          <a:p>
            <a:pPr marL="358775">
              <a:tabLst>
                <a:tab pos="2962275"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1: Boost Air Temperature Monitoring</a:t>
            </a:r>
          </a:p>
          <a:p>
            <a:pPr marL="358775">
              <a:tabLst>
                <a:tab pos="2962275"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2: Coolant Temperature Monitoring</a:t>
            </a:r>
          </a:p>
          <a:p>
            <a:pPr marL="358775">
              <a:tabLst>
                <a:tab pos="2962275"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6: Oil Pressure Monitoring</a:t>
            </a:r>
          </a:p>
          <a:p>
            <a:pPr marL="358775">
              <a:tabLst>
                <a:tab pos="2962275"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28: Engine Protection</a:t>
            </a: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Source of engine stop</a:t>
            </a:r>
          </a:p>
          <a:p>
            <a:pPr marL="358775">
              <a:tabLst>
                <a:tab pos="2962275"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0: no engine stop(in this driving cycle)</a:t>
            </a:r>
          </a:p>
          <a:p>
            <a:pPr marL="358775">
              <a:tabLst>
                <a:tab pos="2962275"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1: engine stop via T15</a:t>
            </a:r>
          </a:p>
          <a:p>
            <a:pPr marL="358775">
              <a:tabLst>
                <a:tab pos="2962275"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2: engine stop due to engine protection</a:t>
            </a:r>
          </a:p>
          <a:p>
            <a:pPr marL="358775">
              <a:tabLst>
                <a:tab pos="2962275"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3: engine stop via CAN Message</a:t>
            </a:r>
          </a:p>
          <a:p>
            <a:pPr marL="358775">
              <a:tabLst>
                <a:tab pos="2962275"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4: engine stop due to Boost Air Temperature Monitoring</a:t>
            </a:r>
          </a:p>
          <a:p>
            <a:pPr marL="358775">
              <a:tabLst>
                <a:tab pos="2962275"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5: engine stop due to Coolant Temperature Monitoring</a:t>
            </a:r>
          </a:p>
          <a:p>
            <a:pPr marL="358775">
              <a:tabLst>
                <a:tab pos="2962275"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8: engine stop due to Oil pressure monitoring</a:t>
            </a:r>
          </a:p>
          <a:p>
            <a:pPr marL="358775">
              <a:tabLst>
                <a:tab pos="2962275"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11: engine stop due to Coolant level monitoring</a:t>
            </a:r>
          </a:p>
          <a:p>
            <a:pPr marL="358775">
              <a:tabLst>
                <a:tab pos="2962275"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16: engine stop due to Low fuel pressure monitoring</a:t>
            </a:r>
          </a:p>
          <a:p>
            <a:pPr marL="358775">
              <a:tabLst>
                <a:tab pos="2962275"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30: engine stop via Stop Switch</a:t>
            </a:r>
          </a:p>
          <a:p>
            <a:pPr marL="180000">
              <a:tabLst>
                <a:tab pos="2962275" algn="l"/>
              </a:tabLst>
            </a:pP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pic>
        <p:nvPicPr>
          <p:cNvPr id="5" name="コンテンツプレースホルダ 1">
            <a:extLst>
              <a:ext uri="{FF2B5EF4-FFF2-40B4-BE49-F238E27FC236}">
                <a16:creationId xmlns:a16="http://schemas.microsoft.com/office/drawing/2014/main" id="{8891C031-1F46-6031-5EAB-51F1CCD25E7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5913" y="479425"/>
            <a:ext cx="6071428" cy="4500000"/>
          </a:xfrm>
          <a:prstGeom prst="rect">
            <a:avLst/>
          </a:prstGeom>
        </p:spPr>
      </p:pic>
      <p:sp>
        <p:nvSpPr>
          <p:cNvPr id="6" name="テキスト ボックス 5">
            <a:extLst>
              <a:ext uri="{FF2B5EF4-FFF2-40B4-BE49-F238E27FC236}">
                <a16:creationId xmlns:a16="http://schemas.microsoft.com/office/drawing/2014/main" id="{691FB5F1-2032-7493-1636-0ACFA21043D2}"/>
              </a:ext>
            </a:extLst>
          </p:cNvPr>
          <p:cNvSpPr txBox="1"/>
          <p:nvPr/>
        </p:nvSpPr>
        <p:spPr>
          <a:xfrm>
            <a:off x="312430" y="79315"/>
            <a:ext cx="2680542"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Engine</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Status2</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sp>
        <p:nvSpPr>
          <p:cNvPr id="7" name="角丸四角形 9">
            <a:extLst>
              <a:ext uri="{FF2B5EF4-FFF2-40B4-BE49-F238E27FC236}">
                <a16:creationId xmlns:a16="http://schemas.microsoft.com/office/drawing/2014/main" id="{89E69BCF-EE83-998E-6641-7C5E74DC00F1}"/>
              </a:ext>
            </a:extLst>
          </p:cNvPr>
          <p:cNvSpPr/>
          <p:nvPr/>
        </p:nvSpPr>
        <p:spPr>
          <a:xfrm>
            <a:off x="5667669"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8" name="直線矢印コネクタ 7">
            <a:extLst>
              <a:ext uri="{FF2B5EF4-FFF2-40B4-BE49-F238E27FC236}">
                <a16:creationId xmlns:a16="http://schemas.microsoft.com/office/drawing/2014/main" id="{6AF92A7E-CB9C-FF10-4133-09A7C863DD81}"/>
              </a:ext>
            </a:extLst>
          </p:cNvPr>
          <p:cNvCxnSpPr>
            <a:stCxn id="9" idx="4"/>
            <a:endCxn id="7" idx="0"/>
          </p:cNvCxnSpPr>
          <p:nvPr/>
        </p:nvCxnSpPr>
        <p:spPr>
          <a:xfrm>
            <a:off x="6028504" y="582434"/>
            <a:ext cx="10083" cy="24190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円/楕円 11">
            <a:extLst>
              <a:ext uri="{FF2B5EF4-FFF2-40B4-BE49-F238E27FC236}">
                <a16:creationId xmlns:a16="http://schemas.microsoft.com/office/drawing/2014/main" id="{AC3660D1-AA6A-731F-E018-12A813CABB1C}"/>
              </a:ext>
            </a:extLst>
          </p:cNvPr>
          <p:cNvSpPr/>
          <p:nvPr/>
        </p:nvSpPr>
        <p:spPr>
          <a:xfrm>
            <a:off x="5884504" y="294434"/>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spTree>
    <p:extLst>
      <p:ext uri="{BB962C8B-B14F-4D97-AF65-F5344CB8AC3E}">
        <p14:creationId xmlns:p14="http://schemas.microsoft.com/office/powerpoint/2010/main" val="39489349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5913" y="479425"/>
            <a:ext cx="6071428" cy="4499999"/>
          </a:xfrm>
          <a:prstGeom prst="rect">
            <a:avLst/>
          </a:prstGeom>
        </p:spPr>
      </p:pic>
      <p:sp>
        <p:nvSpPr>
          <p:cNvPr id="4" name="テキスト ボックス 3"/>
          <p:cNvSpPr txBox="1"/>
          <p:nvPr/>
        </p:nvSpPr>
        <p:spPr>
          <a:xfrm>
            <a:off x="312430" y="79315"/>
            <a:ext cx="1845377"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Standstill</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sp>
        <p:nvSpPr>
          <p:cNvPr id="10" name="角丸四角形 9"/>
          <p:cNvSpPr/>
          <p:nvPr/>
        </p:nvSpPr>
        <p:spPr>
          <a:xfrm>
            <a:off x="5667669"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028504" y="582434"/>
            <a:ext cx="10083" cy="24190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5884504" y="294434"/>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sp>
        <p:nvSpPr>
          <p:cNvPr id="16" name="テキスト ボックス 15"/>
          <p:cNvSpPr txBox="1"/>
          <p:nvPr/>
        </p:nvSpPr>
        <p:spPr>
          <a:xfrm>
            <a:off x="315913" y="5082433"/>
            <a:ext cx="7192710" cy="1692771"/>
          </a:xfrm>
          <a:prstGeom prst="rect">
            <a:avLst/>
          </a:prstGeom>
          <a:solidFill>
            <a:schemeClr val="bg1"/>
          </a:solidFill>
          <a:ln w="635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スタンドスティルが最後に要求された時間、実行された時間を確認できます。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Home: </a:t>
            </a:r>
            <a:r>
              <a:rPr lang="ja-JP" altLang="en-US" sz="1200">
                <a:latin typeface="Meiryo UI" panose="020B0604030504040204" pitchFamily="50" charset="-128"/>
                <a:ea typeface="Meiryo UI" panose="020B0604030504040204" pitchFamily="50" charset="-128"/>
                <a:cs typeface="Meiryo UI" panose="020B0604030504040204" pitchFamily="50" charset="-128"/>
              </a:rPr>
              <a:t>ホーム画面に戻ります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Standstill</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last operation hour</a:t>
            </a:r>
          </a:p>
          <a:p>
            <a:pPr marL="180000">
              <a:tabLst>
                <a:tab pos="260032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Standstill </a:t>
            </a:r>
            <a:r>
              <a:rPr lang="en-US" altLang="ja-JP" sz="1200" err="1">
                <a:latin typeface="Meiryo UI" panose="020B0604030504040204" pitchFamily="50" charset="-128"/>
                <a:ea typeface="Meiryo UI" panose="020B0604030504040204" pitchFamily="50" charset="-128"/>
                <a:cs typeface="Meiryo UI" panose="020B0604030504040204" pitchFamily="50" charset="-128"/>
              </a:rPr>
              <a:t>regen</a:t>
            </a:r>
            <a:r>
              <a:rPr lang="en-US" altLang="ja-JP" sz="1200">
                <a:latin typeface="Meiryo UI" panose="020B0604030504040204" pitchFamily="50" charset="-128"/>
                <a:ea typeface="Meiryo UI" panose="020B0604030504040204" pitchFamily="50" charset="-128"/>
                <a:cs typeface="Meiryo UI" panose="020B0604030504040204" pitchFamily="50" charset="-128"/>
              </a:rPr>
              <a:t>. requested	: </a:t>
            </a:r>
            <a:r>
              <a:rPr lang="ja-JP" altLang="en-US" sz="1200">
                <a:latin typeface="Meiryo UI" panose="020B0604030504040204" pitchFamily="50" charset="-128"/>
                <a:ea typeface="Meiryo UI" panose="020B0604030504040204" pitchFamily="50" charset="-128"/>
                <a:cs typeface="Meiryo UI" panose="020B0604030504040204" pitchFamily="50" charset="-128"/>
              </a:rPr>
              <a:t>最後にスタンドスティルが要求が発生した時間を表示します。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60032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Standstill </a:t>
            </a:r>
            <a:r>
              <a:rPr lang="en-US" altLang="ja-JP" sz="1200" err="1">
                <a:latin typeface="Meiryo UI" panose="020B0604030504040204" pitchFamily="50" charset="-128"/>
                <a:ea typeface="Meiryo UI" panose="020B0604030504040204" pitchFamily="50" charset="-128"/>
                <a:cs typeface="Meiryo UI" panose="020B0604030504040204" pitchFamily="50" charset="-128"/>
              </a:rPr>
              <a:t>regen</a:t>
            </a:r>
            <a:r>
              <a:rPr lang="en-US" altLang="ja-JP" sz="1200">
                <a:latin typeface="Meiryo UI" panose="020B0604030504040204" pitchFamily="50" charset="-128"/>
                <a:ea typeface="Meiryo UI" panose="020B0604030504040204" pitchFamily="50" charset="-128"/>
                <a:cs typeface="Meiryo UI" panose="020B0604030504040204" pitchFamily="50" charset="-128"/>
              </a:rPr>
              <a:t>. completed	: </a:t>
            </a:r>
            <a:r>
              <a:rPr lang="ja-JP" altLang="en-US" sz="1200">
                <a:latin typeface="Meiryo UI" panose="020B0604030504040204" pitchFamily="50" charset="-128"/>
                <a:ea typeface="Meiryo UI" panose="020B0604030504040204" pitchFamily="50" charset="-128"/>
                <a:cs typeface="Meiryo UI" panose="020B0604030504040204" pitchFamily="50" charset="-128"/>
              </a:rPr>
              <a:t>最後にスタンドスティルを完了した時間を表示します。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60032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Standstill start switch pushed	: </a:t>
            </a:r>
            <a:r>
              <a:rPr lang="ja-JP" altLang="en-US" sz="1200">
                <a:latin typeface="Meiryo UI" panose="020B0604030504040204" pitchFamily="50" charset="-128"/>
                <a:ea typeface="Meiryo UI" panose="020B0604030504040204" pitchFamily="50" charset="-128"/>
                <a:cs typeface="Meiryo UI" panose="020B0604030504040204" pitchFamily="50" charset="-128"/>
              </a:rPr>
              <a:t>最後にスタンドスティル実行スイッチを押した時間を表示します。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60032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Standstill inhibit switch pushed	: </a:t>
            </a:r>
            <a:r>
              <a:rPr lang="ja-JP" altLang="en-US" sz="1200">
                <a:latin typeface="Meiryo UI" panose="020B0604030504040204" pitchFamily="50" charset="-128"/>
                <a:ea typeface="Meiryo UI" panose="020B0604030504040204" pitchFamily="50" charset="-128"/>
                <a:cs typeface="Meiryo UI" panose="020B0604030504040204" pitchFamily="50" charset="-128"/>
              </a:rPr>
              <a:t>最後にスタンドスティル停止スイッチを押した時間を表示します。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6580338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315913" y="488798"/>
            <a:ext cx="6119999" cy="4217653"/>
          </a:xfrm>
          <a:prstGeom prst="rect">
            <a:avLst/>
          </a:prstGeom>
        </p:spPr>
      </p:pic>
      <p:sp>
        <p:nvSpPr>
          <p:cNvPr id="4" name="テキスト ボックス 3"/>
          <p:cNvSpPr txBox="1"/>
          <p:nvPr/>
        </p:nvSpPr>
        <p:spPr>
          <a:xfrm>
            <a:off x="312430" y="79315"/>
            <a:ext cx="1387496"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AUX1</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723354"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grpSp>
        <p:nvGrpSpPr>
          <p:cNvPr id="57" name="グループ化 56"/>
          <p:cNvGrpSpPr/>
          <p:nvPr/>
        </p:nvGrpSpPr>
        <p:grpSpPr>
          <a:xfrm>
            <a:off x="2844180" y="337258"/>
            <a:ext cx="741835" cy="728258"/>
            <a:chOff x="2990029" y="355342"/>
            <a:chExt cx="741835" cy="728258"/>
          </a:xfrm>
        </p:grpSpPr>
        <p:sp>
          <p:nvSpPr>
            <p:cNvPr id="13" name="角丸四角形 12"/>
            <p:cNvSpPr/>
            <p:nvPr/>
          </p:nvSpPr>
          <p:spPr>
            <a:xfrm>
              <a:off x="2990029"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4" name="直線矢印コネクタ 13"/>
            <p:cNvCxnSpPr>
              <a:stCxn id="15" idx="4"/>
              <a:endCxn id="13" idx="0"/>
            </p:cNvCxnSpPr>
            <p:nvPr/>
          </p:nvCxnSpPr>
          <p:spPr>
            <a:xfrm>
              <a:off x="3360946"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16946"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58" name="グループ化 57"/>
          <p:cNvGrpSpPr/>
          <p:nvPr/>
        </p:nvGrpSpPr>
        <p:grpSpPr>
          <a:xfrm>
            <a:off x="2118657" y="337258"/>
            <a:ext cx="741835" cy="728258"/>
            <a:chOff x="2256604" y="355342"/>
            <a:chExt cx="741835" cy="728258"/>
          </a:xfrm>
        </p:grpSpPr>
        <p:sp>
          <p:nvSpPr>
            <p:cNvPr id="17" name="角丸四角形 16"/>
            <p:cNvSpPr/>
            <p:nvPr/>
          </p:nvSpPr>
          <p:spPr>
            <a:xfrm>
              <a:off x="22566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8" name="直線矢印コネクタ 17"/>
            <p:cNvCxnSpPr>
              <a:stCxn id="19" idx="4"/>
              <a:endCxn id="17" idx="0"/>
            </p:cNvCxnSpPr>
            <p:nvPr/>
          </p:nvCxnSpPr>
          <p:spPr>
            <a:xfrm>
              <a:off x="26275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4835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grpSp>
        <p:nvGrpSpPr>
          <p:cNvPr id="54" name="グループ化 53"/>
          <p:cNvGrpSpPr/>
          <p:nvPr/>
        </p:nvGrpSpPr>
        <p:grpSpPr>
          <a:xfrm>
            <a:off x="5466529" y="4272387"/>
            <a:ext cx="741835" cy="782008"/>
            <a:chOff x="5733229" y="4472412"/>
            <a:chExt cx="741835" cy="782008"/>
          </a:xfrm>
        </p:grpSpPr>
        <p:sp>
          <p:nvSpPr>
            <p:cNvPr id="20" name="角丸四角形 19"/>
            <p:cNvSpPr/>
            <p:nvPr/>
          </p:nvSpPr>
          <p:spPr>
            <a:xfrm>
              <a:off x="5733229" y="4472412"/>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21" name="直線矢印コネクタ 20"/>
            <p:cNvCxnSpPr>
              <a:stCxn id="22" idx="0"/>
              <a:endCxn id="20" idx="2"/>
            </p:cNvCxnSpPr>
            <p:nvPr/>
          </p:nvCxnSpPr>
          <p:spPr>
            <a:xfrm flipH="1" flipV="1">
              <a:off x="6104147" y="4731675"/>
              <a:ext cx="7274" cy="23474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円/楕円 21"/>
            <p:cNvSpPr/>
            <p:nvPr/>
          </p:nvSpPr>
          <p:spPr>
            <a:xfrm>
              <a:off x="5967421" y="4966420"/>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4</a:t>
              </a:r>
              <a:endParaRPr lang="ja-JP" altLang="en-US" sz="1800">
                <a:solidFill>
                  <a:srgbClr val="FF0000"/>
                </a:solidFill>
              </a:endParaRPr>
            </a:p>
          </p:txBody>
        </p:sp>
      </p:grpSp>
      <p:grpSp>
        <p:nvGrpSpPr>
          <p:cNvPr id="55" name="グループ化 54"/>
          <p:cNvGrpSpPr/>
          <p:nvPr/>
        </p:nvGrpSpPr>
        <p:grpSpPr>
          <a:xfrm>
            <a:off x="4490867" y="767425"/>
            <a:ext cx="1801046" cy="3216961"/>
            <a:chOff x="4742629" y="873221"/>
            <a:chExt cx="1801046" cy="3216961"/>
          </a:xfrm>
        </p:grpSpPr>
        <p:sp>
          <p:nvSpPr>
            <p:cNvPr id="23" name="角丸四角形 22"/>
            <p:cNvSpPr/>
            <p:nvPr/>
          </p:nvSpPr>
          <p:spPr>
            <a:xfrm>
              <a:off x="4742629" y="1367261"/>
              <a:ext cx="1801046" cy="2722921"/>
            </a:xfrm>
            <a:prstGeom prst="roundRect">
              <a:avLst>
                <a:gd name="adj" fmla="val 3428"/>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24" name="直線矢印コネクタ 23"/>
            <p:cNvCxnSpPr>
              <a:stCxn id="25" idx="4"/>
              <a:endCxn id="23" idx="0"/>
            </p:cNvCxnSpPr>
            <p:nvPr/>
          </p:nvCxnSpPr>
          <p:spPr>
            <a:xfrm>
              <a:off x="5643152" y="1161221"/>
              <a:ext cx="0" cy="20604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円/楕円 24"/>
            <p:cNvSpPr/>
            <p:nvPr/>
          </p:nvSpPr>
          <p:spPr>
            <a:xfrm>
              <a:off x="5499152" y="873221"/>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5</a:t>
              </a:r>
              <a:endParaRPr lang="ja-JP" altLang="en-US" sz="1800">
                <a:solidFill>
                  <a:srgbClr val="FF0000"/>
                </a:solidFill>
              </a:endParaRPr>
            </a:p>
          </p:txBody>
        </p:sp>
      </p:grpSp>
      <p:sp>
        <p:nvSpPr>
          <p:cNvPr id="40" name="テキスト ボックス 39"/>
          <p:cNvSpPr txBox="1"/>
          <p:nvPr/>
        </p:nvSpPr>
        <p:spPr>
          <a:xfrm>
            <a:off x="6688138" y="475325"/>
            <a:ext cx="5928569" cy="8586966"/>
          </a:xfrm>
          <a:prstGeom prst="rect">
            <a:avLst/>
          </a:prstGeom>
          <a:solidFill>
            <a:schemeClr val="bg1"/>
          </a:solidFill>
          <a:ln w="6350">
            <a:solidFill>
              <a:schemeClr val="tx1"/>
            </a:solidFill>
          </a:ln>
        </p:spPr>
        <p:txBody>
          <a:bodyPr wrap="square" rtlCol="0">
            <a:spAutoFit/>
          </a:bodyPr>
          <a:lstStyle/>
          <a:p>
            <a:r>
              <a:rPr lang="en-US" altLang="ja-JP" sz="1200">
                <a:latin typeface="Meiryo UI" panose="020B0604030504040204" pitchFamily="50" charset="-128"/>
                <a:ea typeface="Meiryo UI" panose="020B0604030504040204" pitchFamily="50" charset="-128"/>
                <a:cs typeface="Meiryo UI" panose="020B0604030504040204" pitchFamily="50" charset="-128"/>
              </a:rPr>
              <a:t>AUX1</a:t>
            </a:r>
            <a:r>
              <a:rPr lang="ja-JP" altLang="en-US" sz="1200">
                <a:latin typeface="Meiryo UI" panose="020B0604030504040204" pitchFamily="50" charset="-128"/>
                <a:ea typeface="Meiryo UI" panose="020B0604030504040204" pitchFamily="50" charset="-128"/>
                <a:cs typeface="Meiryo UI" panose="020B0604030504040204" pitchFamily="50" charset="-128"/>
              </a:rPr>
              <a:t>の状態確認と設定値変更ができます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AUX1 status</a:t>
            </a:r>
          </a:p>
          <a:p>
            <a:pPr marL="180000">
              <a:tabLst>
                <a:tab pos="17049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Flow mode	:</a:t>
            </a:r>
            <a:r>
              <a:rPr lang="ja-JP" altLang="en-US" sz="1200">
                <a:latin typeface="Meiryo UI" panose="020B0604030504040204" pitchFamily="50" charset="-128"/>
                <a:ea typeface="Meiryo UI" panose="020B0604030504040204" pitchFamily="50" charset="-128"/>
                <a:cs typeface="Meiryo UI" panose="020B0604030504040204" pitchFamily="50" charset="-128"/>
              </a:rPr>
              <a:t> クラスタで選択してる流量設定モード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7049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slide position	:</a:t>
            </a:r>
            <a:r>
              <a:rPr lang="ja-JP" altLang="en-US" sz="1200">
                <a:latin typeface="Meiryo UI" panose="020B0604030504040204" pitchFamily="50" charset="-128"/>
                <a:ea typeface="Meiryo UI" panose="020B0604030504040204" pitchFamily="50" charset="-128"/>
                <a:cs typeface="Meiryo UI" panose="020B0604030504040204" pitchFamily="50" charset="-128"/>
              </a:rPr>
              <a:t> スライドスイッチの操作量</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7049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Detent mode	:</a:t>
            </a:r>
            <a:r>
              <a:rPr lang="ja-JP" altLang="en-US" sz="1200">
                <a:latin typeface="Meiryo UI" panose="020B0604030504040204" pitchFamily="50" charset="-128"/>
                <a:ea typeface="Meiryo UI" panose="020B0604030504040204" pitchFamily="50" charset="-128"/>
                <a:cs typeface="Meiryo UI" panose="020B0604030504040204" pitchFamily="50" charset="-128"/>
              </a:rPr>
              <a:t> ディテントモード</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7049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AUX1 L flow rate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L</a:t>
            </a:r>
            <a:r>
              <a:rPr lang="ja-JP" altLang="en-US" sz="1200">
                <a:latin typeface="Meiryo UI" panose="020B0604030504040204" pitchFamily="50" charset="-128"/>
                <a:ea typeface="Meiryo UI" panose="020B0604030504040204" pitchFamily="50" charset="-128"/>
                <a:cs typeface="Meiryo UI" panose="020B0604030504040204" pitchFamily="50" charset="-128"/>
              </a:rPr>
              <a:t>側の流量設定値</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7049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AUX1 R flow rate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R</a:t>
            </a:r>
            <a:r>
              <a:rPr lang="ja-JP" altLang="en-US" sz="1200">
                <a:latin typeface="Meiryo UI" panose="020B0604030504040204" pitchFamily="50" charset="-128"/>
                <a:ea typeface="Meiryo UI" panose="020B0604030504040204" pitchFamily="50" charset="-128"/>
                <a:cs typeface="Meiryo UI" panose="020B0604030504040204" pitchFamily="50" charset="-128"/>
              </a:rPr>
              <a:t>側の流量設定値</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7049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Pressure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現在選択されているモードでの設定圧力</a:t>
            </a:r>
            <a:r>
              <a:rPr lang="en-US" altLang="ja-JP" sz="1200" baseline="30000">
                <a:latin typeface="Meiryo UI" panose="020B0604030504040204" pitchFamily="50" charset="-128"/>
                <a:ea typeface="Meiryo UI" panose="020B0604030504040204" pitchFamily="50" charset="-128"/>
                <a:cs typeface="Meiryo UI" panose="020B0604030504040204" pitchFamily="50" charset="-128"/>
              </a:rPr>
              <a:t>※1</a:t>
            </a:r>
          </a:p>
          <a:p>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Flow status</a:t>
            </a:r>
          </a:p>
          <a:p>
            <a:pPr marL="180000"/>
            <a:r>
              <a:rPr lang="en-US" altLang="ja-JP" sz="1200">
                <a:latin typeface="Meiryo UI" panose="020B0604030504040204" pitchFamily="50" charset="-128"/>
                <a:ea typeface="Meiryo UI" panose="020B0604030504040204" pitchFamily="50" charset="-128"/>
                <a:cs typeface="Meiryo UI" panose="020B0604030504040204" pitchFamily="50" charset="-128"/>
              </a:rPr>
              <a:t>Mode Ⅰ</a:t>
            </a:r>
          </a:p>
          <a:p>
            <a:pPr marL="360000">
              <a:tabLst>
                <a:tab pos="13430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L flow rate	:</a:t>
            </a:r>
            <a:r>
              <a:rPr lang="ja-JP" altLang="en-US" sz="1200">
                <a:latin typeface="Meiryo UI" panose="020B0604030504040204" pitchFamily="50" charset="-128"/>
                <a:ea typeface="Meiryo UI" panose="020B0604030504040204" pitchFamily="50" charset="-128"/>
                <a:cs typeface="Meiryo UI" panose="020B0604030504040204" pitchFamily="50" charset="-128"/>
              </a:rPr>
              <a:t> モード</a:t>
            </a:r>
            <a:r>
              <a:rPr lang="en-US" altLang="ja-JP" sz="1200">
                <a:latin typeface="Meiryo UI" panose="020B0604030504040204" pitchFamily="50" charset="-128"/>
                <a:ea typeface="Meiryo UI" panose="020B0604030504040204" pitchFamily="50" charset="-128"/>
                <a:cs typeface="Meiryo UI" panose="020B0604030504040204" pitchFamily="50" charset="-128"/>
              </a:rPr>
              <a:t>1L</a:t>
            </a:r>
            <a:r>
              <a:rPr lang="ja-JP" altLang="en-US" sz="1200">
                <a:latin typeface="Meiryo UI" panose="020B0604030504040204" pitchFamily="50" charset="-128"/>
                <a:ea typeface="Meiryo UI" panose="020B0604030504040204" pitchFamily="50" charset="-128"/>
                <a:cs typeface="Meiryo UI" panose="020B0604030504040204" pitchFamily="50" charset="-128"/>
              </a:rPr>
              <a:t>側の最大流量設定値</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360000">
              <a:tabLst>
                <a:tab pos="13430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R flow rate	:</a:t>
            </a:r>
            <a:r>
              <a:rPr lang="ja-JP" altLang="en-US" sz="1200">
                <a:latin typeface="Meiryo UI" panose="020B0604030504040204" pitchFamily="50" charset="-128"/>
                <a:ea typeface="Meiryo UI" panose="020B0604030504040204" pitchFamily="50" charset="-128"/>
                <a:cs typeface="Meiryo UI" panose="020B0604030504040204" pitchFamily="50" charset="-128"/>
              </a:rPr>
              <a:t> モード</a:t>
            </a:r>
            <a:r>
              <a:rPr lang="en-US" altLang="ja-JP" sz="1200">
                <a:latin typeface="Meiryo UI" panose="020B0604030504040204" pitchFamily="50" charset="-128"/>
                <a:ea typeface="Meiryo UI" panose="020B0604030504040204" pitchFamily="50" charset="-128"/>
                <a:cs typeface="Meiryo UI" panose="020B0604030504040204" pitchFamily="50" charset="-128"/>
              </a:rPr>
              <a:t>1R</a:t>
            </a:r>
            <a:r>
              <a:rPr lang="ja-JP" altLang="en-US" sz="1200">
                <a:latin typeface="Meiryo UI" panose="020B0604030504040204" pitchFamily="50" charset="-128"/>
                <a:ea typeface="Meiryo UI" panose="020B0604030504040204" pitchFamily="50" charset="-128"/>
                <a:cs typeface="Meiryo UI" panose="020B0604030504040204" pitchFamily="50" charset="-128"/>
              </a:rPr>
              <a:t>側の最大流量設定値</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360000">
              <a:tabLst>
                <a:tab pos="13430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Pressure	:</a:t>
            </a:r>
            <a:r>
              <a:rPr lang="ja-JP" altLang="en-US" sz="1200">
                <a:latin typeface="Meiryo UI" panose="020B0604030504040204" pitchFamily="50" charset="-128"/>
                <a:ea typeface="Meiryo UI" panose="020B0604030504040204" pitchFamily="50" charset="-128"/>
                <a:cs typeface="Meiryo UI" panose="020B0604030504040204" pitchFamily="50" charset="-128"/>
              </a:rPr>
              <a:t> モード</a:t>
            </a:r>
            <a:r>
              <a:rPr lang="en-US" altLang="ja-JP" sz="1200">
                <a:latin typeface="Meiryo UI" panose="020B0604030504040204" pitchFamily="50" charset="-128"/>
                <a:ea typeface="Meiryo UI" panose="020B0604030504040204" pitchFamily="50" charset="-128"/>
                <a:cs typeface="Meiryo UI" panose="020B0604030504040204" pitchFamily="50" charset="-128"/>
              </a:rPr>
              <a:t>1</a:t>
            </a:r>
            <a:r>
              <a:rPr lang="ja-JP" altLang="en-US" sz="1200">
                <a:latin typeface="Meiryo UI" panose="020B0604030504040204" pitchFamily="50" charset="-128"/>
                <a:ea typeface="Meiryo UI" panose="020B0604030504040204" pitchFamily="50" charset="-128"/>
                <a:cs typeface="Meiryo UI" panose="020B0604030504040204" pitchFamily="50" charset="-128"/>
              </a:rPr>
              <a:t>の設定圧力</a:t>
            </a:r>
            <a:r>
              <a:rPr lang="en-US" altLang="ja-JP" sz="1200" baseline="30000">
                <a:latin typeface="Meiryo UI" panose="020B0604030504040204" pitchFamily="50" charset="-128"/>
                <a:ea typeface="Meiryo UI" panose="020B0604030504040204" pitchFamily="50" charset="-128"/>
                <a:cs typeface="Meiryo UI" panose="020B0604030504040204" pitchFamily="50" charset="-128"/>
              </a:rPr>
              <a:t>※1</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a:latin typeface="Meiryo UI" panose="020B0604030504040204" pitchFamily="50" charset="-128"/>
                <a:ea typeface="Meiryo UI" panose="020B0604030504040204" pitchFamily="50" charset="-128"/>
                <a:cs typeface="Meiryo UI" panose="020B0604030504040204" pitchFamily="50" charset="-128"/>
              </a:rPr>
              <a:t>Mode Ⅱ</a:t>
            </a:r>
          </a:p>
          <a:p>
            <a:pPr marL="360000">
              <a:tabLst>
                <a:tab pos="13430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L flow rate	:</a:t>
            </a:r>
            <a:r>
              <a:rPr lang="ja-JP" altLang="en-US" sz="1200">
                <a:latin typeface="Meiryo UI" panose="020B0604030504040204" pitchFamily="50" charset="-128"/>
                <a:ea typeface="Meiryo UI" panose="020B0604030504040204" pitchFamily="50" charset="-128"/>
                <a:cs typeface="Meiryo UI" panose="020B0604030504040204" pitchFamily="50" charset="-128"/>
              </a:rPr>
              <a:t> モード</a:t>
            </a:r>
            <a:r>
              <a:rPr lang="en-US" altLang="ja-JP" sz="1200">
                <a:latin typeface="Meiryo UI" panose="020B0604030504040204" pitchFamily="50" charset="-128"/>
                <a:ea typeface="Meiryo UI" panose="020B0604030504040204" pitchFamily="50" charset="-128"/>
                <a:cs typeface="Meiryo UI" panose="020B0604030504040204" pitchFamily="50" charset="-128"/>
              </a:rPr>
              <a:t>2L</a:t>
            </a:r>
            <a:r>
              <a:rPr lang="ja-JP" altLang="en-US" sz="1200">
                <a:latin typeface="Meiryo UI" panose="020B0604030504040204" pitchFamily="50" charset="-128"/>
                <a:ea typeface="Meiryo UI" panose="020B0604030504040204" pitchFamily="50" charset="-128"/>
                <a:cs typeface="Meiryo UI" panose="020B0604030504040204" pitchFamily="50" charset="-128"/>
              </a:rPr>
              <a:t>側の最大流量設定値</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360000">
              <a:tabLst>
                <a:tab pos="13430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R flow rate	:</a:t>
            </a:r>
            <a:r>
              <a:rPr lang="ja-JP" altLang="en-US" sz="1200">
                <a:latin typeface="Meiryo UI" panose="020B0604030504040204" pitchFamily="50" charset="-128"/>
                <a:ea typeface="Meiryo UI" panose="020B0604030504040204" pitchFamily="50" charset="-128"/>
                <a:cs typeface="Meiryo UI" panose="020B0604030504040204" pitchFamily="50" charset="-128"/>
              </a:rPr>
              <a:t> モード</a:t>
            </a:r>
            <a:r>
              <a:rPr lang="en-US" altLang="ja-JP" sz="1200">
                <a:latin typeface="Meiryo UI" panose="020B0604030504040204" pitchFamily="50" charset="-128"/>
                <a:ea typeface="Meiryo UI" panose="020B0604030504040204" pitchFamily="50" charset="-128"/>
                <a:cs typeface="Meiryo UI" panose="020B0604030504040204" pitchFamily="50" charset="-128"/>
              </a:rPr>
              <a:t>2R</a:t>
            </a:r>
            <a:r>
              <a:rPr lang="ja-JP" altLang="en-US" sz="1200">
                <a:latin typeface="Meiryo UI" panose="020B0604030504040204" pitchFamily="50" charset="-128"/>
                <a:ea typeface="Meiryo UI" panose="020B0604030504040204" pitchFamily="50" charset="-128"/>
                <a:cs typeface="Meiryo UI" panose="020B0604030504040204" pitchFamily="50" charset="-128"/>
              </a:rPr>
              <a:t>側の最大流量設定値</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360000">
              <a:tabLst>
                <a:tab pos="13430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Pressure	:</a:t>
            </a:r>
            <a:r>
              <a:rPr lang="ja-JP" altLang="en-US" sz="1200">
                <a:latin typeface="Meiryo UI" panose="020B0604030504040204" pitchFamily="50" charset="-128"/>
                <a:ea typeface="Meiryo UI" panose="020B0604030504040204" pitchFamily="50" charset="-128"/>
                <a:cs typeface="Meiryo UI" panose="020B0604030504040204" pitchFamily="50" charset="-128"/>
              </a:rPr>
              <a:t> モード</a:t>
            </a:r>
            <a:r>
              <a:rPr lang="en-US" altLang="ja-JP" sz="1200">
                <a:latin typeface="Meiryo UI" panose="020B0604030504040204" pitchFamily="50" charset="-128"/>
                <a:ea typeface="Meiryo UI" panose="020B0604030504040204" pitchFamily="50" charset="-128"/>
                <a:cs typeface="Meiryo UI" panose="020B0604030504040204" pitchFamily="50" charset="-128"/>
              </a:rPr>
              <a:t>2</a:t>
            </a:r>
            <a:r>
              <a:rPr lang="ja-JP" altLang="en-US" sz="1200">
                <a:latin typeface="Meiryo UI" panose="020B0604030504040204" pitchFamily="50" charset="-128"/>
                <a:ea typeface="Meiryo UI" panose="020B0604030504040204" pitchFamily="50" charset="-128"/>
                <a:cs typeface="Meiryo UI" panose="020B0604030504040204" pitchFamily="50" charset="-128"/>
              </a:rPr>
              <a:t>の設定圧力</a:t>
            </a:r>
            <a:r>
              <a:rPr lang="en-US" altLang="ja-JP" sz="1200" baseline="30000">
                <a:latin typeface="Meiryo UI" panose="020B0604030504040204" pitchFamily="50" charset="-128"/>
                <a:ea typeface="Meiryo UI" panose="020B0604030504040204" pitchFamily="50" charset="-128"/>
                <a:cs typeface="Meiryo UI" panose="020B0604030504040204" pitchFamily="50" charset="-128"/>
              </a:rPr>
              <a:t>※1</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a:latin typeface="Meiryo UI" panose="020B0604030504040204" pitchFamily="50" charset="-128"/>
                <a:ea typeface="Meiryo UI" panose="020B0604030504040204" pitchFamily="50" charset="-128"/>
                <a:cs typeface="Meiryo UI" panose="020B0604030504040204" pitchFamily="50" charset="-128"/>
              </a:rPr>
              <a:t>Mode Ⅲ</a:t>
            </a:r>
          </a:p>
          <a:p>
            <a:pPr marL="360000">
              <a:tabLst>
                <a:tab pos="13430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L flow rate	:</a:t>
            </a:r>
            <a:r>
              <a:rPr lang="ja-JP" altLang="en-US" sz="1200">
                <a:latin typeface="Meiryo UI" panose="020B0604030504040204" pitchFamily="50" charset="-128"/>
                <a:ea typeface="Meiryo UI" panose="020B0604030504040204" pitchFamily="50" charset="-128"/>
                <a:cs typeface="Meiryo UI" panose="020B0604030504040204" pitchFamily="50" charset="-128"/>
              </a:rPr>
              <a:t> モード</a:t>
            </a:r>
            <a:r>
              <a:rPr lang="en-US" altLang="ja-JP" sz="1200">
                <a:latin typeface="Meiryo UI" panose="020B0604030504040204" pitchFamily="50" charset="-128"/>
                <a:ea typeface="Meiryo UI" panose="020B0604030504040204" pitchFamily="50" charset="-128"/>
                <a:cs typeface="Meiryo UI" panose="020B0604030504040204" pitchFamily="50" charset="-128"/>
              </a:rPr>
              <a:t>3L</a:t>
            </a:r>
            <a:r>
              <a:rPr lang="ja-JP" altLang="en-US" sz="1200">
                <a:latin typeface="Meiryo UI" panose="020B0604030504040204" pitchFamily="50" charset="-128"/>
                <a:ea typeface="Meiryo UI" panose="020B0604030504040204" pitchFamily="50" charset="-128"/>
                <a:cs typeface="Meiryo UI" panose="020B0604030504040204" pitchFamily="50" charset="-128"/>
              </a:rPr>
              <a:t>側の最大流量設定値</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360000">
              <a:tabLst>
                <a:tab pos="13430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R flow rate	:</a:t>
            </a:r>
            <a:r>
              <a:rPr lang="ja-JP" altLang="en-US" sz="1200">
                <a:latin typeface="Meiryo UI" panose="020B0604030504040204" pitchFamily="50" charset="-128"/>
                <a:ea typeface="Meiryo UI" panose="020B0604030504040204" pitchFamily="50" charset="-128"/>
                <a:cs typeface="Meiryo UI" panose="020B0604030504040204" pitchFamily="50" charset="-128"/>
              </a:rPr>
              <a:t> モード</a:t>
            </a:r>
            <a:r>
              <a:rPr lang="en-US" altLang="ja-JP" sz="1200">
                <a:latin typeface="Meiryo UI" panose="020B0604030504040204" pitchFamily="50" charset="-128"/>
                <a:ea typeface="Meiryo UI" panose="020B0604030504040204" pitchFamily="50" charset="-128"/>
                <a:cs typeface="Meiryo UI" panose="020B0604030504040204" pitchFamily="50" charset="-128"/>
              </a:rPr>
              <a:t>3R</a:t>
            </a:r>
            <a:r>
              <a:rPr lang="ja-JP" altLang="en-US" sz="1200">
                <a:latin typeface="Meiryo UI" panose="020B0604030504040204" pitchFamily="50" charset="-128"/>
                <a:ea typeface="Meiryo UI" panose="020B0604030504040204" pitchFamily="50" charset="-128"/>
                <a:cs typeface="Meiryo UI" panose="020B0604030504040204" pitchFamily="50" charset="-128"/>
              </a:rPr>
              <a:t>側の最大流量設定値</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360000">
              <a:tabLst>
                <a:tab pos="13430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Pressure	:</a:t>
            </a:r>
            <a:r>
              <a:rPr lang="ja-JP" altLang="en-US" sz="1200">
                <a:latin typeface="Meiryo UI" panose="020B0604030504040204" pitchFamily="50" charset="-128"/>
                <a:ea typeface="Meiryo UI" panose="020B0604030504040204" pitchFamily="50" charset="-128"/>
                <a:cs typeface="Meiryo UI" panose="020B0604030504040204" pitchFamily="50" charset="-128"/>
              </a:rPr>
              <a:t> モード</a:t>
            </a:r>
            <a:r>
              <a:rPr lang="en-US" altLang="ja-JP" sz="1200">
                <a:latin typeface="Meiryo UI" panose="020B0604030504040204" pitchFamily="50" charset="-128"/>
                <a:ea typeface="Meiryo UI" panose="020B0604030504040204" pitchFamily="50" charset="-128"/>
                <a:cs typeface="Meiryo UI" panose="020B0604030504040204" pitchFamily="50" charset="-128"/>
              </a:rPr>
              <a:t>3</a:t>
            </a:r>
            <a:r>
              <a:rPr lang="ja-JP" altLang="en-US" sz="1200">
                <a:latin typeface="Meiryo UI" panose="020B0604030504040204" pitchFamily="50" charset="-128"/>
                <a:ea typeface="Meiryo UI" panose="020B0604030504040204" pitchFamily="50" charset="-128"/>
                <a:cs typeface="Meiryo UI" panose="020B0604030504040204" pitchFamily="50" charset="-128"/>
              </a:rPr>
              <a:t>の設定圧力</a:t>
            </a:r>
            <a:r>
              <a:rPr lang="en-US" altLang="ja-JP" sz="1200" baseline="30000">
                <a:latin typeface="Meiryo UI" panose="020B0604030504040204" pitchFamily="50" charset="-128"/>
                <a:ea typeface="Meiryo UI" panose="020B0604030504040204" pitchFamily="50" charset="-128"/>
                <a:cs typeface="Meiryo UI" panose="020B0604030504040204" pitchFamily="50" charset="-128"/>
              </a:rPr>
              <a:t>※1</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Setting</a:t>
            </a:r>
          </a:p>
          <a:p>
            <a:r>
              <a:rPr lang="en-US" altLang="ja-JP" sz="1200">
                <a:latin typeface="Meiryo UI" panose="020B0604030504040204" pitchFamily="50" charset="-128"/>
                <a:ea typeface="Meiryo UI" panose="020B0604030504040204" pitchFamily="50" charset="-128"/>
                <a:cs typeface="Meiryo UI" panose="020B0604030504040204" pitchFamily="50" charset="-128"/>
              </a:rPr>
              <a:t>AUX1</a:t>
            </a:r>
            <a:r>
              <a:rPr lang="ja-JP" altLang="en-US" sz="1200">
                <a:latin typeface="Meiryo UI" panose="020B0604030504040204" pitchFamily="50" charset="-128"/>
                <a:ea typeface="Meiryo UI" panose="020B0604030504040204" pitchFamily="50" charset="-128"/>
                <a:cs typeface="Meiryo UI" panose="020B0604030504040204" pitchFamily="50" charset="-128"/>
              </a:rPr>
              <a:t>機能に関するパラメータを設定できます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Left Grip Slide Switch	: </a:t>
            </a:r>
            <a:r>
              <a:rPr lang="ja-JP" altLang="en-US" sz="1200">
                <a:latin typeface="Meiryo UI" panose="020B0604030504040204" pitchFamily="50" charset="-128"/>
                <a:ea typeface="Meiryo UI" panose="020B0604030504040204" pitchFamily="50" charset="-128"/>
                <a:cs typeface="Meiryo UI" panose="020B0604030504040204" pitchFamily="50" charset="-128"/>
              </a:rPr>
              <a:t>左グリップのスライドスイッチの中立位置の設定</a:t>
            </a:r>
            <a:endParaRPr lang="en-US" altLang="ja-JP" sz="1200" i="1" baseline="300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Stroke	: </a:t>
            </a:r>
            <a:r>
              <a:rPr lang="ja-JP" altLang="en-US" sz="1200">
                <a:latin typeface="Meiryo UI" panose="020B0604030504040204" pitchFamily="50" charset="-128"/>
                <a:ea typeface="Meiryo UI" panose="020B0604030504040204" pitchFamily="50" charset="-128"/>
                <a:cs typeface="Meiryo UI" panose="020B0604030504040204" pitchFamily="50" charset="-128"/>
              </a:rPr>
              <a:t>操作量に対する出力の設定</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Current</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(1Way)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1Way</a:t>
            </a:r>
            <a:r>
              <a:rPr lang="ja-JP" altLang="en-US" sz="1200">
                <a:latin typeface="Meiryo UI" panose="020B0604030504040204" pitchFamily="50" charset="-128"/>
                <a:ea typeface="Meiryo UI" panose="020B0604030504040204" pitchFamily="50" charset="-128"/>
                <a:cs typeface="Meiryo UI" panose="020B0604030504040204" pitchFamily="50" charset="-128"/>
              </a:rPr>
              <a:t>時のソレノイドに出力する電流値を設定</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Current</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(2Way)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2Way</a:t>
            </a:r>
            <a:r>
              <a:rPr lang="ja-JP" altLang="en-US" sz="1200">
                <a:latin typeface="Meiryo UI" panose="020B0604030504040204" pitchFamily="50" charset="-128"/>
                <a:ea typeface="Meiryo UI" panose="020B0604030504040204" pitchFamily="50" charset="-128"/>
                <a:cs typeface="Meiryo UI" panose="020B0604030504040204" pitchFamily="50" charset="-128"/>
              </a:rPr>
              <a:t>時のソレノイドに出力する電流値を設定</a:t>
            </a:r>
            <a:br>
              <a:rPr lang="en-US" altLang="ja-JP" sz="1200">
                <a:latin typeface="Meiryo UI" panose="020B0604030504040204" pitchFamily="50" charset="-128"/>
                <a:ea typeface="Meiryo UI" panose="020B0604030504040204" pitchFamily="50" charset="-128"/>
                <a:cs typeface="Meiryo UI" panose="020B0604030504040204" pitchFamily="50" charset="-128"/>
              </a:rPr>
            </a:br>
            <a:r>
              <a:rPr lang="en-US" altLang="ja-JP" sz="1200">
                <a:latin typeface="Meiryo UI" panose="020B0604030504040204" pitchFamily="50" charset="-128"/>
                <a:ea typeface="Meiryo UI" panose="020B0604030504040204" pitchFamily="50" charset="-128"/>
                <a:cs typeface="Meiryo UI" panose="020B0604030504040204" pitchFamily="50" charset="-128"/>
              </a:rPr>
              <a:t>Lifting</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Operation	:</a:t>
            </a:r>
            <a:r>
              <a:rPr lang="ja-JP" altLang="en-US" sz="1200">
                <a:latin typeface="Meiryo UI" panose="020B0604030504040204" pitchFamily="50" charset="-128"/>
                <a:ea typeface="Meiryo UI" panose="020B0604030504040204" pitchFamily="50" charset="-128"/>
                <a:cs typeface="Meiryo UI" panose="020B0604030504040204" pitchFamily="50" charset="-128"/>
              </a:rPr>
              <a:t> 微操作域の電流値を設定</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Pressure	:</a:t>
            </a:r>
            <a:r>
              <a:rPr lang="ja-JP" altLang="en-US" sz="1200">
                <a:latin typeface="Meiryo UI" panose="020B0604030504040204" pitchFamily="50" charset="-128"/>
                <a:ea typeface="Meiryo UI" panose="020B0604030504040204" pitchFamily="50" charset="-128"/>
                <a:cs typeface="Meiryo UI" panose="020B0604030504040204" pitchFamily="50" charset="-128"/>
              </a:rPr>
              <a:t> 圧力調整ソレノイドに出力する電流値を設定</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strike="sngStrike">
                <a:solidFill>
                  <a:srgbClr val="FF0000"/>
                </a:solidFill>
                <a:latin typeface="Meiryo UI" panose="020B0604030504040204" pitchFamily="50" charset="-128"/>
                <a:ea typeface="Meiryo UI" panose="020B0604030504040204" pitchFamily="50" charset="-128"/>
                <a:cs typeface="Meiryo UI" panose="020B0604030504040204" pitchFamily="50" charset="-128"/>
              </a:rPr>
              <a:t>MAX Pressure Change	:</a:t>
            </a:r>
            <a:r>
              <a:rPr lang="ja-JP" altLang="en-US" sz="1200" strike="sngStrike">
                <a:solidFill>
                  <a:srgbClr val="FF0000"/>
                </a:solidFill>
                <a:latin typeface="Meiryo UI" panose="020B0604030504040204" pitchFamily="50" charset="-128"/>
                <a:ea typeface="Meiryo UI" panose="020B0604030504040204" pitchFamily="50" charset="-128"/>
                <a:cs typeface="Meiryo UI" panose="020B0604030504040204" pitchFamily="50" charset="-128"/>
              </a:rPr>
              <a:t> 最大リリーフ圧の設定</a:t>
            </a:r>
            <a:endParaRPr lang="en-US" altLang="ja-JP" sz="1200" strike="sngStrike">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Exponential filter	: </a:t>
            </a:r>
            <a:r>
              <a:rPr lang="ja-JP" altLang="en-US" sz="1200">
                <a:latin typeface="Meiryo UI" panose="020B0604030504040204" pitchFamily="50" charset="-128"/>
                <a:ea typeface="Meiryo UI" panose="020B0604030504040204" pitchFamily="50" charset="-128"/>
                <a:cs typeface="Meiryo UI" panose="020B0604030504040204" pitchFamily="50" charset="-128"/>
              </a:rPr>
              <a:t>出力電流値のフィルタ補正時間</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Home	:</a:t>
            </a:r>
            <a:r>
              <a:rPr lang="ja-JP" altLang="en-US" sz="120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④</a:t>
            </a:r>
            <a:r>
              <a:rPr lang="en-US" altLang="ja-JP" sz="1200">
                <a:latin typeface="Meiryo UI" panose="020B0604030504040204" pitchFamily="50" charset="-128"/>
                <a:ea typeface="Meiryo UI" panose="020B0604030504040204" pitchFamily="50" charset="-128"/>
                <a:cs typeface="Meiryo UI" panose="020B0604030504040204" pitchFamily="50" charset="-128"/>
              </a:rPr>
              <a:t>Reset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AUX1</a:t>
            </a:r>
            <a:r>
              <a:rPr lang="ja-JP" altLang="en-US" sz="1200">
                <a:latin typeface="Meiryo UI" panose="020B0604030504040204" pitchFamily="50" charset="-128"/>
                <a:ea typeface="Meiryo UI" panose="020B0604030504040204" pitchFamily="50" charset="-128"/>
                <a:cs typeface="Meiryo UI" panose="020B0604030504040204" pitchFamily="50" charset="-128"/>
              </a:rPr>
              <a:t>の設定を初期値に戻します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④各設定画面へ移動します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r>
              <a:rPr lang="en-US" altLang="ja-JP" sz="1200">
                <a:latin typeface="Meiryo UI" panose="020B0604030504040204" pitchFamily="50" charset="-128"/>
                <a:ea typeface="Meiryo UI" panose="020B0604030504040204" pitchFamily="50" charset="-128"/>
                <a:cs typeface="Meiryo UI" panose="020B0604030504040204" pitchFamily="50" charset="-128"/>
              </a:rPr>
              <a:t>※1</a:t>
            </a:r>
            <a:r>
              <a:rPr lang="ja-JP" altLang="en-US" sz="1200" err="1">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AUX1</a:t>
            </a:r>
            <a:r>
              <a:rPr lang="ja-JP" altLang="en-US" sz="1200">
                <a:latin typeface="Meiryo UI" panose="020B0604030504040204" pitchFamily="50" charset="-128"/>
                <a:ea typeface="Meiryo UI" panose="020B0604030504040204" pitchFamily="50" charset="-128"/>
                <a:cs typeface="Meiryo UI" panose="020B0604030504040204" pitchFamily="50" charset="-128"/>
              </a:rPr>
              <a:t>圧力調整仕様の場合のみ表示されます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テキスト ボックス 6">
            <a:extLst>
              <a:ext uri="{FF2B5EF4-FFF2-40B4-BE49-F238E27FC236}">
                <a16:creationId xmlns:a16="http://schemas.microsoft.com/office/drawing/2014/main" id="{7885259F-CD09-990A-661D-0D6F8C334226}"/>
              </a:ext>
            </a:extLst>
          </p:cNvPr>
          <p:cNvSpPr txBox="1"/>
          <p:nvPr/>
        </p:nvSpPr>
        <p:spPr>
          <a:xfrm>
            <a:off x="5925996" y="6203753"/>
            <a:ext cx="1019831" cy="646331"/>
          </a:xfrm>
          <a:prstGeom prst="rect">
            <a:avLst/>
          </a:prstGeom>
          <a:noFill/>
        </p:spPr>
        <p:txBody>
          <a:bodyPr wrap="none" rtlCol="0">
            <a:spAutoFit/>
          </a:bodyPr>
          <a:lstStyle/>
          <a:p>
            <a:r>
              <a:rPr kumimoji="1" lang="ja-JP" altLang="en-US" sz="900">
                <a:solidFill>
                  <a:srgbClr val="FF0000"/>
                </a:solidFill>
              </a:rPr>
              <a:t>△</a:t>
            </a:r>
            <a:r>
              <a:rPr kumimoji="1" lang="en-US" altLang="ja-JP" sz="900">
                <a:solidFill>
                  <a:srgbClr val="FF0000"/>
                </a:solidFill>
              </a:rPr>
              <a:t>04</a:t>
            </a:r>
            <a:br>
              <a:rPr kumimoji="1" lang="en-US" altLang="ja-JP" sz="900">
                <a:solidFill>
                  <a:srgbClr val="FF0000"/>
                </a:solidFill>
              </a:rPr>
            </a:br>
            <a:r>
              <a:rPr kumimoji="1" lang="en-US" altLang="ja-JP" sz="900">
                <a:solidFill>
                  <a:srgbClr val="FF0000"/>
                </a:solidFill>
              </a:rPr>
              <a:t>AUX1</a:t>
            </a:r>
            <a:r>
              <a:rPr kumimoji="1" lang="ja-JP" altLang="en-US" sz="900">
                <a:solidFill>
                  <a:srgbClr val="FF0000"/>
                </a:solidFill>
              </a:rPr>
              <a:t>高圧仕様が</a:t>
            </a:r>
            <a:endParaRPr kumimoji="1" lang="en-US" altLang="ja-JP" sz="900">
              <a:solidFill>
                <a:srgbClr val="FF0000"/>
              </a:solidFill>
            </a:endParaRPr>
          </a:p>
          <a:p>
            <a:r>
              <a:rPr lang="ja-JP" altLang="en-US" sz="900">
                <a:solidFill>
                  <a:srgbClr val="FF0000"/>
                </a:solidFill>
              </a:rPr>
              <a:t>設定されたため</a:t>
            </a:r>
            <a:br>
              <a:rPr lang="en-US" altLang="ja-JP" sz="900">
                <a:solidFill>
                  <a:srgbClr val="FF0000"/>
                </a:solidFill>
              </a:rPr>
            </a:br>
            <a:r>
              <a:rPr lang="ja-JP" altLang="en-US" sz="900">
                <a:solidFill>
                  <a:srgbClr val="FF0000"/>
                </a:solidFill>
              </a:rPr>
              <a:t>機能削除</a:t>
            </a:r>
            <a:r>
              <a:rPr kumimoji="1" lang="ja-JP" altLang="en-US" sz="900">
                <a:solidFill>
                  <a:srgbClr val="FF0000"/>
                </a:solidFill>
              </a:rPr>
              <a:t> </a:t>
            </a:r>
            <a:endParaRPr kumimoji="1" lang="en-US" altLang="ja-JP" sz="900">
              <a:solidFill>
                <a:srgbClr val="FF0000"/>
              </a:solidFill>
            </a:endParaRPr>
          </a:p>
        </p:txBody>
      </p:sp>
    </p:spTree>
    <p:extLst>
      <p:ext uri="{BB962C8B-B14F-4D97-AF65-F5344CB8AC3E}">
        <p14:creationId xmlns:p14="http://schemas.microsoft.com/office/powerpoint/2010/main" val="21918041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69" y="479425"/>
            <a:ext cx="6103287" cy="4236399"/>
          </a:xfrm>
          <a:prstGeom prst="rect">
            <a:avLst/>
          </a:prstGeom>
        </p:spPr>
      </p:pic>
      <p:sp>
        <p:nvSpPr>
          <p:cNvPr id="4" name="テキスト ボックス 3"/>
          <p:cNvSpPr txBox="1"/>
          <p:nvPr/>
        </p:nvSpPr>
        <p:spPr>
          <a:xfrm>
            <a:off x="312430" y="79315"/>
            <a:ext cx="3097323"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Grip</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L</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Slide</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Setting</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grpSp>
        <p:nvGrpSpPr>
          <p:cNvPr id="57" name="グループ化 56"/>
          <p:cNvGrpSpPr/>
          <p:nvPr/>
        </p:nvGrpSpPr>
        <p:grpSpPr>
          <a:xfrm>
            <a:off x="3004994" y="337258"/>
            <a:ext cx="741835" cy="728258"/>
            <a:chOff x="2990029" y="355342"/>
            <a:chExt cx="741835" cy="728258"/>
          </a:xfrm>
        </p:grpSpPr>
        <p:sp>
          <p:nvSpPr>
            <p:cNvPr id="13" name="角丸四角形 12"/>
            <p:cNvSpPr/>
            <p:nvPr/>
          </p:nvSpPr>
          <p:spPr>
            <a:xfrm>
              <a:off x="2990029"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4" name="直線矢印コネクタ 13"/>
            <p:cNvCxnSpPr>
              <a:stCxn id="15" idx="4"/>
              <a:endCxn id="13" idx="0"/>
            </p:cNvCxnSpPr>
            <p:nvPr/>
          </p:nvCxnSpPr>
          <p:spPr>
            <a:xfrm>
              <a:off x="3360946"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16946"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58" name="グループ化 57"/>
          <p:cNvGrpSpPr/>
          <p:nvPr/>
        </p:nvGrpSpPr>
        <p:grpSpPr>
          <a:xfrm>
            <a:off x="2254713" y="337258"/>
            <a:ext cx="741835" cy="728258"/>
            <a:chOff x="2256604" y="355342"/>
            <a:chExt cx="741835" cy="728258"/>
          </a:xfrm>
        </p:grpSpPr>
        <p:sp>
          <p:nvSpPr>
            <p:cNvPr id="17" name="角丸四角形 16"/>
            <p:cNvSpPr/>
            <p:nvPr/>
          </p:nvSpPr>
          <p:spPr>
            <a:xfrm>
              <a:off x="22566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8" name="直線矢印コネクタ 17"/>
            <p:cNvCxnSpPr>
              <a:stCxn id="19" idx="4"/>
              <a:endCxn id="17" idx="0"/>
            </p:cNvCxnSpPr>
            <p:nvPr/>
          </p:nvCxnSpPr>
          <p:spPr>
            <a:xfrm>
              <a:off x="26275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4835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grpSp>
        <p:nvGrpSpPr>
          <p:cNvPr id="55" name="グループ化 54"/>
          <p:cNvGrpSpPr/>
          <p:nvPr/>
        </p:nvGrpSpPr>
        <p:grpSpPr>
          <a:xfrm>
            <a:off x="5619750" y="1388542"/>
            <a:ext cx="742949" cy="783158"/>
            <a:chOff x="5871512" y="1494338"/>
            <a:chExt cx="742949" cy="783158"/>
          </a:xfrm>
        </p:grpSpPr>
        <p:sp>
          <p:nvSpPr>
            <p:cNvPr id="23" name="角丸四角形 22"/>
            <p:cNvSpPr/>
            <p:nvPr/>
          </p:nvSpPr>
          <p:spPr>
            <a:xfrm>
              <a:off x="5871512" y="1934596"/>
              <a:ext cx="742949" cy="342900"/>
            </a:xfrm>
            <a:prstGeom prst="roundRect">
              <a:avLst>
                <a:gd name="adj" fmla="val 3428"/>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24" name="直線矢印コネクタ 23"/>
            <p:cNvCxnSpPr>
              <a:stCxn id="25" idx="4"/>
              <a:endCxn id="23" idx="0"/>
            </p:cNvCxnSpPr>
            <p:nvPr/>
          </p:nvCxnSpPr>
          <p:spPr>
            <a:xfrm>
              <a:off x="6242986" y="1782338"/>
              <a:ext cx="1" cy="15225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円/楕円 24"/>
            <p:cNvSpPr/>
            <p:nvPr/>
          </p:nvSpPr>
          <p:spPr>
            <a:xfrm>
              <a:off x="6098986" y="1494338"/>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4</a:t>
              </a:r>
              <a:endParaRPr lang="ja-JP" altLang="en-US" sz="1800">
                <a:solidFill>
                  <a:srgbClr val="FF0000"/>
                </a:solidFill>
              </a:endParaRPr>
            </a:p>
          </p:txBody>
        </p:sp>
      </p:grpSp>
      <p:sp>
        <p:nvSpPr>
          <p:cNvPr id="40" name="テキスト ボックス 39"/>
          <p:cNvSpPr txBox="1"/>
          <p:nvPr/>
        </p:nvSpPr>
        <p:spPr>
          <a:xfrm>
            <a:off x="6688138" y="475325"/>
            <a:ext cx="5928569" cy="3447098"/>
          </a:xfrm>
          <a:prstGeom prst="rect">
            <a:avLst/>
          </a:prstGeom>
          <a:solidFill>
            <a:schemeClr val="bg1"/>
          </a:solidFill>
          <a:ln w="635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左グリップスライドスイッチの設定ができます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Grip</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voltage</a:t>
            </a:r>
          </a:p>
          <a:p>
            <a:pPr marL="180000">
              <a:tabLst>
                <a:tab pos="17049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Center	:</a:t>
            </a:r>
            <a:r>
              <a:rPr lang="ja-JP" altLang="en-US" sz="1200">
                <a:latin typeface="Meiryo UI" panose="020B0604030504040204" pitchFamily="50" charset="-128"/>
                <a:ea typeface="Meiryo UI" panose="020B0604030504040204" pitchFamily="50" charset="-128"/>
                <a:cs typeface="Meiryo UI" panose="020B0604030504040204" pitchFamily="50" charset="-128"/>
              </a:rPr>
              <a:t> ニュートラル位置の電圧の確認、設定ができます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7049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Neutral Dead Band	:</a:t>
            </a:r>
            <a:r>
              <a:rPr lang="ja-JP" altLang="en-US" sz="1200">
                <a:latin typeface="Meiryo UI" panose="020B0604030504040204" pitchFamily="50" charset="-128"/>
                <a:ea typeface="Meiryo UI" panose="020B0604030504040204" pitchFamily="50" charset="-128"/>
                <a:cs typeface="Meiryo UI" panose="020B0604030504040204" pitchFamily="50" charset="-128"/>
              </a:rPr>
              <a:t> 不感帯の確認、設定ができます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7049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Range	:</a:t>
            </a:r>
            <a:r>
              <a:rPr lang="ja-JP" altLang="en-US" sz="1200">
                <a:latin typeface="Meiryo UI" panose="020B0604030504040204" pitchFamily="50" charset="-128"/>
                <a:ea typeface="Meiryo UI" panose="020B0604030504040204" pitchFamily="50" charset="-128"/>
                <a:cs typeface="Meiryo UI" panose="020B0604030504040204" pitchFamily="50" charset="-128"/>
              </a:rPr>
              <a:t> 操作範囲</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360000"/>
            <a:r>
              <a:rPr lang="ja-JP" altLang="en-US" sz="1100">
                <a:latin typeface="Meiryo UI" panose="020B0604030504040204" pitchFamily="50" charset="-128"/>
                <a:ea typeface="Meiryo UI" panose="020B0604030504040204" pitchFamily="50" charset="-128"/>
                <a:cs typeface="Meiryo UI" panose="020B0604030504040204" pitchFamily="50" charset="-128"/>
              </a:rPr>
              <a:t>例</a:t>
            </a:r>
            <a:r>
              <a:rPr lang="en-US" altLang="ja-JP" sz="1100">
                <a:latin typeface="Meiryo UI" panose="020B0604030504040204" pitchFamily="50" charset="-128"/>
                <a:ea typeface="Meiryo UI" panose="020B0604030504040204" pitchFamily="50" charset="-128"/>
                <a:cs typeface="Meiryo UI" panose="020B0604030504040204" pitchFamily="50" charset="-128"/>
              </a:rPr>
              <a:t>:2300-1500=800, 2700+1500=4200</a:t>
            </a:r>
          </a:p>
          <a:p>
            <a:pPr marL="540000"/>
            <a:r>
              <a:rPr lang="ja-JP" altLang="en-US" sz="1100">
                <a:latin typeface="Meiryo UI" panose="020B0604030504040204" pitchFamily="50" charset="-128"/>
                <a:ea typeface="Meiryo UI" panose="020B0604030504040204" pitchFamily="50" charset="-128"/>
                <a:cs typeface="Meiryo UI" panose="020B0604030504040204" pitchFamily="50" charset="-128"/>
              </a:rPr>
              <a:t> ⇒ </a:t>
            </a:r>
            <a:r>
              <a:rPr lang="en-US" altLang="ja-JP" sz="1100">
                <a:latin typeface="Meiryo UI" panose="020B0604030504040204" pitchFamily="50" charset="-128"/>
                <a:ea typeface="Meiryo UI" panose="020B0604030504040204" pitchFamily="50" charset="-128"/>
                <a:cs typeface="Meiryo UI" panose="020B0604030504040204" pitchFamily="50" charset="-128"/>
              </a:rPr>
              <a:t>800-2300mV, 2700-4200mV</a:t>
            </a:r>
            <a:r>
              <a:rPr lang="ja-JP" altLang="en-US" sz="1100">
                <a:latin typeface="Meiryo UI" panose="020B0604030504040204" pitchFamily="50" charset="-128"/>
                <a:ea typeface="Meiryo UI" panose="020B0604030504040204" pitchFamily="50" charset="-128"/>
                <a:cs typeface="Meiryo UI" panose="020B0604030504040204" pitchFamily="50" charset="-128"/>
              </a:rPr>
              <a:t>が作動範囲</a:t>
            </a:r>
            <a:endParaRPr lang="en-US" altLang="ja-JP" sz="1100">
              <a:latin typeface="Meiryo UI" panose="020B0604030504040204" pitchFamily="50" charset="-128"/>
              <a:ea typeface="Meiryo UI" panose="020B0604030504040204" pitchFamily="50" charset="-128"/>
              <a:cs typeface="Meiryo UI" panose="020B0604030504040204" pitchFamily="50" charset="-128"/>
            </a:endParaRPr>
          </a:p>
          <a:p>
            <a:pPr marL="360000"/>
            <a:r>
              <a:rPr lang="ja-JP" altLang="en-US" sz="1100">
                <a:latin typeface="Meiryo UI" panose="020B0604030504040204" pitchFamily="50" charset="-128"/>
                <a:ea typeface="Meiryo UI" panose="020B0604030504040204" pitchFamily="50" charset="-128"/>
                <a:cs typeface="Meiryo UI" panose="020B0604030504040204" pitchFamily="50" charset="-128"/>
              </a:rPr>
              <a:t>例</a:t>
            </a:r>
            <a:r>
              <a:rPr lang="en-US" altLang="ja-JP" sz="1100">
                <a:latin typeface="Meiryo UI" panose="020B0604030504040204" pitchFamily="50" charset="-128"/>
                <a:ea typeface="Meiryo UI" panose="020B0604030504040204" pitchFamily="50" charset="-128"/>
                <a:cs typeface="Meiryo UI" panose="020B0604030504040204" pitchFamily="50" charset="-128"/>
              </a:rPr>
              <a:t>:2500-200=2300, 2500+200=2700</a:t>
            </a:r>
          </a:p>
          <a:p>
            <a:pPr marL="540000"/>
            <a:r>
              <a:rPr lang="ja-JP" altLang="en-US" sz="1100">
                <a:latin typeface="Meiryo UI" panose="020B0604030504040204" pitchFamily="50" charset="-128"/>
                <a:ea typeface="Meiryo UI" panose="020B0604030504040204" pitchFamily="50" charset="-128"/>
                <a:cs typeface="Meiryo UI" panose="020B0604030504040204" pitchFamily="50" charset="-128"/>
              </a:rPr>
              <a:t>⇒</a:t>
            </a:r>
            <a:r>
              <a:rPr lang="en-US" altLang="ja-JP" sz="1100">
                <a:latin typeface="Meiryo UI" panose="020B0604030504040204" pitchFamily="50" charset="-128"/>
                <a:ea typeface="Meiryo UI" panose="020B0604030504040204" pitchFamily="50" charset="-128"/>
                <a:cs typeface="Meiryo UI" panose="020B0604030504040204" pitchFamily="50" charset="-128"/>
              </a:rPr>
              <a:t>2300-2700mV</a:t>
            </a:r>
            <a:r>
              <a:rPr lang="ja-JP" altLang="en-US" sz="1100">
                <a:latin typeface="Meiryo UI" panose="020B0604030504040204" pitchFamily="50" charset="-128"/>
                <a:ea typeface="Meiryo UI" panose="020B0604030504040204" pitchFamily="50" charset="-128"/>
                <a:cs typeface="Meiryo UI" panose="020B0604030504040204" pitchFamily="50" charset="-128"/>
              </a:rPr>
              <a:t>が不感帯</a:t>
            </a:r>
            <a:endParaRPr lang="en-US" altLang="ja-JP" sz="1100">
              <a:latin typeface="Meiryo UI" panose="020B0604030504040204" pitchFamily="50" charset="-128"/>
              <a:ea typeface="Meiryo UI" panose="020B0604030504040204" pitchFamily="50" charset="-128"/>
              <a:cs typeface="Meiryo UI" panose="020B0604030504040204" pitchFamily="50" charset="-128"/>
            </a:endParaRPr>
          </a:p>
          <a:p>
            <a:pPr marL="180975">
              <a:spcBef>
                <a:spcPts val="600"/>
              </a:spcBef>
            </a:pPr>
            <a:r>
              <a:rPr lang="ja-JP" altLang="en-US" sz="1100">
                <a:latin typeface="Meiryo UI" panose="020B0604030504040204" pitchFamily="50" charset="-128"/>
                <a:ea typeface="Meiryo UI" panose="020B0604030504040204" pitchFamily="50" charset="-128"/>
                <a:cs typeface="Meiryo UI" panose="020B0604030504040204" pitchFamily="50" charset="-128"/>
              </a:rPr>
              <a:t>上記の変更は下の出力線図に反映されます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Back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AUX1</a:t>
            </a:r>
            <a:r>
              <a:rPr lang="ja-JP" altLang="en-US" sz="120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④</a:t>
            </a:r>
            <a:r>
              <a:rPr lang="en-US" altLang="ja-JP" sz="1200">
                <a:latin typeface="Meiryo UI" panose="020B0604030504040204" pitchFamily="50" charset="-128"/>
                <a:ea typeface="Meiryo UI" panose="020B0604030504040204" pitchFamily="50" charset="-128"/>
                <a:cs typeface="Meiryo UI" panose="020B0604030504040204" pitchFamily="50" charset="-128"/>
              </a:rPr>
              <a:t>Reset	:</a:t>
            </a:r>
            <a:r>
              <a:rPr lang="ja-JP" altLang="en-US" sz="1200">
                <a:latin typeface="Meiryo UI" panose="020B0604030504040204" pitchFamily="50" charset="-128"/>
                <a:ea typeface="Meiryo UI" panose="020B0604030504040204" pitchFamily="50" charset="-128"/>
                <a:cs typeface="Meiryo UI" panose="020B0604030504040204" pitchFamily="50" charset="-128"/>
              </a:rPr>
              <a:t> 左グリップスライドスイッチの設定を初期化します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42286899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69" y="479425"/>
            <a:ext cx="6103287" cy="4236399"/>
          </a:xfrm>
          <a:prstGeom prst="rect">
            <a:avLst/>
          </a:prstGeom>
        </p:spPr>
      </p:pic>
      <p:sp>
        <p:nvSpPr>
          <p:cNvPr id="4" name="テキスト ボックス 3"/>
          <p:cNvSpPr txBox="1"/>
          <p:nvPr/>
        </p:nvSpPr>
        <p:spPr>
          <a:xfrm>
            <a:off x="312430" y="79315"/>
            <a:ext cx="3252750"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AUX1</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Stroke</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Setting</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grpSp>
        <p:nvGrpSpPr>
          <p:cNvPr id="57" name="グループ化 56"/>
          <p:cNvGrpSpPr/>
          <p:nvPr/>
        </p:nvGrpSpPr>
        <p:grpSpPr>
          <a:xfrm>
            <a:off x="3004994" y="337258"/>
            <a:ext cx="741835" cy="728258"/>
            <a:chOff x="2990029" y="355342"/>
            <a:chExt cx="741835" cy="728258"/>
          </a:xfrm>
        </p:grpSpPr>
        <p:sp>
          <p:nvSpPr>
            <p:cNvPr id="13" name="角丸四角形 12"/>
            <p:cNvSpPr/>
            <p:nvPr/>
          </p:nvSpPr>
          <p:spPr>
            <a:xfrm>
              <a:off x="2990029"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4" name="直線矢印コネクタ 13"/>
            <p:cNvCxnSpPr>
              <a:stCxn id="15" idx="4"/>
              <a:endCxn id="13" idx="0"/>
            </p:cNvCxnSpPr>
            <p:nvPr/>
          </p:nvCxnSpPr>
          <p:spPr>
            <a:xfrm>
              <a:off x="3360946"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16946"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58" name="グループ化 57"/>
          <p:cNvGrpSpPr/>
          <p:nvPr/>
        </p:nvGrpSpPr>
        <p:grpSpPr>
          <a:xfrm>
            <a:off x="2254713" y="337258"/>
            <a:ext cx="741835" cy="728258"/>
            <a:chOff x="2256604" y="355342"/>
            <a:chExt cx="741835" cy="728258"/>
          </a:xfrm>
        </p:grpSpPr>
        <p:sp>
          <p:nvSpPr>
            <p:cNvPr id="17" name="角丸四角形 16"/>
            <p:cNvSpPr/>
            <p:nvPr/>
          </p:nvSpPr>
          <p:spPr>
            <a:xfrm>
              <a:off x="22566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8" name="直線矢印コネクタ 17"/>
            <p:cNvCxnSpPr>
              <a:stCxn id="19" idx="4"/>
              <a:endCxn id="17" idx="0"/>
            </p:cNvCxnSpPr>
            <p:nvPr/>
          </p:nvCxnSpPr>
          <p:spPr>
            <a:xfrm>
              <a:off x="26275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4835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sp>
        <p:nvSpPr>
          <p:cNvPr id="40" name="テキスト ボックス 39"/>
          <p:cNvSpPr txBox="1"/>
          <p:nvPr/>
        </p:nvSpPr>
        <p:spPr>
          <a:xfrm>
            <a:off x="6688138" y="475325"/>
            <a:ext cx="5928569" cy="2000548"/>
          </a:xfrm>
          <a:prstGeom prst="rect">
            <a:avLst/>
          </a:prstGeom>
          <a:solidFill>
            <a:schemeClr val="bg1"/>
          </a:solidFill>
          <a:ln w="6350">
            <a:solidFill>
              <a:schemeClr val="tx1"/>
            </a:solidFill>
          </a:ln>
        </p:spPr>
        <p:txBody>
          <a:bodyPr wrap="square" rtlCol="0">
            <a:spAutoFit/>
          </a:bodyPr>
          <a:lstStyle/>
          <a:p>
            <a:r>
              <a:rPr lang="en-US" altLang="ja-JP" sz="1200">
                <a:latin typeface="Meiryo UI" panose="020B0604030504040204" pitchFamily="50" charset="-128"/>
                <a:ea typeface="Meiryo UI" panose="020B0604030504040204" pitchFamily="50" charset="-128"/>
                <a:cs typeface="Meiryo UI" panose="020B0604030504040204" pitchFamily="50" charset="-128"/>
              </a:rPr>
              <a:t>AUX1</a:t>
            </a:r>
            <a:r>
              <a:rPr lang="ja-JP" altLang="en-US" sz="1200">
                <a:latin typeface="Meiryo UI" panose="020B0604030504040204" pitchFamily="50" charset="-128"/>
                <a:ea typeface="Meiryo UI" panose="020B0604030504040204" pitchFamily="50" charset="-128"/>
                <a:cs typeface="Meiryo UI" panose="020B0604030504040204" pitchFamily="50" charset="-128"/>
              </a:rPr>
              <a:t>操作量に対する出力線図の確認と設定ができます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Signal</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area</a:t>
            </a:r>
          </a:p>
          <a:p>
            <a:pPr marL="180000">
              <a:tabLst>
                <a:tab pos="447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X	:</a:t>
            </a:r>
            <a:r>
              <a:rPr lang="ja-JP" altLang="en-US" sz="1200">
                <a:latin typeface="Meiryo UI" panose="020B0604030504040204" pitchFamily="50" charset="-128"/>
                <a:ea typeface="Meiryo UI" panose="020B0604030504040204" pitchFamily="50" charset="-128"/>
                <a:cs typeface="Meiryo UI" panose="020B0604030504040204" pitchFamily="50" charset="-128"/>
              </a:rPr>
              <a:t> 操作量</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447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Y	:</a:t>
            </a:r>
            <a:r>
              <a:rPr lang="ja-JP" altLang="en-US" sz="1200">
                <a:latin typeface="Meiryo UI" panose="020B0604030504040204" pitchFamily="50" charset="-128"/>
                <a:ea typeface="Meiryo UI" panose="020B0604030504040204" pitchFamily="50" charset="-128"/>
                <a:cs typeface="Meiryo UI" panose="020B0604030504040204" pitchFamily="50" charset="-128"/>
              </a:rPr>
              <a:t> 出力</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Back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AUX1</a:t>
            </a:r>
            <a:r>
              <a:rPr lang="ja-JP" altLang="en-US" sz="120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16351827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69" y="479425"/>
            <a:ext cx="6103286" cy="4236398"/>
          </a:xfrm>
          <a:prstGeom prst="rect">
            <a:avLst/>
          </a:prstGeom>
        </p:spPr>
      </p:pic>
      <p:sp>
        <p:nvSpPr>
          <p:cNvPr id="4" name="テキスト ボックス 3"/>
          <p:cNvSpPr txBox="1"/>
          <p:nvPr/>
        </p:nvSpPr>
        <p:spPr>
          <a:xfrm>
            <a:off x="312430" y="79315"/>
            <a:ext cx="5181098"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AUX1</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Current</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Setting(1Way</a:t>
            </a:r>
            <a:r>
              <a:rPr lang="ja-JP" altLang="en-US" sz="2000" err="1">
                <a:latin typeface="Meiryo UI" panose="020B0604030504040204" pitchFamily="50" charset="-128"/>
                <a:ea typeface="Meiryo UI" panose="020B0604030504040204" pitchFamily="50" charset="-128"/>
                <a:cs typeface="Meiryo UI" panose="020B0604030504040204" pitchFamily="50" charset="-128"/>
              </a:rPr>
              <a:t>、</a:t>
            </a:r>
            <a:r>
              <a:rPr lang="en-US" altLang="ja-JP" sz="2000">
                <a:latin typeface="Meiryo UI" panose="020B0604030504040204" pitchFamily="50" charset="-128"/>
                <a:ea typeface="Meiryo UI" panose="020B0604030504040204" pitchFamily="50" charset="-128"/>
                <a:cs typeface="Meiryo UI" panose="020B0604030504040204" pitchFamily="50" charset="-128"/>
              </a:rPr>
              <a:t>2Way)</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grpSp>
        <p:nvGrpSpPr>
          <p:cNvPr id="57" name="グループ化 56"/>
          <p:cNvGrpSpPr/>
          <p:nvPr/>
        </p:nvGrpSpPr>
        <p:grpSpPr>
          <a:xfrm>
            <a:off x="3004994" y="337258"/>
            <a:ext cx="741835" cy="728258"/>
            <a:chOff x="2990029" y="355342"/>
            <a:chExt cx="741835" cy="728258"/>
          </a:xfrm>
        </p:grpSpPr>
        <p:sp>
          <p:nvSpPr>
            <p:cNvPr id="13" name="角丸四角形 12"/>
            <p:cNvSpPr/>
            <p:nvPr/>
          </p:nvSpPr>
          <p:spPr>
            <a:xfrm>
              <a:off x="2990029"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4" name="直線矢印コネクタ 13"/>
            <p:cNvCxnSpPr>
              <a:stCxn id="15" idx="4"/>
              <a:endCxn id="13" idx="0"/>
            </p:cNvCxnSpPr>
            <p:nvPr/>
          </p:nvCxnSpPr>
          <p:spPr>
            <a:xfrm>
              <a:off x="3360946"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16946"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58" name="グループ化 57"/>
          <p:cNvGrpSpPr/>
          <p:nvPr/>
        </p:nvGrpSpPr>
        <p:grpSpPr>
          <a:xfrm>
            <a:off x="2254713" y="337258"/>
            <a:ext cx="741835" cy="728258"/>
            <a:chOff x="2256604" y="355342"/>
            <a:chExt cx="741835" cy="728258"/>
          </a:xfrm>
        </p:grpSpPr>
        <p:sp>
          <p:nvSpPr>
            <p:cNvPr id="17" name="角丸四角形 16"/>
            <p:cNvSpPr/>
            <p:nvPr/>
          </p:nvSpPr>
          <p:spPr>
            <a:xfrm>
              <a:off x="22566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8" name="直線矢印コネクタ 17"/>
            <p:cNvCxnSpPr>
              <a:stCxn id="19" idx="4"/>
              <a:endCxn id="17" idx="0"/>
            </p:cNvCxnSpPr>
            <p:nvPr/>
          </p:nvCxnSpPr>
          <p:spPr>
            <a:xfrm>
              <a:off x="26275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4835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sp>
        <p:nvSpPr>
          <p:cNvPr id="40" name="テキスト ボックス 39"/>
          <p:cNvSpPr txBox="1"/>
          <p:nvPr/>
        </p:nvSpPr>
        <p:spPr>
          <a:xfrm>
            <a:off x="6688138" y="475325"/>
            <a:ext cx="5928569" cy="2339102"/>
          </a:xfrm>
          <a:prstGeom prst="rect">
            <a:avLst/>
          </a:prstGeom>
          <a:solidFill>
            <a:schemeClr val="bg1"/>
          </a:solidFill>
          <a:ln w="6350">
            <a:solidFill>
              <a:schemeClr val="tx1"/>
            </a:solidFill>
          </a:ln>
        </p:spPr>
        <p:txBody>
          <a:bodyPr wrap="square" rtlCol="0">
            <a:spAutoFit/>
          </a:bodyPr>
          <a:lstStyle/>
          <a:p>
            <a:r>
              <a:rPr lang="en-US" altLang="ja-JP" sz="1200">
                <a:latin typeface="Meiryo UI" panose="020B0604030504040204" pitchFamily="50" charset="-128"/>
                <a:ea typeface="Meiryo UI" panose="020B0604030504040204" pitchFamily="50" charset="-128"/>
                <a:cs typeface="Meiryo UI" panose="020B0604030504040204" pitchFamily="50" charset="-128"/>
              </a:rPr>
              <a:t>AUX1(1Way</a:t>
            </a:r>
            <a:r>
              <a:rPr lang="ja-JP" altLang="en-US" sz="1200" err="1">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2Way)</a:t>
            </a:r>
            <a:r>
              <a:rPr lang="ja-JP" altLang="en-US" sz="1200">
                <a:latin typeface="Meiryo UI" panose="020B0604030504040204" pitchFamily="50" charset="-128"/>
                <a:ea typeface="Meiryo UI" panose="020B0604030504040204" pitchFamily="50" charset="-128"/>
                <a:cs typeface="Meiryo UI" panose="020B0604030504040204" pitchFamily="50" charset="-128"/>
              </a:rPr>
              <a:t>操作量に対するソレノイドへの出力線図の確認と設定ができます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Signal</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area</a:t>
            </a:r>
          </a:p>
          <a:p>
            <a:pPr marL="180000">
              <a:tabLst>
                <a:tab pos="447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X	:</a:t>
            </a:r>
            <a:r>
              <a:rPr lang="ja-JP" altLang="en-US" sz="1200">
                <a:latin typeface="Meiryo UI" panose="020B0604030504040204" pitchFamily="50" charset="-128"/>
                <a:ea typeface="Meiryo UI" panose="020B0604030504040204" pitchFamily="50" charset="-128"/>
                <a:cs typeface="Meiryo UI" panose="020B0604030504040204" pitchFamily="50" charset="-128"/>
              </a:rPr>
              <a:t> 操作量</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447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Y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AUX1</a:t>
            </a:r>
            <a:r>
              <a:rPr lang="ja-JP" altLang="en-US" sz="1200">
                <a:latin typeface="Meiryo UI" panose="020B0604030504040204" pitchFamily="50" charset="-128"/>
                <a:ea typeface="Meiryo UI" panose="020B0604030504040204" pitchFamily="50" charset="-128"/>
                <a:cs typeface="Meiryo UI" panose="020B0604030504040204" pitchFamily="50" charset="-128"/>
              </a:rPr>
              <a:t>ソレノイド出力電流</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Back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AUX1</a:t>
            </a:r>
            <a:r>
              <a:rPr lang="ja-JP" altLang="en-US" sz="120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④</a:t>
            </a:r>
            <a:r>
              <a:rPr lang="en-US" altLang="ja-JP" sz="1200">
                <a:latin typeface="Meiryo UI" panose="020B0604030504040204" pitchFamily="50" charset="-128"/>
                <a:ea typeface="Meiryo UI" panose="020B0604030504040204" pitchFamily="50" charset="-128"/>
                <a:cs typeface="Meiryo UI" panose="020B0604030504040204" pitchFamily="50" charset="-128"/>
              </a:rPr>
              <a:t>Default	:</a:t>
            </a:r>
            <a:r>
              <a:rPr lang="ja-JP" altLang="en-US" sz="1200">
                <a:latin typeface="Meiryo UI" panose="020B0604030504040204" pitchFamily="50" charset="-128"/>
                <a:ea typeface="Meiryo UI" panose="020B0604030504040204" pitchFamily="50" charset="-128"/>
                <a:cs typeface="Meiryo UI" panose="020B0604030504040204" pitchFamily="50" charset="-128"/>
              </a:rPr>
              <a:t> 出荷時の流量設定が確認できます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0" name="グループ化 19"/>
          <p:cNvGrpSpPr/>
          <p:nvPr/>
        </p:nvGrpSpPr>
        <p:grpSpPr>
          <a:xfrm>
            <a:off x="4970009" y="337258"/>
            <a:ext cx="741835" cy="728258"/>
            <a:chOff x="2990029" y="355342"/>
            <a:chExt cx="741835" cy="728258"/>
          </a:xfrm>
        </p:grpSpPr>
        <p:sp>
          <p:nvSpPr>
            <p:cNvPr id="21" name="角丸四角形 20"/>
            <p:cNvSpPr/>
            <p:nvPr/>
          </p:nvSpPr>
          <p:spPr>
            <a:xfrm>
              <a:off x="2990029"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22" name="直線矢印コネクタ 21"/>
            <p:cNvCxnSpPr>
              <a:stCxn id="23" idx="4"/>
              <a:endCxn id="21" idx="0"/>
            </p:cNvCxnSpPr>
            <p:nvPr/>
          </p:nvCxnSpPr>
          <p:spPr>
            <a:xfrm>
              <a:off x="3360946"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円/楕円 22"/>
            <p:cNvSpPr/>
            <p:nvPr/>
          </p:nvSpPr>
          <p:spPr>
            <a:xfrm>
              <a:off x="3216946"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4</a:t>
              </a:r>
              <a:endParaRPr lang="ja-JP" altLang="en-US" sz="1800">
                <a:solidFill>
                  <a:srgbClr val="FF0000"/>
                </a:solidFill>
              </a:endParaRPr>
            </a:p>
          </p:txBody>
        </p:sp>
      </p:grpSp>
      <p:sp>
        <p:nvSpPr>
          <p:cNvPr id="3" name="テキスト ボックス 2"/>
          <p:cNvSpPr txBox="1"/>
          <p:nvPr/>
        </p:nvSpPr>
        <p:spPr>
          <a:xfrm>
            <a:off x="4835509" y="4727185"/>
            <a:ext cx="1717137" cy="261610"/>
          </a:xfrm>
          <a:prstGeom prst="rect">
            <a:avLst/>
          </a:prstGeom>
          <a:noFill/>
        </p:spPr>
        <p:txBody>
          <a:bodyPr wrap="none" rtlCol="0">
            <a:spAutoFit/>
          </a:bodyPr>
          <a:lstStyle/>
          <a:p>
            <a:r>
              <a:rPr kumimoji="1" lang="ja-JP" altLang="en-US" sz="1100"/>
              <a:t>注） 画面は</a:t>
            </a:r>
            <a:r>
              <a:rPr kumimoji="1" lang="en-US" altLang="ja-JP" sz="1100"/>
              <a:t>1Way</a:t>
            </a:r>
            <a:r>
              <a:rPr kumimoji="1" lang="ja-JP" altLang="en-US" sz="1100"/>
              <a:t>時のもの</a:t>
            </a:r>
          </a:p>
        </p:txBody>
      </p:sp>
    </p:spTree>
    <p:extLst>
      <p:ext uri="{BB962C8B-B14F-4D97-AF65-F5344CB8AC3E}">
        <p14:creationId xmlns:p14="http://schemas.microsoft.com/office/powerpoint/2010/main" val="734449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69" y="479425"/>
            <a:ext cx="6103286" cy="4236398"/>
          </a:xfrm>
          <a:prstGeom prst="rect">
            <a:avLst/>
          </a:prstGeom>
        </p:spPr>
      </p:pic>
      <p:sp>
        <p:nvSpPr>
          <p:cNvPr id="4" name="テキスト ボックス 3"/>
          <p:cNvSpPr txBox="1"/>
          <p:nvPr/>
        </p:nvSpPr>
        <p:spPr>
          <a:xfrm>
            <a:off x="312430" y="79315"/>
            <a:ext cx="3379708"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AUX1</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Factory</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Default</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sp>
        <p:nvSpPr>
          <p:cNvPr id="40" name="テキスト ボックス 39"/>
          <p:cNvSpPr txBox="1"/>
          <p:nvPr/>
        </p:nvSpPr>
        <p:spPr>
          <a:xfrm>
            <a:off x="6688138" y="475325"/>
            <a:ext cx="5928569" cy="615553"/>
          </a:xfrm>
          <a:prstGeom prst="rect">
            <a:avLst/>
          </a:prstGeom>
          <a:solidFill>
            <a:schemeClr val="bg1"/>
          </a:solidFill>
          <a:ln w="6350">
            <a:solidFill>
              <a:schemeClr val="tx1"/>
            </a:solidFill>
          </a:ln>
        </p:spPr>
        <p:txBody>
          <a:bodyPr wrap="square" rtlCol="0">
            <a:spAutoFit/>
          </a:bodyPr>
          <a:lstStyle/>
          <a:p>
            <a:r>
              <a:rPr lang="en-US" altLang="ja-JP" sz="1200">
                <a:latin typeface="Meiryo UI" panose="020B0604030504040204" pitchFamily="50" charset="-128"/>
                <a:ea typeface="Meiryo UI" panose="020B0604030504040204" pitchFamily="50" charset="-128"/>
                <a:cs typeface="Meiryo UI" panose="020B0604030504040204" pitchFamily="50" charset="-128"/>
              </a:rPr>
              <a:t>AUX1</a:t>
            </a:r>
            <a:r>
              <a:rPr lang="ja-JP" altLang="en-US" sz="1200">
                <a:latin typeface="Meiryo UI" panose="020B0604030504040204" pitchFamily="50" charset="-128"/>
                <a:ea typeface="Meiryo UI" panose="020B0604030504040204" pitchFamily="50" charset="-128"/>
                <a:cs typeface="Meiryo UI" panose="020B0604030504040204" pitchFamily="50" charset="-128"/>
              </a:rPr>
              <a:t>ソレノイド出力線図の出荷時の設定を確認できます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623888"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Back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AUX1</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Current</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Setting</a:t>
            </a:r>
            <a:r>
              <a:rPr lang="ja-JP" altLang="en-US" sz="120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1359213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70" y="479425"/>
            <a:ext cx="6103284" cy="4236398"/>
          </a:xfrm>
          <a:prstGeom prst="rect">
            <a:avLst/>
          </a:prstGeom>
        </p:spPr>
      </p:pic>
      <p:sp>
        <p:nvSpPr>
          <p:cNvPr id="4" name="テキスト ボックス 3"/>
          <p:cNvSpPr txBox="1"/>
          <p:nvPr/>
        </p:nvSpPr>
        <p:spPr>
          <a:xfrm>
            <a:off x="312430" y="79315"/>
            <a:ext cx="3562385"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AUX1</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Lifting</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Operation</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sp>
        <p:nvSpPr>
          <p:cNvPr id="40" name="テキスト ボックス 39"/>
          <p:cNvSpPr txBox="1"/>
          <p:nvPr/>
        </p:nvSpPr>
        <p:spPr>
          <a:xfrm>
            <a:off x="6688138" y="475325"/>
            <a:ext cx="5928569" cy="1292662"/>
          </a:xfrm>
          <a:prstGeom prst="rect">
            <a:avLst/>
          </a:prstGeom>
          <a:solidFill>
            <a:schemeClr val="bg1"/>
          </a:solidFill>
          <a:ln w="6350">
            <a:solidFill>
              <a:schemeClr val="tx1"/>
            </a:solidFill>
          </a:ln>
        </p:spPr>
        <p:txBody>
          <a:bodyPr wrap="square" rtlCol="0">
            <a:spAutoFit/>
          </a:bodyPr>
          <a:lstStyle/>
          <a:p>
            <a:r>
              <a:rPr lang="en-US" altLang="ja-JP" sz="1200">
                <a:latin typeface="Meiryo UI" panose="020B0604030504040204" pitchFamily="50" charset="-128"/>
                <a:ea typeface="Meiryo UI" panose="020B0604030504040204" pitchFamily="50" charset="-128"/>
                <a:cs typeface="Meiryo UI" panose="020B0604030504040204" pitchFamily="50" charset="-128"/>
              </a:rPr>
              <a:t>AUX1</a:t>
            </a:r>
            <a:r>
              <a:rPr lang="ja-JP" altLang="en-US" sz="1200" err="1">
                <a:latin typeface="Meiryo UI" panose="020B0604030504040204" pitchFamily="50" charset="-128"/>
                <a:ea typeface="Meiryo UI" panose="020B0604030504040204" pitchFamily="50" charset="-128"/>
                <a:cs typeface="Meiryo UI" panose="020B0604030504040204" pitchFamily="50" charset="-128"/>
              </a:rPr>
              <a:t>の微</a:t>
            </a:r>
            <a:r>
              <a:rPr lang="ja-JP" altLang="en-US" sz="1200">
                <a:latin typeface="Meiryo UI" panose="020B0604030504040204" pitchFamily="50" charset="-128"/>
                <a:ea typeface="Meiryo UI" panose="020B0604030504040204" pitchFamily="50" charset="-128"/>
                <a:cs typeface="Meiryo UI" panose="020B0604030504040204" pitchFamily="50" charset="-128"/>
              </a:rPr>
              <a:t>操作時のソレノイド出力電流を設定できます。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125412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Back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AUX1</a:t>
            </a:r>
            <a:r>
              <a:rPr lang="ja-JP" altLang="en-US" sz="120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125412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125412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9" name="グループ化 8"/>
          <p:cNvGrpSpPr/>
          <p:nvPr/>
        </p:nvGrpSpPr>
        <p:grpSpPr>
          <a:xfrm>
            <a:off x="3004994" y="337258"/>
            <a:ext cx="741835" cy="728258"/>
            <a:chOff x="2990029" y="355342"/>
            <a:chExt cx="741835" cy="728258"/>
          </a:xfrm>
        </p:grpSpPr>
        <p:sp>
          <p:nvSpPr>
            <p:cNvPr id="13" name="角丸四角形 12"/>
            <p:cNvSpPr/>
            <p:nvPr/>
          </p:nvSpPr>
          <p:spPr>
            <a:xfrm>
              <a:off x="2990029"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4" name="直線矢印コネクタ 13"/>
            <p:cNvCxnSpPr>
              <a:stCxn id="15" idx="4"/>
              <a:endCxn id="13" idx="0"/>
            </p:cNvCxnSpPr>
            <p:nvPr/>
          </p:nvCxnSpPr>
          <p:spPr>
            <a:xfrm>
              <a:off x="3360946"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16946"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16" name="グループ化 15"/>
          <p:cNvGrpSpPr/>
          <p:nvPr/>
        </p:nvGrpSpPr>
        <p:grpSpPr>
          <a:xfrm>
            <a:off x="2254713" y="337258"/>
            <a:ext cx="741835" cy="728258"/>
            <a:chOff x="2256604" y="355342"/>
            <a:chExt cx="741835" cy="728258"/>
          </a:xfrm>
        </p:grpSpPr>
        <p:sp>
          <p:nvSpPr>
            <p:cNvPr id="17" name="角丸四角形 16"/>
            <p:cNvSpPr/>
            <p:nvPr/>
          </p:nvSpPr>
          <p:spPr>
            <a:xfrm>
              <a:off x="22566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8" name="直線矢印コネクタ 17"/>
            <p:cNvCxnSpPr>
              <a:stCxn id="19" idx="4"/>
              <a:endCxn id="17" idx="0"/>
            </p:cNvCxnSpPr>
            <p:nvPr/>
          </p:nvCxnSpPr>
          <p:spPr>
            <a:xfrm>
              <a:off x="26275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4835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spTree>
    <p:extLst>
      <p:ext uri="{BB962C8B-B14F-4D97-AF65-F5344CB8AC3E}">
        <p14:creationId xmlns:p14="http://schemas.microsoft.com/office/powerpoint/2010/main" val="6901212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324269" y="489346"/>
            <a:ext cx="6103286" cy="4216555"/>
          </a:xfrm>
          <a:prstGeom prst="rect">
            <a:avLst/>
          </a:prstGeom>
        </p:spPr>
      </p:pic>
      <p:sp>
        <p:nvSpPr>
          <p:cNvPr id="4" name="テキスト ボックス 3"/>
          <p:cNvSpPr txBox="1"/>
          <p:nvPr/>
        </p:nvSpPr>
        <p:spPr>
          <a:xfrm>
            <a:off x="312430" y="79315"/>
            <a:ext cx="3521092"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AUX1</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Pressure</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Setting</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grpSp>
        <p:nvGrpSpPr>
          <p:cNvPr id="57" name="グループ化 56"/>
          <p:cNvGrpSpPr/>
          <p:nvPr/>
        </p:nvGrpSpPr>
        <p:grpSpPr>
          <a:xfrm>
            <a:off x="3004994" y="337258"/>
            <a:ext cx="741835" cy="728258"/>
            <a:chOff x="2990029" y="355342"/>
            <a:chExt cx="741835" cy="728258"/>
          </a:xfrm>
        </p:grpSpPr>
        <p:sp>
          <p:nvSpPr>
            <p:cNvPr id="13" name="角丸四角形 12"/>
            <p:cNvSpPr/>
            <p:nvPr/>
          </p:nvSpPr>
          <p:spPr>
            <a:xfrm>
              <a:off x="2990029"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4" name="直線矢印コネクタ 13"/>
            <p:cNvCxnSpPr>
              <a:stCxn id="15" idx="4"/>
              <a:endCxn id="13" idx="0"/>
            </p:cNvCxnSpPr>
            <p:nvPr/>
          </p:nvCxnSpPr>
          <p:spPr>
            <a:xfrm>
              <a:off x="3360946"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16946"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58" name="グループ化 57"/>
          <p:cNvGrpSpPr/>
          <p:nvPr/>
        </p:nvGrpSpPr>
        <p:grpSpPr>
          <a:xfrm>
            <a:off x="2254713" y="337258"/>
            <a:ext cx="741835" cy="728258"/>
            <a:chOff x="2256604" y="355342"/>
            <a:chExt cx="741835" cy="728258"/>
          </a:xfrm>
        </p:grpSpPr>
        <p:sp>
          <p:nvSpPr>
            <p:cNvPr id="17" name="角丸四角形 16"/>
            <p:cNvSpPr/>
            <p:nvPr/>
          </p:nvSpPr>
          <p:spPr>
            <a:xfrm>
              <a:off x="22566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8" name="直線矢印コネクタ 17"/>
            <p:cNvCxnSpPr>
              <a:stCxn id="19" idx="4"/>
              <a:endCxn id="17" idx="0"/>
            </p:cNvCxnSpPr>
            <p:nvPr/>
          </p:nvCxnSpPr>
          <p:spPr>
            <a:xfrm>
              <a:off x="26275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4835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sp>
        <p:nvSpPr>
          <p:cNvPr id="40" name="テキスト ボックス 39"/>
          <p:cNvSpPr txBox="1"/>
          <p:nvPr/>
        </p:nvSpPr>
        <p:spPr>
          <a:xfrm>
            <a:off x="6688138" y="475325"/>
            <a:ext cx="5928569" cy="2339102"/>
          </a:xfrm>
          <a:prstGeom prst="rect">
            <a:avLst/>
          </a:prstGeom>
          <a:solidFill>
            <a:schemeClr val="bg1"/>
          </a:solidFill>
          <a:ln w="6350">
            <a:solidFill>
              <a:schemeClr val="tx1"/>
            </a:solidFill>
          </a:ln>
        </p:spPr>
        <p:txBody>
          <a:bodyPr wrap="square" rtlCol="0">
            <a:spAutoFit/>
          </a:bodyPr>
          <a:lstStyle/>
          <a:p>
            <a:r>
              <a:rPr lang="en-US" altLang="ja-JP" sz="1200">
                <a:latin typeface="Meiryo UI" panose="020B0604030504040204" pitchFamily="50" charset="-128"/>
                <a:ea typeface="Meiryo UI" panose="020B0604030504040204" pitchFamily="50" charset="-128"/>
                <a:cs typeface="Meiryo UI" panose="020B0604030504040204" pitchFamily="50" charset="-128"/>
              </a:rPr>
              <a:t>AUX1</a:t>
            </a:r>
            <a:r>
              <a:rPr lang="ja-JP" altLang="en-US" sz="1200">
                <a:latin typeface="Meiryo UI" panose="020B0604030504040204" pitchFamily="50" charset="-128"/>
                <a:ea typeface="Meiryo UI" panose="020B0604030504040204" pitchFamily="50" charset="-128"/>
                <a:cs typeface="Meiryo UI" panose="020B0604030504040204" pitchFamily="50" charset="-128"/>
              </a:rPr>
              <a:t>の圧力調整ソレノイドへの出力線図の確認と設定ができます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Signal</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area</a:t>
            </a:r>
          </a:p>
          <a:p>
            <a:pPr marL="180000">
              <a:tabLst>
                <a:tab pos="447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X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AUX1</a:t>
            </a:r>
            <a:r>
              <a:rPr lang="ja-JP" altLang="en-US" sz="1200">
                <a:latin typeface="Meiryo UI" panose="020B0604030504040204" pitchFamily="50" charset="-128"/>
                <a:ea typeface="Meiryo UI" panose="020B0604030504040204" pitchFamily="50" charset="-128"/>
                <a:cs typeface="Meiryo UI" panose="020B0604030504040204" pitchFamily="50" charset="-128"/>
              </a:rPr>
              <a:t>圧力</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447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Y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AUX1</a:t>
            </a:r>
            <a:r>
              <a:rPr lang="ja-JP" altLang="en-US" sz="1200">
                <a:latin typeface="Meiryo UI" panose="020B0604030504040204" pitchFamily="50" charset="-128"/>
                <a:ea typeface="Meiryo UI" panose="020B0604030504040204" pitchFamily="50" charset="-128"/>
                <a:cs typeface="Meiryo UI" panose="020B0604030504040204" pitchFamily="50" charset="-128"/>
              </a:rPr>
              <a:t>圧力調整ソレノイド出力電流</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Back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AUX1</a:t>
            </a:r>
            <a:r>
              <a:rPr lang="ja-JP" altLang="en-US" sz="120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④</a:t>
            </a: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Reset	</a:t>
            </a:r>
            <a:r>
              <a:rPr lang="ja-JP" altLang="en-US"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：設定をデフォルト値に戻します</a:t>
            </a:r>
            <a:endPar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3" name="グループ化 2">
            <a:extLst>
              <a:ext uri="{FF2B5EF4-FFF2-40B4-BE49-F238E27FC236}">
                <a16:creationId xmlns:a16="http://schemas.microsoft.com/office/drawing/2014/main" id="{FA8526CF-8B7E-D733-D0CC-73673461B0A4}"/>
              </a:ext>
            </a:extLst>
          </p:cNvPr>
          <p:cNvGrpSpPr/>
          <p:nvPr/>
        </p:nvGrpSpPr>
        <p:grpSpPr>
          <a:xfrm>
            <a:off x="5697909" y="4450209"/>
            <a:ext cx="741835" cy="719415"/>
            <a:chOff x="6028504" y="824337"/>
            <a:chExt cx="741835" cy="719415"/>
          </a:xfrm>
        </p:grpSpPr>
        <p:sp>
          <p:nvSpPr>
            <p:cNvPr id="5" name="角丸四角形 9">
              <a:extLst>
                <a:ext uri="{FF2B5EF4-FFF2-40B4-BE49-F238E27FC236}">
                  <a16:creationId xmlns:a16="http://schemas.microsoft.com/office/drawing/2014/main" id="{E8A6F685-12FA-1BE7-859C-D45A2D305222}"/>
                </a:ext>
              </a:extLst>
            </p:cNvPr>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6" name="直線矢印コネクタ 5">
              <a:extLst>
                <a:ext uri="{FF2B5EF4-FFF2-40B4-BE49-F238E27FC236}">
                  <a16:creationId xmlns:a16="http://schemas.microsoft.com/office/drawing/2014/main" id="{EBE6C9F9-100D-0BC3-00AA-8471785FF5C9}"/>
                </a:ext>
              </a:extLst>
            </p:cNvPr>
            <p:cNvCxnSpPr>
              <a:cxnSpLocks/>
              <a:stCxn id="7" idx="0"/>
              <a:endCxn id="5" idx="2"/>
            </p:cNvCxnSpPr>
            <p:nvPr/>
          </p:nvCxnSpPr>
          <p:spPr>
            <a:xfrm flipV="1">
              <a:off x="6399422" y="1083600"/>
              <a:ext cx="0" cy="17215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円/楕円 11">
              <a:extLst>
                <a:ext uri="{FF2B5EF4-FFF2-40B4-BE49-F238E27FC236}">
                  <a16:creationId xmlns:a16="http://schemas.microsoft.com/office/drawing/2014/main" id="{1AFF3A20-CF89-4C64-0760-266CA276763F}"/>
                </a:ext>
              </a:extLst>
            </p:cNvPr>
            <p:cNvSpPr/>
            <p:nvPr/>
          </p:nvSpPr>
          <p:spPr>
            <a:xfrm>
              <a:off x="6255422" y="125575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4</a:t>
              </a:r>
            </a:p>
          </p:txBody>
        </p:sp>
      </p:grpSp>
      <p:sp>
        <p:nvSpPr>
          <p:cNvPr id="21" name="テキスト ボックス 20">
            <a:extLst>
              <a:ext uri="{FF2B5EF4-FFF2-40B4-BE49-F238E27FC236}">
                <a16:creationId xmlns:a16="http://schemas.microsoft.com/office/drawing/2014/main" id="{EFE02A13-5CFE-87E4-982F-1BA0CD7C7A45}"/>
              </a:ext>
            </a:extLst>
          </p:cNvPr>
          <p:cNvSpPr txBox="1"/>
          <p:nvPr/>
        </p:nvSpPr>
        <p:spPr>
          <a:xfrm>
            <a:off x="9853471" y="2445095"/>
            <a:ext cx="2207656" cy="369332"/>
          </a:xfrm>
          <a:prstGeom prst="rect">
            <a:avLst/>
          </a:prstGeom>
          <a:noFill/>
        </p:spPr>
        <p:txBody>
          <a:bodyPr wrap="none" rtlCol="0">
            <a:spAutoFit/>
          </a:bodyPr>
          <a:lstStyle/>
          <a:p>
            <a:r>
              <a:rPr kumimoji="1" lang="ja-JP" altLang="en-US" sz="900">
                <a:solidFill>
                  <a:srgbClr val="FF0000"/>
                </a:solidFill>
              </a:rPr>
              <a:t>△</a:t>
            </a:r>
            <a:r>
              <a:rPr kumimoji="1" lang="en-US" altLang="ja-JP" sz="900">
                <a:solidFill>
                  <a:srgbClr val="FF0000"/>
                </a:solidFill>
              </a:rPr>
              <a:t>04</a:t>
            </a:r>
            <a:br>
              <a:rPr kumimoji="1" lang="en-US" altLang="ja-JP" sz="900">
                <a:solidFill>
                  <a:srgbClr val="FF0000"/>
                </a:solidFill>
              </a:rPr>
            </a:br>
            <a:r>
              <a:rPr kumimoji="1" lang="ja-JP" altLang="en-US" sz="900">
                <a:solidFill>
                  <a:srgbClr val="FF0000"/>
                </a:solidFill>
              </a:rPr>
              <a:t>ページ内の変数をリセットできるようにした</a:t>
            </a:r>
            <a:endParaRPr kumimoji="1" lang="en-US" altLang="ja-JP" sz="900">
              <a:solidFill>
                <a:srgbClr val="FF0000"/>
              </a:solidFill>
            </a:endParaRPr>
          </a:p>
        </p:txBody>
      </p:sp>
    </p:spTree>
    <p:extLst>
      <p:ext uri="{BB962C8B-B14F-4D97-AF65-F5344CB8AC3E}">
        <p14:creationId xmlns:p14="http://schemas.microsoft.com/office/powerpoint/2010/main" val="21794067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70" y="479425"/>
            <a:ext cx="6103284" cy="4236398"/>
          </a:xfrm>
          <a:prstGeom prst="rect">
            <a:avLst/>
          </a:prstGeom>
        </p:spPr>
      </p:pic>
      <p:sp>
        <p:nvSpPr>
          <p:cNvPr id="4" name="テキスト ボックス 3"/>
          <p:cNvSpPr txBox="1"/>
          <p:nvPr/>
        </p:nvSpPr>
        <p:spPr>
          <a:xfrm>
            <a:off x="312430" y="79315"/>
            <a:ext cx="3521092"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AUX1</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Pressure</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Setting</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grpSp>
        <p:nvGrpSpPr>
          <p:cNvPr id="57" name="グループ化 56"/>
          <p:cNvGrpSpPr/>
          <p:nvPr/>
        </p:nvGrpSpPr>
        <p:grpSpPr>
          <a:xfrm>
            <a:off x="3004994" y="337258"/>
            <a:ext cx="741835" cy="728258"/>
            <a:chOff x="2990029" y="355342"/>
            <a:chExt cx="741835" cy="728258"/>
          </a:xfrm>
        </p:grpSpPr>
        <p:sp>
          <p:nvSpPr>
            <p:cNvPr id="13" name="角丸四角形 12"/>
            <p:cNvSpPr/>
            <p:nvPr/>
          </p:nvSpPr>
          <p:spPr>
            <a:xfrm>
              <a:off x="2990029"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4" name="直線矢印コネクタ 13"/>
            <p:cNvCxnSpPr>
              <a:stCxn id="15" idx="4"/>
              <a:endCxn id="13" idx="0"/>
            </p:cNvCxnSpPr>
            <p:nvPr/>
          </p:nvCxnSpPr>
          <p:spPr>
            <a:xfrm>
              <a:off x="3360946"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16946"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58" name="グループ化 57"/>
          <p:cNvGrpSpPr/>
          <p:nvPr/>
        </p:nvGrpSpPr>
        <p:grpSpPr>
          <a:xfrm>
            <a:off x="2254713" y="337258"/>
            <a:ext cx="741835" cy="728258"/>
            <a:chOff x="2256604" y="355342"/>
            <a:chExt cx="741835" cy="728258"/>
          </a:xfrm>
        </p:grpSpPr>
        <p:sp>
          <p:nvSpPr>
            <p:cNvPr id="17" name="角丸四角形 16"/>
            <p:cNvSpPr/>
            <p:nvPr/>
          </p:nvSpPr>
          <p:spPr>
            <a:xfrm>
              <a:off x="22566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8" name="直線矢印コネクタ 17"/>
            <p:cNvCxnSpPr>
              <a:stCxn id="19" idx="4"/>
              <a:endCxn id="17" idx="0"/>
            </p:cNvCxnSpPr>
            <p:nvPr/>
          </p:nvCxnSpPr>
          <p:spPr>
            <a:xfrm>
              <a:off x="26275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4835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sp>
        <p:nvSpPr>
          <p:cNvPr id="20" name="テキスト ボックス 19"/>
          <p:cNvSpPr txBox="1"/>
          <p:nvPr/>
        </p:nvSpPr>
        <p:spPr>
          <a:xfrm>
            <a:off x="6688138" y="479425"/>
            <a:ext cx="5424755" cy="4154984"/>
          </a:xfrm>
          <a:prstGeom prst="rect">
            <a:avLst/>
          </a:prstGeom>
          <a:solidFill>
            <a:schemeClr val="bg1"/>
          </a:solidFill>
          <a:ln w="12700">
            <a:solidFill>
              <a:schemeClr val="tx1"/>
            </a:solidFill>
          </a:ln>
        </p:spPr>
        <p:txBody>
          <a:bodyPr wrap="non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最大リリーフ圧の変更が出来ます。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b="1">
                <a:solidFill>
                  <a:srgbClr val="FF0000"/>
                </a:solidFill>
                <a:latin typeface="Meiryo UI" panose="020B0604030504040204" pitchFamily="50" charset="-128"/>
                <a:ea typeface="Meiryo UI" panose="020B0604030504040204" pitchFamily="50" charset="-128"/>
                <a:cs typeface="Meiryo UI" panose="020B0604030504040204" pitchFamily="50" charset="-128"/>
              </a:rPr>
              <a:t>注意！！</a:t>
            </a:r>
            <a:endParaRPr lang="en-US" altLang="ja-JP" sz="1200" b="1">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marL="180000"/>
            <a:r>
              <a:rPr lang="ja-JP"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この機能を有効にすると第</a:t>
            </a: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1</a:t>
            </a:r>
            <a:r>
              <a:rPr lang="ja-JP"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サービスの最高圧力を</a:t>
            </a: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27MPa</a:t>
            </a:r>
            <a:r>
              <a:rPr lang="ja-JP"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まで高めることができます。</a:t>
            </a:r>
          </a:p>
          <a:p>
            <a:pPr marL="180000"/>
            <a:r>
              <a:rPr lang="ja-JP"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機能を有効にする際は耐圧専用ホースへの交換、</a:t>
            </a:r>
            <a:endPar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marL="180000"/>
            <a:r>
              <a:rPr lang="ja-JP"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ポートリリーフの設定値変更を必ず行って下さい。</a:t>
            </a:r>
          </a:p>
          <a:p>
            <a:pPr marL="180000"/>
            <a:r>
              <a:rPr lang="ja-JP"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尚、竹内は第</a:t>
            </a: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1</a:t>
            </a:r>
            <a:r>
              <a:rPr lang="ja-JP"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サービスの最高圧力を</a:t>
            </a: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21MPa</a:t>
            </a:r>
            <a:r>
              <a:rPr lang="ja-JP"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までしか保証しておりません。</a:t>
            </a:r>
            <a:endPar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marL="180000"/>
            <a:r>
              <a:rPr lang="ja-JP"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耐圧専用のホースへの交換及びポートリリーフの設定値変更を行ったといえども、</a:t>
            </a:r>
            <a:endPar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marL="180000"/>
            <a:r>
              <a:rPr lang="ja-JP"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この機能を有効にしての製品の故障・事故・負傷一切の責任は</a:t>
            </a:r>
            <a:endPar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marL="180000"/>
            <a:r>
              <a:rPr lang="ja-JP"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負いかねますのでご了承下さい。</a:t>
            </a: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Back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AUX1</a:t>
            </a:r>
            <a:r>
              <a:rPr lang="ja-JP" altLang="en-US" sz="120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④</a:t>
            </a:r>
            <a:r>
              <a:rPr lang="en-US" altLang="ja-JP" sz="1200">
                <a:latin typeface="Meiryo UI" panose="020B0604030504040204" pitchFamily="50" charset="-128"/>
                <a:ea typeface="Meiryo UI" panose="020B0604030504040204" pitchFamily="50" charset="-128"/>
                <a:cs typeface="Meiryo UI" panose="020B0604030504040204" pitchFamily="50" charset="-128"/>
              </a:rPr>
              <a:t>I</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accept	:</a:t>
            </a:r>
            <a:r>
              <a:rPr lang="ja-JP" altLang="en-US" sz="1200">
                <a:latin typeface="Meiryo UI" panose="020B0604030504040204" pitchFamily="50" charset="-128"/>
                <a:ea typeface="Meiryo UI" panose="020B0604030504040204" pitchFamily="50" charset="-128"/>
                <a:cs typeface="Meiryo UI" panose="020B0604030504040204" pitchFamily="50" charset="-128"/>
              </a:rPr>
              <a:t> 押すと⑤が表示されます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⑥</a:t>
            </a:r>
            <a:r>
              <a:rPr lang="en-US" altLang="ja-JP" sz="1200">
                <a:latin typeface="Meiryo UI" panose="020B0604030504040204" pitchFamily="50" charset="-128"/>
                <a:ea typeface="Meiryo UI" panose="020B0604030504040204" pitchFamily="50" charset="-128"/>
                <a:cs typeface="Meiryo UI" panose="020B0604030504040204" pitchFamily="50" charset="-128"/>
              </a:rPr>
              <a:t>Change	:</a:t>
            </a:r>
            <a:r>
              <a:rPr lang="ja-JP" altLang="en-US" sz="1200">
                <a:latin typeface="Meiryo UI" panose="020B0604030504040204" pitchFamily="50" charset="-128"/>
                <a:ea typeface="Meiryo UI" panose="020B0604030504040204" pitchFamily="50" charset="-128"/>
                <a:cs typeface="Meiryo UI" panose="020B0604030504040204" pitchFamily="50" charset="-128"/>
              </a:rPr>
              <a:t> 最大設定可能圧が</a:t>
            </a:r>
            <a:r>
              <a:rPr lang="en-US" altLang="ja-JP" sz="1200">
                <a:latin typeface="Meiryo UI" panose="020B0604030504040204" pitchFamily="50" charset="-128"/>
                <a:ea typeface="Meiryo UI" panose="020B0604030504040204" pitchFamily="50" charset="-128"/>
                <a:cs typeface="Meiryo UI" panose="020B0604030504040204" pitchFamily="50" charset="-128"/>
              </a:rPr>
              <a:t>27MPa</a:t>
            </a:r>
            <a:r>
              <a:rPr lang="ja-JP" altLang="en-US" sz="1200">
                <a:latin typeface="Meiryo UI" panose="020B0604030504040204" pitchFamily="50" charset="-128"/>
                <a:ea typeface="Meiryo UI" panose="020B0604030504040204" pitchFamily="50" charset="-128"/>
                <a:cs typeface="Meiryo UI" panose="020B0604030504040204" pitchFamily="50" charset="-128"/>
              </a:rPr>
              <a:t>に変更されます</a:t>
            </a:r>
            <a:br>
              <a:rPr lang="en-US" altLang="ja-JP" sz="1200">
                <a:latin typeface="Meiryo UI" panose="020B0604030504040204" pitchFamily="50" charset="-128"/>
                <a:ea typeface="Meiryo UI" panose="020B0604030504040204" pitchFamily="50" charset="-128"/>
                <a:cs typeface="Meiryo UI" panose="020B0604030504040204" pitchFamily="50" charset="-128"/>
              </a:rPr>
            </a:br>
            <a:r>
              <a:rPr lang="en-US" altLang="ja-JP" sz="1200">
                <a:latin typeface="Meiryo UI" panose="020B0604030504040204" pitchFamily="50" charset="-128"/>
                <a:ea typeface="Meiryo UI" panose="020B0604030504040204" pitchFamily="50" charset="-128"/>
                <a:cs typeface="Meiryo UI" panose="020B0604030504040204" pitchFamily="50" charset="-128"/>
              </a:rPr>
              <a:t>	</a:t>
            </a:r>
            <a:r>
              <a:rPr lang="ja-JP" altLang="en-US" sz="1200">
                <a:latin typeface="Meiryo UI" panose="020B0604030504040204" pitchFamily="50" charset="-128"/>
                <a:ea typeface="Meiryo UI" panose="020B0604030504040204" pitchFamily="50" charset="-128"/>
                <a:cs typeface="Meiryo UI" panose="020B0604030504040204" pitchFamily="50" charset="-128"/>
              </a:rPr>
              <a:t>  もう一度押すと</a:t>
            </a:r>
            <a:r>
              <a:rPr lang="en-US" altLang="ja-JP" sz="1200">
                <a:latin typeface="Meiryo UI" panose="020B0604030504040204" pitchFamily="50" charset="-128"/>
                <a:ea typeface="Meiryo UI" panose="020B0604030504040204" pitchFamily="50" charset="-128"/>
                <a:cs typeface="Meiryo UI" panose="020B0604030504040204" pitchFamily="50" charset="-128"/>
              </a:rPr>
              <a:t>21MPa</a:t>
            </a:r>
            <a:r>
              <a:rPr lang="ja-JP" altLang="en-US" sz="1200">
                <a:latin typeface="Meiryo UI" panose="020B0604030504040204" pitchFamily="50" charset="-128"/>
                <a:ea typeface="Meiryo UI" panose="020B0604030504040204" pitchFamily="50" charset="-128"/>
                <a:cs typeface="Meiryo UI" panose="020B0604030504040204" pitchFamily="50" charset="-128"/>
              </a:rPr>
              <a:t>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r>
              <a:rPr lang="en-US" altLang="ja-JP" sz="1200">
                <a:latin typeface="Meiryo UI" panose="020B0604030504040204" pitchFamily="50" charset="-128"/>
                <a:ea typeface="Meiryo UI" panose="020B0604030504040204" pitchFamily="50" charset="-128"/>
                <a:cs typeface="Meiryo UI" panose="020B0604030504040204" pitchFamily="50" charset="-128"/>
              </a:rPr>
              <a:t>AUX1</a:t>
            </a:r>
            <a:r>
              <a:rPr lang="ja-JP" altLang="en-US" sz="1200">
                <a:latin typeface="Meiryo UI" panose="020B0604030504040204" pitchFamily="50" charset="-128"/>
                <a:ea typeface="Meiryo UI" panose="020B0604030504040204" pitchFamily="50" charset="-128"/>
                <a:cs typeface="Meiryo UI" panose="020B0604030504040204" pitchFamily="50" charset="-128"/>
              </a:rPr>
              <a:t>の最大リリーフ圧は○○</a:t>
            </a:r>
            <a:r>
              <a:rPr lang="en-US" altLang="ja-JP" sz="1200" err="1">
                <a:latin typeface="Meiryo UI" panose="020B0604030504040204" pitchFamily="50" charset="-128"/>
                <a:ea typeface="Meiryo UI" panose="020B0604030504040204" pitchFamily="50" charset="-128"/>
                <a:cs typeface="Meiryo UI" panose="020B0604030504040204" pitchFamily="50" charset="-128"/>
              </a:rPr>
              <a:t>MPa</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1" name="グループ化 20"/>
          <p:cNvGrpSpPr/>
          <p:nvPr/>
        </p:nvGrpSpPr>
        <p:grpSpPr>
          <a:xfrm>
            <a:off x="557069" y="2754034"/>
            <a:ext cx="1859205" cy="288000"/>
            <a:chOff x="2990029" y="809968"/>
            <a:chExt cx="1859205" cy="288000"/>
          </a:xfrm>
        </p:grpSpPr>
        <p:sp>
          <p:nvSpPr>
            <p:cNvPr id="22" name="角丸四角形 21"/>
            <p:cNvSpPr/>
            <p:nvPr/>
          </p:nvSpPr>
          <p:spPr>
            <a:xfrm>
              <a:off x="2990029" y="824337"/>
              <a:ext cx="1338406"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23" name="直線矢印コネクタ 22"/>
            <p:cNvCxnSpPr>
              <a:stCxn id="24" idx="2"/>
              <a:endCxn id="22" idx="3"/>
            </p:cNvCxnSpPr>
            <p:nvPr/>
          </p:nvCxnSpPr>
          <p:spPr>
            <a:xfrm flipH="1">
              <a:off x="4328435" y="953968"/>
              <a:ext cx="232799" cy="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円/楕円 23"/>
            <p:cNvSpPr/>
            <p:nvPr/>
          </p:nvSpPr>
          <p:spPr>
            <a:xfrm>
              <a:off x="4561234" y="809968"/>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4</a:t>
              </a:r>
              <a:endParaRPr lang="ja-JP" altLang="en-US" sz="1800">
                <a:solidFill>
                  <a:srgbClr val="FF0000"/>
                </a:solidFill>
              </a:endParaRPr>
            </a:p>
          </p:txBody>
        </p:sp>
      </p:grpSp>
      <p:grpSp>
        <p:nvGrpSpPr>
          <p:cNvPr id="27" name="グループ化 26"/>
          <p:cNvGrpSpPr/>
          <p:nvPr/>
        </p:nvGrpSpPr>
        <p:grpSpPr>
          <a:xfrm>
            <a:off x="609455" y="3449359"/>
            <a:ext cx="1859206" cy="288000"/>
            <a:chOff x="2990028" y="809968"/>
            <a:chExt cx="1859206" cy="288000"/>
          </a:xfrm>
        </p:grpSpPr>
        <p:sp>
          <p:nvSpPr>
            <p:cNvPr id="28" name="角丸四角形 27"/>
            <p:cNvSpPr/>
            <p:nvPr/>
          </p:nvSpPr>
          <p:spPr>
            <a:xfrm>
              <a:off x="2990028" y="824337"/>
              <a:ext cx="1357457"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29" name="直線矢印コネクタ 28"/>
            <p:cNvCxnSpPr>
              <a:stCxn id="30" idx="2"/>
              <a:endCxn id="28" idx="3"/>
            </p:cNvCxnSpPr>
            <p:nvPr/>
          </p:nvCxnSpPr>
          <p:spPr>
            <a:xfrm flipH="1">
              <a:off x="4347485" y="953968"/>
              <a:ext cx="213749" cy="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円/楕円 29"/>
            <p:cNvSpPr/>
            <p:nvPr/>
          </p:nvSpPr>
          <p:spPr>
            <a:xfrm>
              <a:off x="4561234" y="809968"/>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6</a:t>
              </a:r>
              <a:endParaRPr lang="ja-JP" altLang="en-US" sz="1800">
                <a:solidFill>
                  <a:srgbClr val="FF0000"/>
                </a:solidFill>
              </a:endParaRPr>
            </a:p>
          </p:txBody>
        </p:sp>
      </p:grpSp>
      <p:grpSp>
        <p:nvGrpSpPr>
          <p:cNvPr id="32" name="グループ化 31"/>
          <p:cNvGrpSpPr/>
          <p:nvPr/>
        </p:nvGrpSpPr>
        <p:grpSpPr>
          <a:xfrm>
            <a:off x="381000" y="2754034"/>
            <a:ext cx="5972175" cy="1304925"/>
            <a:chOff x="2747996" y="-494957"/>
            <a:chExt cx="5972175" cy="1304925"/>
          </a:xfrm>
        </p:grpSpPr>
        <p:sp>
          <p:nvSpPr>
            <p:cNvPr id="33" name="角丸四角形 32"/>
            <p:cNvSpPr/>
            <p:nvPr/>
          </p:nvSpPr>
          <p:spPr>
            <a:xfrm>
              <a:off x="2747996" y="-91693"/>
              <a:ext cx="5972175" cy="901661"/>
            </a:xfrm>
            <a:prstGeom prst="roundRect">
              <a:avLst>
                <a:gd name="adj" fmla="val 103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4" name="直線矢印コネクタ 33"/>
            <p:cNvCxnSpPr>
              <a:stCxn id="35" idx="4"/>
              <a:endCxn id="33" idx="0"/>
            </p:cNvCxnSpPr>
            <p:nvPr/>
          </p:nvCxnSpPr>
          <p:spPr>
            <a:xfrm flipH="1">
              <a:off x="5734084" y="-206957"/>
              <a:ext cx="8823" cy="11526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 name="円/楕円 34"/>
            <p:cNvSpPr/>
            <p:nvPr/>
          </p:nvSpPr>
          <p:spPr>
            <a:xfrm>
              <a:off x="5598907" y="-494957"/>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5</a:t>
              </a:r>
              <a:endParaRPr lang="ja-JP" altLang="en-US" sz="1800">
                <a:solidFill>
                  <a:srgbClr val="FF0000"/>
                </a:solidFill>
              </a:endParaRPr>
            </a:p>
          </p:txBody>
        </p:sp>
      </p:grpSp>
      <p:grpSp>
        <p:nvGrpSpPr>
          <p:cNvPr id="26" name="グループ化 25">
            <a:extLst>
              <a:ext uri="{FF2B5EF4-FFF2-40B4-BE49-F238E27FC236}">
                <a16:creationId xmlns:a16="http://schemas.microsoft.com/office/drawing/2014/main" id="{86897BF6-C64A-9714-BFAC-17C98A6E225C}"/>
              </a:ext>
            </a:extLst>
          </p:cNvPr>
          <p:cNvGrpSpPr/>
          <p:nvPr/>
        </p:nvGrpSpPr>
        <p:grpSpPr>
          <a:xfrm>
            <a:off x="135758" y="450850"/>
            <a:ext cx="11977135" cy="4416434"/>
            <a:chOff x="1057275" y="5610223"/>
            <a:chExt cx="2776247" cy="1266827"/>
          </a:xfrm>
        </p:grpSpPr>
        <p:sp>
          <p:nvSpPr>
            <p:cNvPr id="3" name="正方形/長方形 2">
              <a:extLst>
                <a:ext uri="{FF2B5EF4-FFF2-40B4-BE49-F238E27FC236}">
                  <a16:creationId xmlns:a16="http://schemas.microsoft.com/office/drawing/2014/main" id="{E972B7A5-EEA9-0998-B979-EB23FAD984B5}"/>
                </a:ext>
              </a:extLst>
            </p:cNvPr>
            <p:cNvSpPr/>
            <p:nvPr/>
          </p:nvSpPr>
          <p:spPr>
            <a:xfrm>
              <a:off x="1057275" y="5610225"/>
              <a:ext cx="2776247" cy="1266825"/>
            </a:xfrm>
            <a:prstGeom prst="rect">
              <a:avLst/>
            </a:prstGeom>
            <a:solidFill>
              <a:schemeClr val="accent1">
                <a:alpha val="18000"/>
              </a:schemeClr>
            </a:solid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rgbClr val="FF0000"/>
                  </a:solidFill>
                </a:rPr>
                <a:t>△</a:t>
              </a:r>
              <a:r>
                <a:rPr kumimoji="1" lang="en-US" altLang="ja-JP">
                  <a:solidFill>
                    <a:srgbClr val="FF0000"/>
                  </a:solidFill>
                </a:rPr>
                <a:t>04</a:t>
              </a:r>
              <a:br>
                <a:rPr kumimoji="1" lang="en-US" altLang="ja-JP">
                  <a:solidFill>
                    <a:srgbClr val="FF0000"/>
                  </a:solidFill>
                </a:rPr>
              </a:br>
              <a:r>
                <a:rPr kumimoji="1" lang="en-US" altLang="ja-JP">
                  <a:solidFill>
                    <a:srgbClr val="FF0000"/>
                  </a:solidFill>
                </a:rPr>
                <a:t>AUX1</a:t>
              </a:r>
              <a:r>
                <a:rPr kumimoji="1" lang="ja-JP" altLang="en-US">
                  <a:solidFill>
                    <a:srgbClr val="FF0000"/>
                  </a:solidFill>
                </a:rPr>
                <a:t>高圧仕様追加にともない廃止</a:t>
              </a:r>
            </a:p>
          </p:txBody>
        </p:sp>
        <p:cxnSp>
          <p:nvCxnSpPr>
            <p:cNvPr id="6" name="直線コネクタ 5">
              <a:extLst>
                <a:ext uri="{FF2B5EF4-FFF2-40B4-BE49-F238E27FC236}">
                  <a16:creationId xmlns:a16="http://schemas.microsoft.com/office/drawing/2014/main" id="{B2B2722A-7F39-A75F-BB4C-4A23C0446516}"/>
                </a:ext>
              </a:extLst>
            </p:cNvPr>
            <p:cNvCxnSpPr>
              <a:cxnSpLocks/>
            </p:cNvCxnSpPr>
            <p:nvPr/>
          </p:nvCxnSpPr>
          <p:spPr>
            <a:xfrm>
              <a:off x="1057275" y="5610225"/>
              <a:ext cx="2776247" cy="1266825"/>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75ED2724-0FBF-B0C6-2A69-79A331840291}"/>
                </a:ext>
              </a:extLst>
            </p:cNvPr>
            <p:cNvCxnSpPr>
              <a:cxnSpLocks/>
            </p:cNvCxnSpPr>
            <p:nvPr/>
          </p:nvCxnSpPr>
          <p:spPr>
            <a:xfrm flipH="1">
              <a:off x="1057275" y="5610223"/>
              <a:ext cx="2776247" cy="1266826"/>
            </a:xfrm>
            <a:prstGeom prst="line">
              <a:avLst/>
            </a:prstGeom>
            <a:ln w="3175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426601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68" y="479425"/>
            <a:ext cx="6120000" cy="4248000"/>
          </a:xfrm>
          <a:prstGeom prst="rect">
            <a:avLst/>
          </a:prstGeom>
        </p:spPr>
      </p:pic>
      <p:sp>
        <p:nvSpPr>
          <p:cNvPr id="4" name="テキスト ボックス 3"/>
          <p:cNvSpPr txBox="1"/>
          <p:nvPr/>
        </p:nvSpPr>
        <p:spPr>
          <a:xfrm>
            <a:off x="312430" y="79315"/>
            <a:ext cx="1387496"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AUX2</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grpSp>
        <p:nvGrpSpPr>
          <p:cNvPr id="57" name="グループ化 56"/>
          <p:cNvGrpSpPr/>
          <p:nvPr/>
        </p:nvGrpSpPr>
        <p:grpSpPr>
          <a:xfrm>
            <a:off x="3013188" y="337258"/>
            <a:ext cx="741835" cy="728258"/>
            <a:chOff x="2990029" y="355342"/>
            <a:chExt cx="741835" cy="728258"/>
          </a:xfrm>
        </p:grpSpPr>
        <p:sp>
          <p:nvSpPr>
            <p:cNvPr id="13" name="角丸四角形 12"/>
            <p:cNvSpPr/>
            <p:nvPr/>
          </p:nvSpPr>
          <p:spPr>
            <a:xfrm>
              <a:off x="2990029"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4" name="直線矢印コネクタ 13"/>
            <p:cNvCxnSpPr>
              <a:stCxn id="15" idx="4"/>
              <a:endCxn id="13" idx="0"/>
            </p:cNvCxnSpPr>
            <p:nvPr/>
          </p:nvCxnSpPr>
          <p:spPr>
            <a:xfrm>
              <a:off x="3360946"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16946"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58" name="グループ化 57"/>
          <p:cNvGrpSpPr/>
          <p:nvPr/>
        </p:nvGrpSpPr>
        <p:grpSpPr>
          <a:xfrm>
            <a:off x="2271297" y="337258"/>
            <a:ext cx="741835" cy="728258"/>
            <a:chOff x="2256604" y="355342"/>
            <a:chExt cx="741835" cy="728258"/>
          </a:xfrm>
        </p:grpSpPr>
        <p:sp>
          <p:nvSpPr>
            <p:cNvPr id="17" name="角丸四角形 16"/>
            <p:cNvSpPr/>
            <p:nvPr/>
          </p:nvSpPr>
          <p:spPr>
            <a:xfrm>
              <a:off x="22566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8" name="直線矢印コネクタ 17"/>
            <p:cNvCxnSpPr>
              <a:stCxn id="19" idx="4"/>
              <a:endCxn id="17" idx="0"/>
            </p:cNvCxnSpPr>
            <p:nvPr/>
          </p:nvCxnSpPr>
          <p:spPr>
            <a:xfrm>
              <a:off x="26275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4835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grpSp>
        <p:nvGrpSpPr>
          <p:cNvPr id="54" name="グループ化 53"/>
          <p:cNvGrpSpPr/>
          <p:nvPr/>
        </p:nvGrpSpPr>
        <p:grpSpPr>
          <a:xfrm>
            <a:off x="5441466" y="4272387"/>
            <a:ext cx="741835" cy="782008"/>
            <a:chOff x="5733229" y="4472412"/>
            <a:chExt cx="741835" cy="782008"/>
          </a:xfrm>
        </p:grpSpPr>
        <p:sp>
          <p:nvSpPr>
            <p:cNvPr id="20" name="角丸四角形 19"/>
            <p:cNvSpPr/>
            <p:nvPr/>
          </p:nvSpPr>
          <p:spPr>
            <a:xfrm>
              <a:off x="5733229" y="4472412"/>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21" name="直線矢印コネクタ 20"/>
            <p:cNvCxnSpPr>
              <a:stCxn id="22" idx="0"/>
              <a:endCxn id="20" idx="2"/>
            </p:cNvCxnSpPr>
            <p:nvPr/>
          </p:nvCxnSpPr>
          <p:spPr>
            <a:xfrm flipH="1" flipV="1">
              <a:off x="6104147" y="4731675"/>
              <a:ext cx="7274" cy="23474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円/楕円 21"/>
            <p:cNvSpPr/>
            <p:nvPr/>
          </p:nvSpPr>
          <p:spPr>
            <a:xfrm>
              <a:off x="5967421" y="4966420"/>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4</a:t>
              </a:r>
              <a:endParaRPr lang="ja-JP" altLang="en-US" sz="1800">
                <a:solidFill>
                  <a:srgbClr val="FF0000"/>
                </a:solidFill>
              </a:endParaRPr>
            </a:p>
          </p:txBody>
        </p:sp>
      </p:grpSp>
      <p:grpSp>
        <p:nvGrpSpPr>
          <p:cNvPr id="55" name="グループ化 54"/>
          <p:cNvGrpSpPr/>
          <p:nvPr/>
        </p:nvGrpSpPr>
        <p:grpSpPr>
          <a:xfrm>
            <a:off x="4362451" y="916471"/>
            <a:ext cx="1866900" cy="2518104"/>
            <a:chOff x="4614213" y="1022267"/>
            <a:chExt cx="1866900" cy="2518104"/>
          </a:xfrm>
        </p:grpSpPr>
        <p:sp>
          <p:nvSpPr>
            <p:cNvPr id="23" name="角丸四角形 22"/>
            <p:cNvSpPr/>
            <p:nvPr/>
          </p:nvSpPr>
          <p:spPr>
            <a:xfrm>
              <a:off x="4614213" y="1449220"/>
              <a:ext cx="1866900" cy="2091151"/>
            </a:xfrm>
            <a:prstGeom prst="roundRect">
              <a:avLst>
                <a:gd name="adj" fmla="val 3428"/>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24" name="直線矢印コネクタ 23"/>
            <p:cNvCxnSpPr>
              <a:stCxn id="25" idx="4"/>
              <a:endCxn id="23" idx="0"/>
            </p:cNvCxnSpPr>
            <p:nvPr/>
          </p:nvCxnSpPr>
          <p:spPr>
            <a:xfrm>
              <a:off x="5538666" y="1310267"/>
              <a:ext cx="8997" cy="13895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円/楕円 24"/>
            <p:cNvSpPr/>
            <p:nvPr/>
          </p:nvSpPr>
          <p:spPr>
            <a:xfrm>
              <a:off x="5394666" y="1022267"/>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5</a:t>
              </a:r>
              <a:endParaRPr lang="ja-JP" altLang="en-US" sz="1800">
                <a:solidFill>
                  <a:srgbClr val="FF0000"/>
                </a:solidFill>
              </a:endParaRPr>
            </a:p>
          </p:txBody>
        </p:sp>
      </p:grpSp>
      <p:sp>
        <p:nvSpPr>
          <p:cNvPr id="40" name="テキスト ボックス 39"/>
          <p:cNvSpPr txBox="1"/>
          <p:nvPr/>
        </p:nvSpPr>
        <p:spPr>
          <a:xfrm>
            <a:off x="6688138" y="475325"/>
            <a:ext cx="5928569" cy="6186309"/>
          </a:xfrm>
          <a:prstGeom prst="rect">
            <a:avLst/>
          </a:prstGeom>
          <a:solidFill>
            <a:schemeClr val="bg1"/>
          </a:solidFill>
          <a:ln w="6350">
            <a:solidFill>
              <a:schemeClr val="tx1"/>
            </a:solidFill>
          </a:ln>
        </p:spPr>
        <p:txBody>
          <a:bodyPr wrap="square" rtlCol="0">
            <a:spAutoFit/>
          </a:bodyPr>
          <a:lstStyle/>
          <a:p>
            <a:r>
              <a:rPr lang="en-US" altLang="ja-JP" sz="1200">
                <a:latin typeface="Meiryo UI" panose="020B0604030504040204" pitchFamily="50" charset="-128"/>
                <a:ea typeface="Meiryo UI" panose="020B0604030504040204" pitchFamily="50" charset="-128"/>
                <a:cs typeface="Meiryo UI" panose="020B0604030504040204" pitchFamily="50" charset="-128"/>
              </a:rPr>
              <a:t>AUX2</a:t>
            </a:r>
            <a:r>
              <a:rPr lang="ja-JP" altLang="en-US" sz="1200">
                <a:latin typeface="Meiryo UI" panose="020B0604030504040204" pitchFamily="50" charset="-128"/>
                <a:ea typeface="Meiryo UI" panose="020B0604030504040204" pitchFamily="50" charset="-128"/>
                <a:cs typeface="Meiryo UI" panose="020B0604030504040204" pitchFamily="50" charset="-128"/>
              </a:rPr>
              <a:t>の状態確認と設定値変更ができます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AUX2 status</a:t>
            </a:r>
          </a:p>
          <a:p>
            <a:pPr marL="180000">
              <a:tabLst>
                <a:tab pos="17049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AUX2</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slide position	:</a:t>
            </a:r>
            <a:r>
              <a:rPr lang="ja-JP" altLang="en-US" sz="1200">
                <a:latin typeface="Meiryo UI" panose="020B0604030504040204" pitchFamily="50" charset="-128"/>
                <a:ea typeface="Meiryo UI" panose="020B0604030504040204" pitchFamily="50" charset="-128"/>
                <a:cs typeface="Meiryo UI" panose="020B0604030504040204" pitchFamily="50" charset="-128"/>
              </a:rPr>
              <a:t> スライドスイッチの操作量</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7049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AUX2 L flow rate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L</a:t>
            </a:r>
            <a:r>
              <a:rPr lang="ja-JP" altLang="en-US" sz="1200">
                <a:latin typeface="Meiryo UI" panose="020B0604030504040204" pitchFamily="50" charset="-128"/>
                <a:ea typeface="Meiryo UI" panose="020B0604030504040204" pitchFamily="50" charset="-128"/>
                <a:cs typeface="Meiryo UI" panose="020B0604030504040204" pitchFamily="50" charset="-128"/>
              </a:rPr>
              <a:t>側の流量設定値</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7049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AUX2 R flow rate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R</a:t>
            </a:r>
            <a:r>
              <a:rPr lang="ja-JP" altLang="en-US" sz="1200">
                <a:latin typeface="Meiryo UI" panose="020B0604030504040204" pitchFamily="50" charset="-128"/>
                <a:ea typeface="Meiryo UI" panose="020B0604030504040204" pitchFamily="50" charset="-128"/>
                <a:cs typeface="Meiryo UI" panose="020B0604030504040204" pitchFamily="50" charset="-128"/>
              </a:rPr>
              <a:t>側の流量設定値</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7049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Pressure	:</a:t>
            </a:r>
            <a:r>
              <a:rPr lang="ja-JP" altLang="en-US" sz="1200">
                <a:latin typeface="Meiryo UI" panose="020B0604030504040204" pitchFamily="50" charset="-128"/>
                <a:ea typeface="Meiryo UI" panose="020B0604030504040204" pitchFamily="50" charset="-128"/>
                <a:cs typeface="Meiryo UI" panose="020B0604030504040204" pitchFamily="50" charset="-128"/>
              </a:rPr>
              <a:t> 設定圧力</a:t>
            </a:r>
            <a:r>
              <a:rPr lang="en-US" altLang="ja-JP" sz="1200" baseline="30000">
                <a:latin typeface="Meiryo UI" panose="020B0604030504040204" pitchFamily="50" charset="-128"/>
                <a:ea typeface="Meiryo UI" panose="020B0604030504040204" pitchFamily="50" charset="-128"/>
                <a:cs typeface="Meiryo UI" panose="020B0604030504040204" pitchFamily="50" charset="-128"/>
              </a:rPr>
              <a:t>※1</a:t>
            </a:r>
          </a:p>
          <a:p>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Flow status</a:t>
            </a:r>
          </a:p>
          <a:p>
            <a:pPr marL="180000">
              <a:tabLst>
                <a:tab pos="10763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L flow rate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L</a:t>
            </a:r>
            <a:r>
              <a:rPr lang="ja-JP" altLang="en-US" sz="1200">
                <a:latin typeface="Meiryo UI" panose="020B0604030504040204" pitchFamily="50" charset="-128"/>
                <a:ea typeface="Meiryo UI" panose="020B0604030504040204" pitchFamily="50" charset="-128"/>
                <a:cs typeface="Meiryo UI" panose="020B0604030504040204" pitchFamily="50" charset="-128"/>
              </a:rPr>
              <a:t>側の最大流量設定値</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0763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R flow rate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R</a:t>
            </a:r>
            <a:r>
              <a:rPr lang="ja-JP" altLang="en-US" sz="1200">
                <a:latin typeface="Meiryo UI" panose="020B0604030504040204" pitchFamily="50" charset="-128"/>
                <a:ea typeface="Meiryo UI" panose="020B0604030504040204" pitchFamily="50" charset="-128"/>
                <a:cs typeface="Meiryo UI" panose="020B0604030504040204" pitchFamily="50" charset="-128"/>
              </a:rPr>
              <a:t>側の最大流量設定値</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076325" algn="l"/>
              </a:tabLst>
            </a:pPr>
            <a:r>
              <a:rPr lang="en-US" altLang="ja-JP" sz="1200" strike="sngStrike">
                <a:solidFill>
                  <a:srgbClr val="FF0000"/>
                </a:solidFill>
                <a:latin typeface="Meiryo UI" panose="020B0604030504040204" pitchFamily="50" charset="-128"/>
                <a:ea typeface="Meiryo UI" panose="020B0604030504040204" pitchFamily="50" charset="-128"/>
                <a:cs typeface="Meiryo UI" panose="020B0604030504040204" pitchFamily="50" charset="-128"/>
              </a:rPr>
              <a:t>Pressure	:</a:t>
            </a:r>
            <a:r>
              <a:rPr lang="ja-JP" altLang="en-US" sz="1200" strike="sngStrike">
                <a:solidFill>
                  <a:srgbClr val="FF0000"/>
                </a:solidFill>
                <a:latin typeface="Meiryo UI" panose="020B0604030504040204" pitchFamily="50" charset="-128"/>
                <a:ea typeface="Meiryo UI" panose="020B0604030504040204" pitchFamily="50" charset="-128"/>
                <a:cs typeface="Meiryo UI" panose="020B0604030504040204" pitchFamily="50" charset="-128"/>
              </a:rPr>
              <a:t> 設定圧力</a:t>
            </a:r>
            <a:r>
              <a:rPr lang="en-US" altLang="ja-JP" sz="1200" strike="sngStrike" baseline="30000">
                <a:solidFill>
                  <a:srgbClr val="FF0000"/>
                </a:solidFill>
                <a:latin typeface="Meiryo UI" panose="020B0604030504040204" pitchFamily="50" charset="-128"/>
                <a:ea typeface="Meiryo UI" panose="020B0604030504040204" pitchFamily="50" charset="-128"/>
                <a:cs typeface="Meiryo UI" panose="020B0604030504040204" pitchFamily="50" charset="-128"/>
              </a:rPr>
              <a:t>※1</a:t>
            </a:r>
            <a:endParaRPr lang="en-US" altLang="ja-JP" sz="1200" strike="sngStrike">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Setting</a:t>
            </a:r>
          </a:p>
          <a:p>
            <a:r>
              <a:rPr lang="en-US" altLang="ja-JP" sz="1200">
                <a:latin typeface="Meiryo UI" panose="020B0604030504040204" pitchFamily="50" charset="-128"/>
                <a:ea typeface="Meiryo UI" panose="020B0604030504040204" pitchFamily="50" charset="-128"/>
                <a:cs typeface="Meiryo UI" panose="020B0604030504040204" pitchFamily="50" charset="-128"/>
              </a:rPr>
              <a:t>AUX2</a:t>
            </a:r>
            <a:r>
              <a:rPr lang="ja-JP" altLang="en-US" sz="1200">
                <a:latin typeface="Meiryo UI" panose="020B0604030504040204" pitchFamily="50" charset="-128"/>
                <a:ea typeface="Meiryo UI" panose="020B0604030504040204" pitchFamily="50" charset="-128"/>
                <a:cs typeface="Meiryo UI" panose="020B0604030504040204" pitchFamily="50" charset="-128"/>
              </a:rPr>
              <a:t>機能に関するパラメータを設定できます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Right Grip Slide Switch	: </a:t>
            </a:r>
            <a:r>
              <a:rPr lang="ja-JP" altLang="en-US" sz="1200">
                <a:latin typeface="Meiryo UI" panose="020B0604030504040204" pitchFamily="50" charset="-128"/>
                <a:ea typeface="Meiryo UI" panose="020B0604030504040204" pitchFamily="50" charset="-128"/>
                <a:cs typeface="Meiryo UI" panose="020B0604030504040204" pitchFamily="50" charset="-128"/>
              </a:rPr>
              <a:t>右グリップのスライドスイッチの中立位置の設定</a:t>
            </a:r>
            <a:endParaRPr lang="en-US" altLang="ja-JP" sz="1200" i="1" baseline="300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Stroke	: </a:t>
            </a:r>
            <a:r>
              <a:rPr lang="ja-JP" altLang="en-US" sz="1200">
                <a:latin typeface="Meiryo UI" panose="020B0604030504040204" pitchFamily="50" charset="-128"/>
                <a:ea typeface="Meiryo UI" panose="020B0604030504040204" pitchFamily="50" charset="-128"/>
                <a:cs typeface="Meiryo UI" panose="020B0604030504040204" pitchFamily="50" charset="-128"/>
              </a:rPr>
              <a:t>操作量に対する出力の設定</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Current	:</a:t>
            </a:r>
            <a:r>
              <a:rPr lang="ja-JP" altLang="en-US" sz="1200">
                <a:latin typeface="Meiryo UI" panose="020B0604030504040204" pitchFamily="50" charset="-128"/>
                <a:ea typeface="Meiryo UI" panose="020B0604030504040204" pitchFamily="50" charset="-128"/>
                <a:cs typeface="Meiryo UI" panose="020B0604030504040204" pitchFamily="50" charset="-128"/>
              </a:rPr>
              <a:t> ソレノイドに出力する電流値を設定</a:t>
            </a:r>
            <a:br>
              <a:rPr lang="en-US" altLang="ja-JP" sz="1200">
                <a:latin typeface="Meiryo UI" panose="020B0604030504040204" pitchFamily="50" charset="-128"/>
                <a:ea typeface="Meiryo UI" panose="020B0604030504040204" pitchFamily="50" charset="-128"/>
                <a:cs typeface="Meiryo UI" panose="020B0604030504040204" pitchFamily="50" charset="-128"/>
              </a:rPr>
            </a:b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Lifting</a:t>
            </a:r>
            <a:r>
              <a:rPr lang="ja-JP" altLang="en-US"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Operation</a:t>
            </a:r>
            <a:r>
              <a:rPr lang="en-US" altLang="ja-JP" sz="1200">
                <a:latin typeface="Meiryo UI" panose="020B0604030504040204" pitchFamily="50" charset="-128"/>
                <a:ea typeface="Meiryo UI" panose="020B0604030504040204" pitchFamily="50" charset="-128"/>
                <a:cs typeface="Meiryo UI" panose="020B0604030504040204" pitchFamily="50" charset="-128"/>
              </a:rPr>
              <a:t>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ja-JP" altLang="en-US"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微操作域の電流値を設定</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Pressure	:</a:t>
            </a:r>
            <a:r>
              <a:rPr lang="ja-JP" altLang="en-US" sz="1200">
                <a:latin typeface="Meiryo UI" panose="020B0604030504040204" pitchFamily="50" charset="-128"/>
                <a:ea typeface="Meiryo UI" panose="020B0604030504040204" pitchFamily="50" charset="-128"/>
                <a:cs typeface="Meiryo UI" panose="020B0604030504040204" pitchFamily="50" charset="-128"/>
              </a:rPr>
              <a:t> 圧力調整ソレノイドに出力する電流値を設定</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Exponential filter	: </a:t>
            </a:r>
            <a:r>
              <a:rPr lang="ja-JP" altLang="en-US" sz="1200">
                <a:latin typeface="Meiryo UI" panose="020B0604030504040204" pitchFamily="50" charset="-128"/>
                <a:ea typeface="Meiryo UI" panose="020B0604030504040204" pitchFamily="50" charset="-128"/>
                <a:cs typeface="Meiryo UI" panose="020B0604030504040204" pitchFamily="50" charset="-128"/>
              </a:rPr>
              <a:t>出力電流値のフィルタ補正時間</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Home	:</a:t>
            </a:r>
            <a:r>
              <a:rPr lang="ja-JP" altLang="en-US" sz="120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④</a:t>
            </a:r>
            <a:r>
              <a:rPr lang="en-US" altLang="ja-JP" sz="1200">
                <a:latin typeface="Meiryo UI" panose="020B0604030504040204" pitchFamily="50" charset="-128"/>
                <a:ea typeface="Meiryo UI" panose="020B0604030504040204" pitchFamily="50" charset="-128"/>
                <a:cs typeface="Meiryo UI" panose="020B0604030504040204" pitchFamily="50" charset="-128"/>
              </a:rPr>
              <a:t>Reset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AUX2</a:t>
            </a:r>
            <a:r>
              <a:rPr lang="ja-JP" altLang="en-US" sz="1200">
                <a:latin typeface="Meiryo UI" panose="020B0604030504040204" pitchFamily="50" charset="-128"/>
                <a:ea typeface="Meiryo UI" panose="020B0604030504040204" pitchFamily="50" charset="-128"/>
                <a:cs typeface="Meiryo UI" panose="020B0604030504040204" pitchFamily="50" charset="-128"/>
              </a:rPr>
              <a:t>の設定を初期値に戻します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⑤各設定画面へ移動します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r>
              <a:rPr lang="en-US" altLang="ja-JP" sz="1200">
                <a:latin typeface="Meiryo UI" panose="020B0604030504040204" pitchFamily="50" charset="-128"/>
                <a:ea typeface="Meiryo UI" panose="020B0604030504040204" pitchFamily="50" charset="-128"/>
                <a:cs typeface="Meiryo UI" panose="020B0604030504040204" pitchFamily="50" charset="-128"/>
              </a:rPr>
              <a:t>※1</a:t>
            </a:r>
            <a:r>
              <a:rPr lang="ja-JP" altLang="en-US" sz="1200" err="1">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AUX2</a:t>
            </a:r>
            <a:r>
              <a:rPr lang="ja-JP" altLang="en-US" sz="1200">
                <a:latin typeface="Meiryo UI" panose="020B0604030504040204" pitchFamily="50" charset="-128"/>
                <a:ea typeface="Meiryo UI" panose="020B0604030504040204" pitchFamily="50" charset="-128"/>
                <a:cs typeface="Meiryo UI" panose="020B0604030504040204" pitchFamily="50" charset="-128"/>
              </a:rPr>
              <a:t>圧力調整仕様の場合のみ表示されます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sp>
        <p:nvSpPr>
          <p:cNvPr id="3" name="テキスト ボックス 2"/>
          <p:cNvSpPr txBox="1"/>
          <p:nvPr/>
        </p:nvSpPr>
        <p:spPr>
          <a:xfrm>
            <a:off x="8742557" y="2497873"/>
            <a:ext cx="986167" cy="246221"/>
          </a:xfrm>
          <a:prstGeom prst="rect">
            <a:avLst/>
          </a:prstGeom>
          <a:noFill/>
        </p:spPr>
        <p:txBody>
          <a:bodyPr wrap="none" rtlCol="0">
            <a:spAutoFit/>
          </a:bodyPr>
          <a:lstStyle/>
          <a:p>
            <a:r>
              <a:rPr kumimoji="1" lang="ja-JP" altLang="en-US" sz="1000">
                <a:solidFill>
                  <a:srgbClr val="FF0000"/>
                </a:solidFill>
              </a:rPr>
              <a:t>△</a:t>
            </a:r>
            <a:r>
              <a:rPr kumimoji="1" lang="en-US" altLang="ja-JP" sz="1000">
                <a:solidFill>
                  <a:srgbClr val="FF0000"/>
                </a:solidFill>
              </a:rPr>
              <a:t>01</a:t>
            </a:r>
            <a:r>
              <a:rPr kumimoji="1" lang="ja-JP" altLang="en-US" sz="1000">
                <a:solidFill>
                  <a:srgbClr val="FF0000"/>
                </a:solidFill>
              </a:rPr>
              <a:t> 誤記訂正</a:t>
            </a:r>
          </a:p>
        </p:txBody>
      </p:sp>
      <p:sp>
        <p:nvSpPr>
          <p:cNvPr id="28" name="テキスト ボックス 27"/>
          <p:cNvSpPr txBox="1"/>
          <p:nvPr/>
        </p:nvSpPr>
        <p:spPr>
          <a:xfrm>
            <a:off x="10526752" y="3757961"/>
            <a:ext cx="729687" cy="246221"/>
          </a:xfrm>
          <a:prstGeom prst="rect">
            <a:avLst/>
          </a:prstGeom>
          <a:noFill/>
        </p:spPr>
        <p:txBody>
          <a:bodyPr wrap="none" rtlCol="0">
            <a:spAutoFit/>
          </a:bodyPr>
          <a:lstStyle/>
          <a:p>
            <a:r>
              <a:rPr kumimoji="1" lang="ja-JP" altLang="en-US" sz="1000">
                <a:solidFill>
                  <a:srgbClr val="FF0000"/>
                </a:solidFill>
              </a:rPr>
              <a:t>△</a:t>
            </a:r>
            <a:r>
              <a:rPr kumimoji="1" lang="en-US" altLang="ja-JP" sz="1000">
                <a:solidFill>
                  <a:srgbClr val="FF0000"/>
                </a:solidFill>
              </a:rPr>
              <a:t>01</a:t>
            </a:r>
            <a:r>
              <a:rPr kumimoji="1" lang="ja-JP" altLang="en-US" sz="1000">
                <a:solidFill>
                  <a:srgbClr val="FF0000"/>
                </a:solidFill>
              </a:rPr>
              <a:t> 追加</a:t>
            </a:r>
          </a:p>
        </p:txBody>
      </p:sp>
    </p:spTree>
    <p:extLst>
      <p:ext uri="{BB962C8B-B14F-4D97-AF65-F5344CB8AC3E}">
        <p14:creationId xmlns:p14="http://schemas.microsoft.com/office/powerpoint/2010/main" val="3116220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69" y="479425"/>
            <a:ext cx="6103286" cy="4236399"/>
          </a:xfrm>
          <a:prstGeom prst="rect">
            <a:avLst/>
          </a:prstGeom>
        </p:spPr>
      </p:pic>
      <p:sp>
        <p:nvSpPr>
          <p:cNvPr id="4" name="テキスト ボックス 3"/>
          <p:cNvSpPr txBox="1"/>
          <p:nvPr/>
        </p:nvSpPr>
        <p:spPr>
          <a:xfrm>
            <a:off x="312430" y="79315"/>
            <a:ext cx="3211135"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Grip</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R</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Slide</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Setting</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grpSp>
        <p:nvGrpSpPr>
          <p:cNvPr id="57" name="グループ化 56"/>
          <p:cNvGrpSpPr/>
          <p:nvPr/>
        </p:nvGrpSpPr>
        <p:grpSpPr>
          <a:xfrm>
            <a:off x="3004994" y="337258"/>
            <a:ext cx="741835" cy="728258"/>
            <a:chOff x="2990029" y="355342"/>
            <a:chExt cx="741835" cy="728258"/>
          </a:xfrm>
        </p:grpSpPr>
        <p:sp>
          <p:nvSpPr>
            <p:cNvPr id="13" name="角丸四角形 12"/>
            <p:cNvSpPr/>
            <p:nvPr/>
          </p:nvSpPr>
          <p:spPr>
            <a:xfrm>
              <a:off x="2990029"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4" name="直線矢印コネクタ 13"/>
            <p:cNvCxnSpPr>
              <a:stCxn id="15" idx="4"/>
              <a:endCxn id="13" idx="0"/>
            </p:cNvCxnSpPr>
            <p:nvPr/>
          </p:nvCxnSpPr>
          <p:spPr>
            <a:xfrm>
              <a:off x="3360946"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16946"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58" name="グループ化 57"/>
          <p:cNvGrpSpPr/>
          <p:nvPr/>
        </p:nvGrpSpPr>
        <p:grpSpPr>
          <a:xfrm>
            <a:off x="2254713" y="337258"/>
            <a:ext cx="741835" cy="728258"/>
            <a:chOff x="2256604" y="355342"/>
            <a:chExt cx="741835" cy="728258"/>
          </a:xfrm>
        </p:grpSpPr>
        <p:sp>
          <p:nvSpPr>
            <p:cNvPr id="17" name="角丸四角形 16"/>
            <p:cNvSpPr/>
            <p:nvPr/>
          </p:nvSpPr>
          <p:spPr>
            <a:xfrm>
              <a:off x="22566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8" name="直線矢印コネクタ 17"/>
            <p:cNvCxnSpPr>
              <a:stCxn id="19" idx="4"/>
              <a:endCxn id="17" idx="0"/>
            </p:cNvCxnSpPr>
            <p:nvPr/>
          </p:nvCxnSpPr>
          <p:spPr>
            <a:xfrm>
              <a:off x="26275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4835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grpSp>
        <p:nvGrpSpPr>
          <p:cNvPr id="55" name="グループ化 54"/>
          <p:cNvGrpSpPr/>
          <p:nvPr/>
        </p:nvGrpSpPr>
        <p:grpSpPr>
          <a:xfrm>
            <a:off x="5534025" y="1159942"/>
            <a:ext cx="742949" cy="783158"/>
            <a:chOff x="5871512" y="1494338"/>
            <a:chExt cx="742949" cy="783158"/>
          </a:xfrm>
        </p:grpSpPr>
        <p:sp>
          <p:nvSpPr>
            <p:cNvPr id="23" name="角丸四角形 22"/>
            <p:cNvSpPr/>
            <p:nvPr/>
          </p:nvSpPr>
          <p:spPr>
            <a:xfrm>
              <a:off x="5871512" y="1934596"/>
              <a:ext cx="742949" cy="342900"/>
            </a:xfrm>
            <a:prstGeom prst="roundRect">
              <a:avLst>
                <a:gd name="adj" fmla="val 3428"/>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24" name="直線矢印コネクタ 23"/>
            <p:cNvCxnSpPr>
              <a:stCxn id="25" idx="4"/>
              <a:endCxn id="23" idx="0"/>
            </p:cNvCxnSpPr>
            <p:nvPr/>
          </p:nvCxnSpPr>
          <p:spPr>
            <a:xfrm>
              <a:off x="6242986" y="1782338"/>
              <a:ext cx="1" cy="15225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円/楕円 24"/>
            <p:cNvSpPr/>
            <p:nvPr/>
          </p:nvSpPr>
          <p:spPr>
            <a:xfrm>
              <a:off x="6098986" y="1494338"/>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4</a:t>
              </a:r>
              <a:endParaRPr lang="ja-JP" altLang="en-US" sz="1800">
                <a:solidFill>
                  <a:srgbClr val="FF0000"/>
                </a:solidFill>
              </a:endParaRPr>
            </a:p>
          </p:txBody>
        </p:sp>
      </p:grpSp>
      <p:sp>
        <p:nvSpPr>
          <p:cNvPr id="40" name="テキスト ボックス 39"/>
          <p:cNvSpPr txBox="1"/>
          <p:nvPr/>
        </p:nvSpPr>
        <p:spPr>
          <a:xfrm>
            <a:off x="6688138" y="475325"/>
            <a:ext cx="5928569" cy="3447098"/>
          </a:xfrm>
          <a:prstGeom prst="rect">
            <a:avLst/>
          </a:prstGeom>
          <a:solidFill>
            <a:schemeClr val="bg1"/>
          </a:solidFill>
          <a:ln w="635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右グリップスライドスイッチの設定ができます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Grip</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voltage</a:t>
            </a:r>
          </a:p>
          <a:p>
            <a:pPr marL="180000">
              <a:tabLst>
                <a:tab pos="17049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Center	:</a:t>
            </a:r>
            <a:r>
              <a:rPr lang="ja-JP" altLang="en-US" sz="1200">
                <a:latin typeface="Meiryo UI" panose="020B0604030504040204" pitchFamily="50" charset="-128"/>
                <a:ea typeface="Meiryo UI" panose="020B0604030504040204" pitchFamily="50" charset="-128"/>
                <a:cs typeface="Meiryo UI" panose="020B0604030504040204" pitchFamily="50" charset="-128"/>
              </a:rPr>
              <a:t> ニュートラル位置の電圧の確認、設定ができます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7049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Neutral Dead Band	:</a:t>
            </a:r>
            <a:r>
              <a:rPr lang="ja-JP" altLang="en-US" sz="1200">
                <a:latin typeface="Meiryo UI" panose="020B0604030504040204" pitchFamily="50" charset="-128"/>
                <a:ea typeface="Meiryo UI" panose="020B0604030504040204" pitchFamily="50" charset="-128"/>
                <a:cs typeface="Meiryo UI" panose="020B0604030504040204" pitchFamily="50" charset="-128"/>
              </a:rPr>
              <a:t> 不感帯の確認、設定ができます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7049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Range	:</a:t>
            </a:r>
            <a:r>
              <a:rPr lang="ja-JP" altLang="en-US" sz="1200">
                <a:latin typeface="Meiryo UI" panose="020B0604030504040204" pitchFamily="50" charset="-128"/>
                <a:ea typeface="Meiryo UI" panose="020B0604030504040204" pitchFamily="50" charset="-128"/>
                <a:cs typeface="Meiryo UI" panose="020B0604030504040204" pitchFamily="50" charset="-128"/>
              </a:rPr>
              <a:t> 操作範囲</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360000"/>
            <a:r>
              <a:rPr lang="ja-JP" altLang="en-US" sz="1100">
                <a:latin typeface="Meiryo UI" panose="020B0604030504040204" pitchFamily="50" charset="-128"/>
                <a:ea typeface="Meiryo UI" panose="020B0604030504040204" pitchFamily="50" charset="-128"/>
                <a:cs typeface="Meiryo UI" panose="020B0604030504040204" pitchFamily="50" charset="-128"/>
              </a:rPr>
              <a:t>例</a:t>
            </a:r>
            <a:r>
              <a:rPr lang="en-US" altLang="ja-JP" sz="1100">
                <a:latin typeface="Meiryo UI" panose="020B0604030504040204" pitchFamily="50" charset="-128"/>
                <a:ea typeface="Meiryo UI" panose="020B0604030504040204" pitchFamily="50" charset="-128"/>
                <a:cs typeface="Meiryo UI" panose="020B0604030504040204" pitchFamily="50" charset="-128"/>
              </a:rPr>
              <a:t>:2300-1500=800, 2700+1500=4200</a:t>
            </a:r>
          </a:p>
          <a:p>
            <a:pPr marL="540000"/>
            <a:r>
              <a:rPr lang="ja-JP" altLang="en-US" sz="1100">
                <a:latin typeface="Meiryo UI" panose="020B0604030504040204" pitchFamily="50" charset="-128"/>
                <a:ea typeface="Meiryo UI" panose="020B0604030504040204" pitchFamily="50" charset="-128"/>
                <a:cs typeface="Meiryo UI" panose="020B0604030504040204" pitchFamily="50" charset="-128"/>
              </a:rPr>
              <a:t> ⇒ </a:t>
            </a:r>
            <a:r>
              <a:rPr lang="en-US" altLang="ja-JP" sz="1100">
                <a:latin typeface="Meiryo UI" panose="020B0604030504040204" pitchFamily="50" charset="-128"/>
                <a:ea typeface="Meiryo UI" panose="020B0604030504040204" pitchFamily="50" charset="-128"/>
                <a:cs typeface="Meiryo UI" panose="020B0604030504040204" pitchFamily="50" charset="-128"/>
              </a:rPr>
              <a:t>800-2300mV, 2700-4200mV</a:t>
            </a:r>
            <a:r>
              <a:rPr lang="ja-JP" altLang="en-US" sz="1100">
                <a:latin typeface="Meiryo UI" panose="020B0604030504040204" pitchFamily="50" charset="-128"/>
                <a:ea typeface="Meiryo UI" panose="020B0604030504040204" pitchFamily="50" charset="-128"/>
                <a:cs typeface="Meiryo UI" panose="020B0604030504040204" pitchFamily="50" charset="-128"/>
              </a:rPr>
              <a:t>が作動範囲</a:t>
            </a:r>
            <a:endParaRPr lang="en-US" altLang="ja-JP" sz="1100">
              <a:latin typeface="Meiryo UI" panose="020B0604030504040204" pitchFamily="50" charset="-128"/>
              <a:ea typeface="Meiryo UI" panose="020B0604030504040204" pitchFamily="50" charset="-128"/>
              <a:cs typeface="Meiryo UI" panose="020B0604030504040204" pitchFamily="50" charset="-128"/>
            </a:endParaRPr>
          </a:p>
          <a:p>
            <a:pPr marL="360000"/>
            <a:r>
              <a:rPr lang="ja-JP" altLang="en-US" sz="1100">
                <a:latin typeface="Meiryo UI" panose="020B0604030504040204" pitchFamily="50" charset="-128"/>
                <a:ea typeface="Meiryo UI" panose="020B0604030504040204" pitchFamily="50" charset="-128"/>
                <a:cs typeface="Meiryo UI" panose="020B0604030504040204" pitchFamily="50" charset="-128"/>
              </a:rPr>
              <a:t>例</a:t>
            </a:r>
            <a:r>
              <a:rPr lang="en-US" altLang="ja-JP" sz="1100">
                <a:latin typeface="Meiryo UI" panose="020B0604030504040204" pitchFamily="50" charset="-128"/>
                <a:ea typeface="Meiryo UI" panose="020B0604030504040204" pitchFamily="50" charset="-128"/>
                <a:cs typeface="Meiryo UI" panose="020B0604030504040204" pitchFamily="50" charset="-128"/>
              </a:rPr>
              <a:t>:2500-200=2300, 2500+200=2700</a:t>
            </a:r>
          </a:p>
          <a:p>
            <a:pPr marL="540000"/>
            <a:r>
              <a:rPr lang="ja-JP" altLang="en-US" sz="1100">
                <a:latin typeface="Meiryo UI" panose="020B0604030504040204" pitchFamily="50" charset="-128"/>
                <a:ea typeface="Meiryo UI" panose="020B0604030504040204" pitchFamily="50" charset="-128"/>
                <a:cs typeface="Meiryo UI" panose="020B0604030504040204" pitchFamily="50" charset="-128"/>
              </a:rPr>
              <a:t>⇒</a:t>
            </a:r>
            <a:r>
              <a:rPr lang="en-US" altLang="ja-JP" sz="1100">
                <a:latin typeface="Meiryo UI" panose="020B0604030504040204" pitchFamily="50" charset="-128"/>
                <a:ea typeface="Meiryo UI" panose="020B0604030504040204" pitchFamily="50" charset="-128"/>
                <a:cs typeface="Meiryo UI" panose="020B0604030504040204" pitchFamily="50" charset="-128"/>
              </a:rPr>
              <a:t>2300-2700mV</a:t>
            </a:r>
            <a:r>
              <a:rPr lang="ja-JP" altLang="en-US" sz="1100">
                <a:latin typeface="Meiryo UI" panose="020B0604030504040204" pitchFamily="50" charset="-128"/>
                <a:ea typeface="Meiryo UI" panose="020B0604030504040204" pitchFamily="50" charset="-128"/>
                <a:cs typeface="Meiryo UI" panose="020B0604030504040204" pitchFamily="50" charset="-128"/>
              </a:rPr>
              <a:t>が不感帯</a:t>
            </a:r>
            <a:endParaRPr lang="en-US" altLang="ja-JP" sz="1100">
              <a:latin typeface="Meiryo UI" panose="020B0604030504040204" pitchFamily="50" charset="-128"/>
              <a:ea typeface="Meiryo UI" panose="020B0604030504040204" pitchFamily="50" charset="-128"/>
              <a:cs typeface="Meiryo UI" panose="020B0604030504040204" pitchFamily="50" charset="-128"/>
            </a:endParaRPr>
          </a:p>
          <a:p>
            <a:pPr marL="180975">
              <a:spcBef>
                <a:spcPts val="600"/>
              </a:spcBef>
            </a:pPr>
            <a:r>
              <a:rPr lang="ja-JP" altLang="en-US" sz="1100">
                <a:latin typeface="Meiryo UI" panose="020B0604030504040204" pitchFamily="50" charset="-128"/>
                <a:ea typeface="Meiryo UI" panose="020B0604030504040204" pitchFamily="50" charset="-128"/>
                <a:cs typeface="Meiryo UI" panose="020B0604030504040204" pitchFamily="50" charset="-128"/>
              </a:rPr>
              <a:t>上記の変更は下の出力線図に反映されます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Back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AUX2</a:t>
            </a:r>
            <a:r>
              <a:rPr lang="ja-JP" altLang="en-US" sz="120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④</a:t>
            </a:r>
            <a:r>
              <a:rPr lang="en-US" altLang="ja-JP" sz="1200">
                <a:latin typeface="Meiryo UI" panose="020B0604030504040204" pitchFamily="50" charset="-128"/>
                <a:ea typeface="Meiryo UI" panose="020B0604030504040204" pitchFamily="50" charset="-128"/>
                <a:cs typeface="Meiryo UI" panose="020B0604030504040204" pitchFamily="50" charset="-128"/>
              </a:rPr>
              <a:t>Reset	:</a:t>
            </a:r>
            <a:r>
              <a:rPr lang="ja-JP" altLang="en-US" sz="1200">
                <a:latin typeface="Meiryo UI" panose="020B0604030504040204" pitchFamily="50" charset="-128"/>
                <a:ea typeface="Meiryo UI" panose="020B0604030504040204" pitchFamily="50" charset="-128"/>
                <a:cs typeface="Meiryo UI" panose="020B0604030504040204" pitchFamily="50" charset="-128"/>
              </a:rPr>
              <a:t> 左グリップスライドスイッチの設定を初期化します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6763926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69" y="479425"/>
            <a:ext cx="6103286" cy="4236399"/>
          </a:xfrm>
          <a:prstGeom prst="rect">
            <a:avLst/>
          </a:prstGeom>
        </p:spPr>
      </p:pic>
      <p:sp>
        <p:nvSpPr>
          <p:cNvPr id="4" name="テキスト ボックス 3"/>
          <p:cNvSpPr txBox="1"/>
          <p:nvPr/>
        </p:nvSpPr>
        <p:spPr>
          <a:xfrm>
            <a:off x="312430" y="79315"/>
            <a:ext cx="3252750"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AUX2</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Stroke</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Setting</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grpSp>
        <p:nvGrpSpPr>
          <p:cNvPr id="57" name="グループ化 56"/>
          <p:cNvGrpSpPr/>
          <p:nvPr/>
        </p:nvGrpSpPr>
        <p:grpSpPr>
          <a:xfrm>
            <a:off x="3004994" y="337258"/>
            <a:ext cx="741835" cy="728258"/>
            <a:chOff x="2990029" y="355342"/>
            <a:chExt cx="741835" cy="728258"/>
          </a:xfrm>
        </p:grpSpPr>
        <p:sp>
          <p:nvSpPr>
            <p:cNvPr id="13" name="角丸四角形 12"/>
            <p:cNvSpPr/>
            <p:nvPr/>
          </p:nvSpPr>
          <p:spPr>
            <a:xfrm>
              <a:off x="2990029"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4" name="直線矢印コネクタ 13"/>
            <p:cNvCxnSpPr>
              <a:stCxn id="15" idx="4"/>
              <a:endCxn id="13" idx="0"/>
            </p:cNvCxnSpPr>
            <p:nvPr/>
          </p:nvCxnSpPr>
          <p:spPr>
            <a:xfrm>
              <a:off x="3360946"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16946"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58" name="グループ化 57"/>
          <p:cNvGrpSpPr/>
          <p:nvPr/>
        </p:nvGrpSpPr>
        <p:grpSpPr>
          <a:xfrm>
            <a:off x="2254713" y="337258"/>
            <a:ext cx="741835" cy="728258"/>
            <a:chOff x="2256604" y="355342"/>
            <a:chExt cx="741835" cy="728258"/>
          </a:xfrm>
        </p:grpSpPr>
        <p:sp>
          <p:nvSpPr>
            <p:cNvPr id="17" name="角丸四角形 16"/>
            <p:cNvSpPr/>
            <p:nvPr/>
          </p:nvSpPr>
          <p:spPr>
            <a:xfrm>
              <a:off x="22566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8" name="直線矢印コネクタ 17"/>
            <p:cNvCxnSpPr>
              <a:stCxn id="19" idx="4"/>
              <a:endCxn id="17" idx="0"/>
            </p:cNvCxnSpPr>
            <p:nvPr/>
          </p:nvCxnSpPr>
          <p:spPr>
            <a:xfrm>
              <a:off x="26275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4835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sp>
        <p:nvSpPr>
          <p:cNvPr id="22" name="テキスト ボックス 21"/>
          <p:cNvSpPr txBox="1"/>
          <p:nvPr/>
        </p:nvSpPr>
        <p:spPr>
          <a:xfrm>
            <a:off x="6688138" y="475325"/>
            <a:ext cx="5928569" cy="2000548"/>
          </a:xfrm>
          <a:prstGeom prst="rect">
            <a:avLst/>
          </a:prstGeom>
          <a:solidFill>
            <a:schemeClr val="bg1"/>
          </a:solidFill>
          <a:ln w="6350">
            <a:solidFill>
              <a:schemeClr val="tx1"/>
            </a:solidFill>
          </a:ln>
        </p:spPr>
        <p:txBody>
          <a:bodyPr wrap="square" rtlCol="0">
            <a:spAutoFit/>
          </a:bodyPr>
          <a:lstStyle/>
          <a:p>
            <a:r>
              <a:rPr lang="en-US" altLang="ja-JP" sz="1200">
                <a:latin typeface="Meiryo UI" panose="020B0604030504040204" pitchFamily="50" charset="-128"/>
                <a:ea typeface="Meiryo UI" panose="020B0604030504040204" pitchFamily="50" charset="-128"/>
                <a:cs typeface="Meiryo UI" panose="020B0604030504040204" pitchFamily="50" charset="-128"/>
              </a:rPr>
              <a:t>AUX2</a:t>
            </a:r>
            <a:r>
              <a:rPr lang="ja-JP" altLang="en-US" sz="1200">
                <a:latin typeface="Meiryo UI" panose="020B0604030504040204" pitchFamily="50" charset="-128"/>
                <a:ea typeface="Meiryo UI" panose="020B0604030504040204" pitchFamily="50" charset="-128"/>
                <a:cs typeface="Meiryo UI" panose="020B0604030504040204" pitchFamily="50" charset="-128"/>
              </a:rPr>
              <a:t>操作量に対する出力線図の確認と設定ができます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Signal</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area</a:t>
            </a:r>
          </a:p>
          <a:p>
            <a:pPr marL="180000">
              <a:tabLst>
                <a:tab pos="447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X	:</a:t>
            </a:r>
            <a:r>
              <a:rPr lang="ja-JP" altLang="en-US" sz="1200">
                <a:latin typeface="Meiryo UI" panose="020B0604030504040204" pitchFamily="50" charset="-128"/>
                <a:ea typeface="Meiryo UI" panose="020B0604030504040204" pitchFamily="50" charset="-128"/>
                <a:cs typeface="Meiryo UI" panose="020B0604030504040204" pitchFamily="50" charset="-128"/>
              </a:rPr>
              <a:t> 操作量</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447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Y	:</a:t>
            </a:r>
            <a:r>
              <a:rPr lang="ja-JP" altLang="en-US" sz="1200">
                <a:latin typeface="Meiryo UI" panose="020B0604030504040204" pitchFamily="50" charset="-128"/>
                <a:ea typeface="Meiryo UI" panose="020B0604030504040204" pitchFamily="50" charset="-128"/>
                <a:cs typeface="Meiryo UI" panose="020B0604030504040204" pitchFamily="50" charset="-128"/>
              </a:rPr>
              <a:t> 出力</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Back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AUX2</a:t>
            </a:r>
            <a:r>
              <a:rPr lang="ja-JP" altLang="en-US" sz="120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9414631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69" y="479425"/>
            <a:ext cx="6103286" cy="4236398"/>
          </a:xfrm>
          <a:prstGeom prst="rect">
            <a:avLst/>
          </a:prstGeom>
        </p:spPr>
      </p:pic>
      <p:sp>
        <p:nvSpPr>
          <p:cNvPr id="4" name="テキスト ボックス 3"/>
          <p:cNvSpPr txBox="1"/>
          <p:nvPr/>
        </p:nvSpPr>
        <p:spPr>
          <a:xfrm>
            <a:off x="312430" y="79315"/>
            <a:ext cx="3492238"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AUX2</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Current</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Setting</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grpSp>
        <p:nvGrpSpPr>
          <p:cNvPr id="57" name="グループ化 56"/>
          <p:cNvGrpSpPr/>
          <p:nvPr/>
        </p:nvGrpSpPr>
        <p:grpSpPr>
          <a:xfrm>
            <a:off x="3004994" y="337258"/>
            <a:ext cx="741835" cy="728258"/>
            <a:chOff x="2990029" y="355342"/>
            <a:chExt cx="741835" cy="728258"/>
          </a:xfrm>
        </p:grpSpPr>
        <p:sp>
          <p:nvSpPr>
            <p:cNvPr id="13" name="角丸四角形 12"/>
            <p:cNvSpPr/>
            <p:nvPr/>
          </p:nvSpPr>
          <p:spPr>
            <a:xfrm>
              <a:off x="2990029"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4" name="直線矢印コネクタ 13"/>
            <p:cNvCxnSpPr>
              <a:stCxn id="15" idx="4"/>
              <a:endCxn id="13" idx="0"/>
            </p:cNvCxnSpPr>
            <p:nvPr/>
          </p:nvCxnSpPr>
          <p:spPr>
            <a:xfrm>
              <a:off x="3360946"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16946"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58" name="グループ化 57"/>
          <p:cNvGrpSpPr/>
          <p:nvPr/>
        </p:nvGrpSpPr>
        <p:grpSpPr>
          <a:xfrm>
            <a:off x="2254713" y="337258"/>
            <a:ext cx="741835" cy="728258"/>
            <a:chOff x="2256604" y="355342"/>
            <a:chExt cx="741835" cy="728258"/>
          </a:xfrm>
        </p:grpSpPr>
        <p:sp>
          <p:nvSpPr>
            <p:cNvPr id="17" name="角丸四角形 16"/>
            <p:cNvSpPr/>
            <p:nvPr/>
          </p:nvSpPr>
          <p:spPr>
            <a:xfrm>
              <a:off x="22566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8" name="直線矢印コネクタ 17"/>
            <p:cNvCxnSpPr>
              <a:stCxn id="19" idx="4"/>
              <a:endCxn id="17" idx="0"/>
            </p:cNvCxnSpPr>
            <p:nvPr/>
          </p:nvCxnSpPr>
          <p:spPr>
            <a:xfrm>
              <a:off x="26275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4835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sp>
        <p:nvSpPr>
          <p:cNvPr id="40" name="テキスト ボックス 39"/>
          <p:cNvSpPr txBox="1"/>
          <p:nvPr/>
        </p:nvSpPr>
        <p:spPr>
          <a:xfrm>
            <a:off x="6688138" y="475325"/>
            <a:ext cx="5928569" cy="2339102"/>
          </a:xfrm>
          <a:prstGeom prst="rect">
            <a:avLst/>
          </a:prstGeom>
          <a:solidFill>
            <a:schemeClr val="bg1"/>
          </a:solidFill>
          <a:ln w="6350">
            <a:solidFill>
              <a:schemeClr val="tx1"/>
            </a:solidFill>
          </a:ln>
        </p:spPr>
        <p:txBody>
          <a:bodyPr wrap="square" rtlCol="0">
            <a:spAutoFit/>
          </a:bodyPr>
          <a:lstStyle/>
          <a:p>
            <a:r>
              <a:rPr lang="en-US" altLang="ja-JP" sz="1200">
                <a:latin typeface="Meiryo UI" panose="020B0604030504040204" pitchFamily="50" charset="-128"/>
                <a:ea typeface="Meiryo UI" panose="020B0604030504040204" pitchFamily="50" charset="-128"/>
                <a:cs typeface="Meiryo UI" panose="020B0604030504040204" pitchFamily="50" charset="-128"/>
              </a:rPr>
              <a:t>AUX2</a:t>
            </a:r>
            <a:r>
              <a:rPr lang="ja-JP" altLang="en-US" sz="1200">
                <a:latin typeface="Meiryo UI" panose="020B0604030504040204" pitchFamily="50" charset="-128"/>
                <a:ea typeface="Meiryo UI" panose="020B0604030504040204" pitchFamily="50" charset="-128"/>
                <a:cs typeface="Meiryo UI" panose="020B0604030504040204" pitchFamily="50" charset="-128"/>
              </a:rPr>
              <a:t>操作量に対するソレノイドへの出力線図の確認と設定ができます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Signal</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area</a:t>
            </a:r>
          </a:p>
          <a:p>
            <a:pPr marL="180000">
              <a:tabLst>
                <a:tab pos="447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X	:</a:t>
            </a:r>
            <a:r>
              <a:rPr lang="ja-JP" altLang="en-US" sz="1200">
                <a:latin typeface="Meiryo UI" panose="020B0604030504040204" pitchFamily="50" charset="-128"/>
                <a:ea typeface="Meiryo UI" panose="020B0604030504040204" pitchFamily="50" charset="-128"/>
                <a:cs typeface="Meiryo UI" panose="020B0604030504040204" pitchFamily="50" charset="-128"/>
              </a:rPr>
              <a:t> 操作量</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447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Y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AUX2</a:t>
            </a:r>
            <a:r>
              <a:rPr lang="ja-JP" altLang="en-US" sz="1200">
                <a:latin typeface="Meiryo UI" panose="020B0604030504040204" pitchFamily="50" charset="-128"/>
                <a:ea typeface="Meiryo UI" panose="020B0604030504040204" pitchFamily="50" charset="-128"/>
                <a:cs typeface="Meiryo UI" panose="020B0604030504040204" pitchFamily="50" charset="-128"/>
              </a:rPr>
              <a:t>ソレノイド出力電流</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Back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AUX2</a:t>
            </a:r>
            <a:r>
              <a:rPr lang="ja-JP" altLang="en-US" sz="120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④</a:t>
            </a:r>
            <a:r>
              <a:rPr lang="en-US" altLang="ja-JP" sz="1200">
                <a:latin typeface="Meiryo UI" panose="020B0604030504040204" pitchFamily="50" charset="-128"/>
                <a:ea typeface="Meiryo UI" panose="020B0604030504040204" pitchFamily="50" charset="-128"/>
                <a:cs typeface="Meiryo UI" panose="020B0604030504040204" pitchFamily="50" charset="-128"/>
              </a:rPr>
              <a:t>Default	:</a:t>
            </a:r>
            <a:r>
              <a:rPr lang="ja-JP" altLang="en-US" sz="1200">
                <a:latin typeface="Meiryo UI" panose="020B0604030504040204" pitchFamily="50" charset="-128"/>
                <a:ea typeface="Meiryo UI" panose="020B0604030504040204" pitchFamily="50" charset="-128"/>
                <a:cs typeface="Meiryo UI" panose="020B0604030504040204" pitchFamily="50" charset="-128"/>
              </a:rPr>
              <a:t> 出荷時の流量設定が確認できます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0" name="グループ化 19"/>
          <p:cNvGrpSpPr/>
          <p:nvPr/>
        </p:nvGrpSpPr>
        <p:grpSpPr>
          <a:xfrm>
            <a:off x="4970009" y="337258"/>
            <a:ext cx="741835" cy="728258"/>
            <a:chOff x="2990029" y="355342"/>
            <a:chExt cx="741835" cy="728258"/>
          </a:xfrm>
        </p:grpSpPr>
        <p:sp>
          <p:nvSpPr>
            <p:cNvPr id="21" name="角丸四角形 20"/>
            <p:cNvSpPr/>
            <p:nvPr/>
          </p:nvSpPr>
          <p:spPr>
            <a:xfrm>
              <a:off x="2990029"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22" name="直線矢印コネクタ 21"/>
            <p:cNvCxnSpPr>
              <a:stCxn id="23" idx="4"/>
              <a:endCxn id="21" idx="0"/>
            </p:cNvCxnSpPr>
            <p:nvPr/>
          </p:nvCxnSpPr>
          <p:spPr>
            <a:xfrm>
              <a:off x="3360946"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円/楕円 22"/>
            <p:cNvSpPr/>
            <p:nvPr/>
          </p:nvSpPr>
          <p:spPr>
            <a:xfrm>
              <a:off x="3216946"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4</a:t>
              </a:r>
              <a:endParaRPr lang="ja-JP" altLang="en-US" sz="1800">
                <a:solidFill>
                  <a:srgbClr val="FF0000"/>
                </a:solidFill>
              </a:endParaRPr>
            </a:p>
          </p:txBody>
        </p:sp>
      </p:grpSp>
    </p:spTree>
    <p:extLst>
      <p:ext uri="{BB962C8B-B14F-4D97-AF65-F5344CB8AC3E}">
        <p14:creationId xmlns:p14="http://schemas.microsoft.com/office/powerpoint/2010/main" val="33236629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69" y="479425"/>
            <a:ext cx="6103286" cy="4236398"/>
          </a:xfrm>
          <a:prstGeom prst="rect">
            <a:avLst/>
          </a:prstGeom>
        </p:spPr>
      </p:pic>
      <p:sp>
        <p:nvSpPr>
          <p:cNvPr id="4" name="テキスト ボックス 3"/>
          <p:cNvSpPr txBox="1"/>
          <p:nvPr/>
        </p:nvSpPr>
        <p:spPr>
          <a:xfrm>
            <a:off x="312430" y="79315"/>
            <a:ext cx="3477490"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AUX2</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Factory</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Default</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sp>
        <p:nvSpPr>
          <p:cNvPr id="40" name="テキスト ボックス 39"/>
          <p:cNvSpPr txBox="1"/>
          <p:nvPr/>
        </p:nvSpPr>
        <p:spPr>
          <a:xfrm>
            <a:off x="6688138" y="475325"/>
            <a:ext cx="5928569" cy="615553"/>
          </a:xfrm>
          <a:prstGeom prst="rect">
            <a:avLst/>
          </a:prstGeom>
          <a:solidFill>
            <a:schemeClr val="bg1"/>
          </a:solidFill>
          <a:ln w="6350">
            <a:solidFill>
              <a:schemeClr val="tx1"/>
            </a:solidFill>
          </a:ln>
        </p:spPr>
        <p:txBody>
          <a:bodyPr wrap="square" rtlCol="0">
            <a:spAutoFit/>
          </a:bodyPr>
          <a:lstStyle/>
          <a:p>
            <a:r>
              <a:rPr lang="en-US" altLang="ja-JP" sz="1200">
                <a:latin typeface="Meiryo UI" panose="020B0604030504040204" pitchFamily="50" charset="-128"/>
                <a:ea typeface="Meiryo UI" panose="020B0604030504040204" pitchFamily="50" charset="-128"/>
                <a:cs typeface="Meiryo UI" panose="020B0604030504040204" pitchFamily="50" charset="-128"/>
              </a:rPr>
              <a:t>AUX2</a:t>
            </a:r>
            <a:r>
              <a:rPr lang="ja-JP" altLang="en-US" sz="1200">
                <a:latin typeface="Meiryo UI" panose="020B0604030504040204" pitchFamily="50" charset="-128"/>
                <a:ea typeface="Meiryo UI" panose="020B0604030504040204" pitchFamily="50" charset="-128"/>
                <a:cs typeface="Meiryo UI" panose="020B0604030504040204" pitchFamily="50" charset="-128"/>
              </a:rPr>
              <a:t>ソレノイド出力線図の出荷時の設定を確認できます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623888"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Back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AUX2</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Current</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Setting</a:t>
            </a:r>
            <a:r>
              <a:rPr lang="ja-JP" altLang="en-US" sz="120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3604307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70" y="479425"/>
            <a:ext cx="6103284" cy="4236397"/>
          </a:xfrm>
          <a:prstGeom prst="rect">
            <a:avLst/>
          </a:prstGeom>
        </p:spPr>
      </p:pic>
      <p:sp>
        <p:nvSpPr>
          <p:cNvPr id="4" name="テキスト ボックス 3"/>
          <p:cNvSpPr txBox="1"/>
          <p:nvPr/>
        </p:nvSpPr>
        <p:spPr>
          <a:xfrm>
            <a:off x="312430" y="79315"/>
            <a:ext cx="3660169"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AUX2</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Lifting</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Operation</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sp>
        <p:nvSpPr>
          <p:cNvPr id="40" name="テキスト ボックス 39"/>
          <p:cNvSpPr txBox="1"/>
          <p:nvPr/>
        </p:nvSpPr>
        <p:spPr>
          <a:xfrm>
            <a:off x="6688138" y="475325"/>
            <a:ext cx="5928569" cy="1292662"/>
          </a:xfrm>
          <a:prstGeom prst="rect">
            <a:avLst/>
          </a:prstGeom>
          <a:solidFill>
            <a:schemeClr val="bg1"/>
          </a:solidFill>
          <a:ln w="6350">
            <a:solidFill>
              <a:schemeClr val="tx1"/>
            </a:solidFill>
          </a:ln>
        </p:spPr>
        <p:txBody>
          <a:bodyPr wrap="square" rtlCol="0">
            <a:spAutoFit/>
          </a:bodyPr>
          <a:lstStyle/>
          <a:p>
            <a:r>
              <a:rPr lang="en-US" altLang="ja-JP" sz="1200">
                <a:latin typeface="Meiryo UI" panose="020B0604030504040204" pitchFamily="50" charset="-128"/>
                <a:ea typeface="Meiryo UI" panose="020B0604030504040204" pitchFamily="50" charset="-128"/>
                <a:cs typeface="Meiryo UI" panose="020B0604030504040204" pitchFamily="50" charset="-128"/>
              </a:rPr>
              <a:t>AUX2</a:t>
            </a:r>
            <a:r>
              <a:rPr lang="ja-JP" altLang="en-US" sz="1200" err="1">
                <a:latin typeface="Meiryo UI" panose="020B0604030504040204" pitchFamily="50" charset="-128"/>
                <a:ea typeface="Meiryo UI" panose="020B0604030504040204" pitchFamily="50" charset="-128"/>
                <a:cs typeface="Meiryo UI" panose="020B0604030504040204" pitchFamily="50" charset="-128"/>
              </a:rPr>
              <a:t>の微</a:t>
            </a:r>
            <a:r>
              <a:rPr lang="ja-JP" altLang="en-US" sz="1200">
                <a:latin typeface="Meiryo UI" panose="020B0604030504040204" pitchFamily="50" charset="-128"/>
                <a:ea typeface="Meiryo UI" panose="020B0604030504040204" pitchFamily="50" charset="-128"/>
                <a:cs typeface="Meiryo UI" panose="020B0604030504040204" pitchFamily="50" charset="-128"/>
              </a:rPr>
              <a:t>操作時のソレノイド出力電流を設定できます。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125412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Back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AUX1</a:t>
            </a:r>
            <a:r>
              <a:rPr lang="ja-JP" altLang="en-US" sz="120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125412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125412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9" name="グループ化 8"/>
          <p:cNvGrpSpPr/>
          <p:nvPr/>
        </p:nvGrpSpPr>
        <p:grpSpPr>
          <a:xfrm>
            <a:off x="3004994" y="337258"/>
            <a:ext cx="741835" cy="728258"/>
            <a:chOff x="2990029" y="355342"/>
            <a:chExt cx="741835" cy="728258"/>
          </a:xfrm>
        </p:grpSpPr>
        <p:sp>
          <p:nvSpPr>
            <p:cNvPr id="13" name="角丸四角形 12"/>
            <p:cNvSpPr/>
            <p:nvPr/>
          </p:nvSpPr>
          <p:spPr>
            <a:xfrm>
              <a:off x="2990029"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4" name="直線矢印コネクタ 13"/>
            <p:cNvCxnSpPr>
              <a:stCxn id="15" idx="4"/>
              <a:endCxn id="13" idx="0"/>
            </p:cNvCxnSpPr>
            <p:nvPr/>
          </p:nvCxnSpPr>
          <p:spPr>
            <a:xfrm>
              <a:off x="3360946"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16946"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16" name="グループ化 15"/>
          <p:cNvGrpSpPr/>
          <p:nvPr/>
        </p:nvGrpSpPr>
        <p:grpSpPr>
          <a:xfrm>
            <a:off x="2254713" y="337258"/>
            <a:ext cx="741835" cy="728258"/>
            <a:chOff x="2256604" y="355342"/>
            <a:chExt cx="741835" cy="728258"/>
          </a:xfrm>
        </p:grpSpPr>
        <p:sp>
          <p:nvSpPr>
            <p:cNvPr id="17" name="角丸四角形 16"/>
            <p:cNvSpPr/>
            <p:nvPr/>
          </p:nvSpPr>
          <p:spPr>
            <a:xfrm>
              <a:off x="22566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8" name="直線矢印コネクタ 17"/>
            <p:cNvCxnSpPr>
              <a:stCxn id="19" idx="4"/>
              <a:endCxn id="17" idx="0"/>
            </p:cNvCxnSpPr>
            <p:nvPr/>
          </p:nvCxnSpPr>
          <p:spPr>
            <a:xfrm>
              <a:off x="26275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4835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spTree>
    <p:extLst>
      <p:ext uri="{BB962C8B-B14F-4D97-AF65-F5344CB8AC3E}">
        <p14:creationId xmlns:p14="http://schemas.microsoft.com/office/powerpoint/2010/main" val="3181562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324270" y="489347"/>
            <a:ext cx="6103284" cy="4216554"/>
          </a:xfrm>
          <a:prstGeom prst="rect">
            <a:avLst/>
          </a:prstGeom>
        </p:spPr>
      </p:pic>
      <p:sp>
        <p:nvSpPr>
          <p:cNvPr id="4" name="テキスト ボックス 3"/>
          <p:cNvSpPr txBox="1"/>
          <p:nvPr/>
        </p:nvSpPr>
        <p:spPr>
          <a:xfrm>
            <a:off x="312430" y="79315"/>
            <a:ext cx="3618876"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AUX2</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Pressure</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Setting</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grpSp>
        <p:nvGrpSpPr>
          <p:cNvPr id="57" name="グループ化 56"/>
          <p:cNvGrpSpPr/>
          <p:nvPr/>
        </p:nvGrpSpPr>
        <p:grpSpPr>
          <a:xfrm>
            <a:off x="3004994" y="337258"/>
            <a:ext cx="741835" cy="728258"/>
            <a:chOff x="2990029" y="355342"/>
            <a:chExt cx="741835" cy="728258"/>
          </a:xfrm>
        </p:grpSpPr>
        <p:sp>
          <p:nvSpPr>
            <p:cNvPr id="13" name="角丸四角形 12"/>
            <p:cNvSpPr/>
            <p:nvPr/>
          </p:nvSpPr>
          <p:spPr>
            <a:xfrm>
              <a:off x="2990029"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4" name="直線矢印コネクタ 13"/>
            <p:cNvCxnSpPr>
              <a:stCxn id="15" idx="4"/>
              <a:endCxn id="13" idx="0"/>
            </p:cNvCxnSpPr>
            <p:nvPr/>
          </p:nvCxnSpPr>
          <p:spPr>
            <a:xfrm>
              <a:off x="3360946"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16946"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58" name="グループ化 57"/>
          <p:cNvGrpSpPr/>
          <p:nvPr/>
        </p:nvGrpSpPr>
        <p:grpSpPr>
          <a:xfrm>
            <a:off x="2254713" y="337258"/>
            <a:ext cx="741835" cy="728258"/>
            <a:chOff x="2256604" y="355342"/>
            <a:chExt cx="741835" cy="728258"/>
          </a:xfrm>
        </p:grpSpPr>
        <p:sp>
          <p:nvSpPr>
            <p:cNvPr id="17" name="角丸四角形 16"/>
            <p:cNvSpPr/>
            <p:nvPr/>
          </p:nvSpPr>
          <p:spPr>
            <a:xfrm>
              <a:off x="22566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8" name="直線矢印コネクタ 17"/>
            <p:cNvCxnSpPr>
              <a:stCxn id="19" idx="4"/>
              <a:endCxn id="17" idx="0"/>
            </p:cNvCxnSpPr>
            <p:nvPr/>
          </p:nvCxnSpPr>
          <p:spPr>
            <a:xfrm>
              <a:off x="26275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4835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sp>
        <p:nvSpPr>
          <p:cNvPr id="40" name="テキスト ボックス 39"/>
          <p:cNvSpPr txBox="1"/>
          <p:nvPr/>
        </p:nvSpPr>
        <p:spPr>
          <a:xfrm>
            <a:off x="6688138" y="475325"/>
            <a:ext cx="5928569" cy="2339102"/>
          </a:xfrm>
          <a:prstGeom prst="rect">
            <a:avLst/>
          </a:prstGeom>
          <a:solidFill>
            <a:schemeClr val="bg1"/>
          </a:solidFill>
          <a:ln w="6350">
            <a:solidFill>
              <a:schemeClr val="tx1"/>
            </a:solidFill>
          </a:ln>
        </p:spPr>
        <p:txBody>
          <a:bodyPr wrap="square" rtlCol="0">
            <a:spAutoFit/>
          </a:bodyPr>
          <a:lstStyle/>
          <a:p>
            <a:r>
              <a:rPr lang="en-US" altLang="ja-JP" sz="1200">
                <a:latin typeface="Meiryo UI" panose="020B0604030504040204" pitchFamily="50" charset="-128"/>
                <a:ea typeface="Meiryo UI" panose="020B0604030504040204" pitchFamily="50" charset="-128"/>
                <a:cs typeface="Meiryo UI" panose="020B0604030504040204" pitchFamily="50" charset="-128"/>
              </a:rPr>
              <a:t>AUX2</a:t>
            </a:r>
            <a:r>
              <a:rPr lang="ja-JP" altLang="en-US" sz="1200">
                <a:latin typeface="Meiryo UI" panose="020B0604030504040204" pitchFamily="50" charset="-128"/>
                <a:ea typeface="Meiryo UI" panose="020B0604030504040204" pitchFamily="50" charset="-128"/>
                <a:cs typeface="Meiryo UI" panose="020B0604030504040204" pitchFamily="50" charset="-128"/>
              </a:rPr>
              <a:t>の圧力調整ソレノイドへの出力線図の確認と設定ができます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Signal</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area</a:t>
            </a:r>
          </a:p>
          <a:p>
            <a:pPr marL="180000">
              <a:tabLst>
                <a:tab pos="447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X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AUX2</a:t>
            </a:r>
            <a:r>
              <a:rPr lang="ja-JP" altLang="en-US" sz="1200">
                <a:latin typeface="Meiryo UI" panose="020B0604030504040204" pitchFamily="50" charset="-128"/>
                <a:ea typeface="Meiryo UI" panose="020B0604030504040204" pitchFamily="50" charset="-128"/>
                <a:cs typeface="Meiryo UI" panose="020B0604030504040204" pitchFamily="50" charset="-128"/>
              </a:rPr>
              <a:t>圧力</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447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Y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AUX2</a:t>
            </a:r>
            <a:r>
              <a:rPr lang="ja-JP" altLang="en-US" sz="1200">
                <a:latin typeface="Meiryo UI" panose="020B0604030504040204" pitchFamily="50" charset="-128"/>
                <a:ea typeface="Meiryo UI" panose="020B0604030504040204" pitchFamily="50" charset="-128"/>
                <a:cs typeface="Meiryo UI" panose="020B0604030504040204" pitchFamily="50" charset="-128"/>
              </a:rPr>
              <a:t>圧力調整ソレノイド出力電流</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Back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AUX2</a:t>
            </a:r>
            <a:r>
              <a:rPr lang="ja-JP" altLang="en-US" sz="120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④</a:t>
            </a: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Reset	</a:t>
            </a:r>
            <a:r>
              <a:rPr lang="ja-JP" altLang="en-US"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：設定をデフォルト値に戻します</a:t>
            </a:r>
            <a:endPar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3" name="グループ化 2">
            <a:extLst>
              <a:ext uri="{FF2B5EF4-FFF2-40B4-BE49-F238E27FC236}">
                <a16:creationId xmlns:a16="http://schemas.microsoft.com/office/drawing/2014/main" id="{A8973BF7-9EC5-2F78-2CA5-DB11583919B6}"/>
              </a:ext>
            </a:extLst>
          </p:cNvPr>
          <p:cNvGrpSpPr/>
          <p:nvPr/>
        </p:nvGrpSpPr>
        <p:grpSpPr>
          <a:xfrm>
            <a:off x="5697909" y="4450209"/>
            <a:ext cx="741835" cy="719415"/>
            <a:chOff x="6028504" y="824337"/>
            <a:chExt cx="741835" cy="719415"/>
          </a:xfrm>
        </p:grpSpPr>
        <p:sp>
          <p:nvSpPr>
            <p:cNvPr id="5" name="角丸四角形 9">
              <a:extLst>
                <a:ext uri="{FF2B5EF4-FFF2-40B4-BE49-F238E27FC236}">
                  <a16:creationId xmlns:a16="http://schemas.microsoft.com/office/drawing/2014/main" id="{F5CD5BFD-0344-D58C-AC7C-20044B08FC26}"/>
                </a:ext>
              </a:extLst>
            </p:cNvPr>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6" name="直線矢印コネクタ 5">
              <a:extLst>
                <a:ext uri="{FF2B5EF4-FFF2-40B4-BE49-F238E27FC236}">
                  <a16:creationId xmlns:a16="http://schemas.microsoft.com/office/drawing/2014/main" id="{C86C36F5-BFC0-DE84-2EBA-816F99344536}"/>
                </a:ext>
              </a:extLst>
            </p:cNvPr>
            <p:cNvCxnSpPr>
              <a:cxnSpLocks/>
              <a:stCxn id="7" idx="0"/>
              <a:endCxn id="5" idx="2"/>
            </p:cNvCxnSpPr>
            <p:nvPr/>
          </p:nvCxnSpPr>
          <p:spPr>
            <a:xfrm flipV="1">
              <a:off x="6399422" y="1083600"/>
              <a:ext cx="0" cy="17215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円/楕円 11">
              <a:extLst>
                <a:ext uri="{FF2B5EF4-FFF2-40B4-BE49-F238E27FC236}">
                  <a16:creationId xmlns:a16="http://schemas.microsoft.com/office/drawing/2014/main" id="{15797974-FF44-3935-CAF6-E0E8672C21AE}"/>
                </a:ext>
              </a:extLst>
            </p:cNvPr>
            <p:cNvSpPr/>
            <p:nvPr/>
          </p:nvSpPr>
          <p:spPr>
            <a:xfrm>
              <a:off x="6255422" y="125575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4</a:t>
              </a:r>
            </a:p>
          </p:txBody>
        </p:sp>
      </p:grpSp>
      <p:sp>
        <p:nvSpPr>
          <p:cNvPr id="8" name="テキスト ボックス 7">
            <a:extLst>
              <a:ext uri="{FF2B5EF4-FFF2-40B4-BE49-F238E27FC236}">
                <a16:creationId xmlns:a16="http://schemas.microsoft.com/office/drawing/2014/main" id="{63472103-86C0-16DC-9A8E-61C02CCBBA38}"/>
              </a:ext>
            </a:extLst>
          </p:cNvPr>
          <p:cNvSpPr txBox="1"/>
          <p:nvPr/>
        </p:nvSpPr>
        <p:spPr>
          <a:xfrm>
            <a:off x="9634396" y="2446127"/>
            <a:ext cx="2207656" cy="369332"/>
          </a:xfrm>
          <a:prstGeom prst="rect">
            <a:avLst/>
          </a:prstGeom>
          <a:noFill/>
        </p:spPr>
        <p:txBody>
          <a:bodyPr wrap="none" rtlCol="0">
            <a:spAutoFit/>
          </a:bodyPr>
          <a:lstStyle/>
          <a:p>
            <a:r>
              <a:rPr kumimoji="1" lang="ja-JP" altLang="en-US" sz="900">
                <a:solidFill>
                  <a:srgbClr val="FF0000"/>
                </a:solidFill>
              </a:rPr>
              <a:t>△</a:t>
            </a:r>
            <a:r>
              <a:rPr kumimoji="1" lang="en-US" altLang="ja-JP" sz="900">
                <a:solidFill>
                  <a:srgbClr val="FF0000"/>
                </a:solidFill>
              </a:rPr>
              <a:t>04</a:t>
            </a:r>
            <a:br>
              <a:rPr kumimoji="1" lang="en-US" altLang="ja-JP" sz="900">
                <a:solidFill>
                  <a:srgbClr val="FF0000"/>
                </a:solidFill>
              </a:rPr>
            </a:br>
            <a:r>
              <a:rPr kumimoji="1" lang="ja-JP" altLang="en-US" sz="900">
                <a:solidFill>
                  <a:srgbClr val="FF0000"/>
                </a:solidFill>
              </a:rPr>
              <a:t>ページ内の変数をリセットできるようにした</a:t>
            </a:r>
            <a:endParaRPr kumimoji="1" lang="en-US" altLang="ja-JP" sz="900">
              <a:solidFill>
                <a:srgbClr val="FF0000"/>
              </a:solidFill>
            </a:endParaRPr>
          </a:p>
        </p:txBody>
      </p:sp>
    </p:spTree>
    <p:extLst>
      <p:ext uri="{BB962C8B-B14F-4D97-AF65-F5344CB8AC3E}">
        <p14:creationId xmlns:p14="http://schemas.microsoft.com/office/powerpoint/2010/main" val="12905293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68" y="479425"/>
            <a:ext cx="6120000" cy="4248000"/>
          </a:xfrm>
          <a:prstGeom prst="rect">
            <a:avLst/>
          </a:prstGeom>
        </p:spPr>
      </p:pic>
      <p:sp>
        <p:nvSpPr>
          <p:cNvPr id="4" name="テキスト ボックス 3"/>
          <p:cNvSpPr txBox="1"/>
          <p:nvPr/>
        </p:nvSpPr>
        <p:spPr>
          <a:xfrm>
            <a:off x="312430" y="79315"/>
            <a:ext cx="1387496"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AUX4</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grpSp>
        <p:nvGrpSpPr>
          <p:cNvPr id="57" name="グループ化 56"/>
          <p:cNvGrpSpPr/>
          <p:nvPr/>
        </p:nvGrpSpPr>
        <p:grpSpPr>
          <a:xfrm>
            <a:off x="3013188" y="337258"/>
            <a:ext cx="741835" cy="728258"/>
            <a:chOff x="2990029" y="355342"/>
            <a:chExt cx="741835" cy="728258"/>
          </a:xfrm>
        </p:grpSpPr>
        <p:sp>
          <p:nvSpPr>
            <p:cNvPr id="13" name="角丸四角形 12"/>
            <p:cNvSpPr/>
            <p:nvPr/>
          </p:nvSpPr>
          <p:spPr>
            <a:xfrm>
              <a:off x="2990029"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4" name="直線矢印コネクタ 13"/>
            <p:cNvCxnSpPr>
              <a:stCxn id="15" idx="4"/>
              <a:endCxn id="13" idx="0"/>
            </p:cNvCxnSpPr>
            <p:nvPr/>
          </p:nvCxnSpPr>
          <p:spPr>
            <a:xfrm>
              <a:off x="3360946"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16946"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58" name="グループ化 57"/>
          <p:cNvGrpSpPr/>
          <p:nvPr/>
        </p:nvGrpSpPr>
        <p:grpSpPr>
          <a:xfrm>
            <a:off x="2271297" y="337258"/>
            <a:ext cx="741835" cy="728258"/>
            <a:chOff x="2256604" y="355342"/>
            <a:chExt cx="741835" cy="728258"/>
          </a:xfrm>
        </p:grpSpPr>
        <p:sp>
          <p:nvSpPr>
            <p:cNvPr id="17" name="角丸四角形 16"/>
            <p:cNvSpPr/>
            <p:nvPr/>
          </p:nvSpPr>
          <p:spPr>
            <a:xfrm>
              <a:off x="22566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8" name="直線矢印コネクタ 17"/>
            <p:cNvCxnSpPr>
              <a:stCxn id="19" idx="4"/>
              <a:endCxn id="17" idx="0"/>
            </p:cNvCxnSpPr>
            <p:nvPr/>
          </p:nvCxnSpPr>
          <p:spPr>
            <a:xfrm>
              <a:off x="26275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4835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grpSp>
        <p:nvGrpSpPr>
          <p:cNvPr id="54" name="グループ化 53"/>
          <p:cNvGrpSpPr/>
          <p:nvPr/>
        </p:nvGrpSpPr>
        <p:grpSpPr>
          <a:xfrm>
            <a:off x="5441466" y="4272387"/>
            <a:ext cx="741835" cy="782008"/>
            <a:chOff x="5733229" y="4472412"/>
            <a:chExt cx="741835" cy="782008"/>
          </a:xfrm>
        </p:grpSpPr>
        <p:sp>
          <p:nvSpPr>
            <p:cNvPr id="20" name="角丸四角形 19"/>
            <p:cNvSpPr/>
            <p:nvPr/>
          </p:nvSpPr>
          <p:spPr>
            <a:xfrm>
              <a:off x="5733229" y="4472412"/>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21" name="直線矢印コネクタ 20"/>
            <p:cNvCxnSpPr>
              <a:stCxn id="22" idx="0"/>
              <a:endCxn id="20" idx="2"/>
            </p:cNvCxnSpPr>
            <p:nvPr/>
          </p:nvCxnSpPr>
          <p:spPr>
            <a:xfrm flipH="1" flipV="1">
              <a:off x="6104147" y="4731675"/>
              <a:ext cx="7274" cy="23474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円/楕円 21"/>
            <p:cNvSpPr/>
            <p:nvPr/>
          </p:nvSpPr>
          <p:spPr>
            <a:xfrm>
              <a:off x="5967421" y="4966420"/>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4</a:t>
              </a:r>
              <a:endParaRPr lang="ja-JP" altLang="en-US" sz="1800">
                <a:solidFill>
                  <a:srgbClr val="FF0000"/>
                </a:solidFill>
              </a:endParaRPr>
            </a:p>
          </p:txBody>
        </p:sp>
      </p:grpSp>
      <p:grpSp>
        <p:nvGrpSpPr>
          <p:cNvPr id="55" name="グループ化 54"/>
          <p:cNvGrpSpPr/>
          <p:nvPr/>
        </p:nvGrpSpPr>
        <p:grpSpPr>
          <a:xfrm>
            <a:off x="4362451" y="916471"/>
            <a:ext cx="1866900" cy="1121879"/>
            <a:chOff x="4614213" y="1022267"/>
            <a:chExt cx="1866900" cy="1121879"/>
          </a:xfrm>
        </p:grpSpPr>
        <p:sp>
          <p:nvSpPr>
            <p:cNvPr id="23" name="角丸四角形 22"/>
            <p:cNvSpPr/>
            <p:nvPr/>
          </p:nvSpPr>
          <p:spPr>
            <a:xfrm>
              <a:off x="4614213" y="1449221"/>
              <a:ext cx="1866900" cy="694925"/>
            </a:xfrm>
            <a:prstGeom prst="roundRect">
              <a:avLst>
                <a:gd name="adj" fmla="val 3428"/>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24" name="直線矢印コネクタ 23"/>
            <p:cNvCxnSpPr>
              <a:stCxn id="25" idx="4"/>
              <a:endCxn id="23" idx="0"/>
            </p:cNvCxnSpPr>
            <p:nvPr/>
          </p:nvCxnSpPr>
          <p:spPr>
            <a:xfrm>
              <a:off x="5538666" y="1310267"/>
              <a:ext cx="8997" cy="13895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円/楕円 24"/>
            <p:cNvSpPr/>
            <p:nvPr/>
          </p:nvSpPr>
          <p:spPr>
            <a:xfrm>
              <a:off x="5394666" y="1022267"/>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5</a:t>
              </a:r>
              <a:endParaRPr lang="ja-JP" altLang="en-US" sz="1800">
                <a:solidFill>
                  <a:srgbClr val="FF0000"/>
                </a:solidFill>
              </a:endParaRPr>
            </a:p>
          </p:txBody>
        </p:sp>
      </p:grpSp>
      <p:sp>
        <p:nvSpPr>
          <p:cNvPr id="40" name="テキスト ボックス 39"/>
          <p:cNvSpPr txBox="1"/>
          <p:nvPr/>
        </p:nvSpPr>
        <p:spPr>
          <a:xfrm>
            <a:off x="6688138" y="475325"/>
            <a:ext cx="5928569" cy="4893647"/>
          </a:xfrm>
          <a:prstGeom prst="rect">
            <a:avLst/>
          </a:prstGeom>
          <a:solidFill>
            <a:schemeClr val="bg1"/>
          </a:solidFill>
          <a:ln w="6350">
            <a:solidFill>
              <a:schemeClr val="tx1"/>
            </a:solidFill>
          </a:ln>
        </p:spPr>
        <p:txBody>
          <a:bodyPr wrap="square" rtlCol="0">
            <a:spAutoFit/>
          </a:bodyPr>
          <a:lstStyle/>
          <a:p>
            <a:r>
              <a:rPr lang="en-US" altLang="ja-JP" sz="1200">
                <a:latin typeface="Meiryo UI" panose="020B0604030504040204" pitchFamily="50" charset="-128"/>
                <a:ea typeface="Meiryo UI" panose="020B0604030504040204" pitchFamily="50" charset="-128"/>
                <a:cs typeface="Meiryo UI" panose="020B0604030504040204" pitchFamily="50" charset="-128"/>
              </a:rPr>
              <a:t>AUX4</a:t>
            </a:r>
            <a:r>
              <a:rPr lang="ja-JP" altLang="en-US" sz="1200">
                <a:latin typeface="Meiryo UI" panose="020B0604030504040204" pitchFamily="50" charset="-128"/>
                <a:ea typeface="Meiryo UI" panose="020B0604030504040204" pitchFamily="50" charset="-128"/>
                <a:cs typeface="Meiryo UI" panose="020B0604030504040204" pitchFamily="50" charset="-128"/>
              </a:rPr>
              <a:t>の状態確認と設定値変更ができます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AUX4 status</a:t>
            </a:r>
          </a:p>
          <a:p>
            <a:pPr marL="180000">
              <a:tabLst>
                <a:tab pos="17049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AUX4</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slide position	:</a:t>
            </a:r>
            <a:r>
              <a:rPr lang="ja-JP" altLang="en-US" sz="1200">
                <a:latin typeface="Meiryo UI" panose="020B0604030504040204" pitchFamily="50" charset="-128"/>
                <a:ea typeface="Meiryo UI" panose="020B0604030504040204" pitchFamily="50" charset="-128"/>
                <a:cs typeface="Meiryo UI" panose="020B0604030504040204" pitchFamily="50" charset="-128"/>
              </a:rPr>
              <a:t> スライドスイッチの操作量</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7049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AUX4 L flow rate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L</a:t>
            </a:r>
            <a:r>
              <a:rPr lang="ja-JP" altLang="en-US" sz="1200">
                <a:latin typeface="Meiryo UI" panose="020B0604030504040204" pitchFamily="50" charset="-128"/>
                <a:ea typeface="Meiryo UI" panose="020B0604030504040204" pitchFamily="50" charset="-128"/>
                <a:cs typeface="Meiryo UI" panose="020B0604030504040204" pitchFamily="50" charset="-128"/>
              </a:rPr>
              <a:t>側の流量設定値</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7049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AUX4 R flow rate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R</a:t>
            </a:r>
            <a:r>
              <a:rPr lang="ja-JP" altLang="en-US" sz="1200">
                <a:latin typeface="Meiryo UI" panose="020B0604030504040204" pitchFamily="50" charset="-128"/>
                <a:ea typeface="Meiryo UI" panose="020B0604030504040204" pitchFamily="50" charset="-128"/>
                <a:cs typeface="Meiryo UI" panose="020B0604030504040204" pitchFamily="50" charset="-128"/>
              </a:rPr>
              <a:t>側の流量設定値</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Flow status</a:t>
            </a:r>
          </a:p>
          <a:p>
            <a:pPr marL="180000">
              <a:tabLst>
                <a:tab pos="10763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L flow rate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L</a:t>
            </a:r>
            <a:r>
              <a:rPr lang="ja-JP" altLang="en-US" sz="1200">
                <a:latin typeface="Meiryo UI" panose="020B0604030504040204" pitchFamily="50" charset="-128"/>
                <a:ea typeface="Meiryo UI" panose="020B0604030504040204" pitchFamily="50" charset="-128"/>
                <a:cs typeface="Meiryo UI" panose="020B0604030504040204" pitchFamily="50" charset="-128"/>
              </a:rPr>
              <a:t>側の最大流量設定値</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0763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R flow rate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R</a:t>
            </a:r>
            <a:r>
              <a:rPr lang="ja-JP" altLang="en-US" sz="1200">
                <a:latin typeface="Meiryo UI" panose="020B0604030504040204" pitchFamily="50" charset="-128"/>
                <a:ea typeface="Meiryo UI" panose="020B0604030504040204" pitchFamily="50" charset="-128"/>
                <a:cs typeface="Meiryo UI" panose="020B0604030504040204" pitchFamily="50" charset="-128"/>
              </a:rPr>
              <a:t>側の最大流量設定値</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Setting</a:t>
            </a:r>
          </a:p>
          <a:p>
            <a:r>
              <a:rPr lang="en-US" altLang="ja-JP" sz="1200">
                <a:latin typeface="Meiryo UI" panose="020B0604030504040204" pitchFamily="50" charset="-128"/>
                <a:ea typeface="Meiryo UI" panose="020B0604030504040204" pitchFamily="50" charset="-128"/>
                <a:cs typeface="Meiryo UI" panose="020B0604030504040204" pitchFamily="50" charset="-128"/>
              </a:rPr>
              <a:t>AUX4</a:t>
            </a:r>
            <a:r>
              <a:rPr lang="ja-JP" altLang="en-US" sz="1200">
                <a:latin typeface="Meiryo UI" panose="020B0604030504040204" pitchFamily="50" charset="-128"/>
                <a:ea typeface="Meiryo UI" panose="020B0604030504040204" pitchFamily="50" charset="-128"/>
                <a:cs typeface="Meiryo UI" panose="020B0604030504040204" pitchFamily="50" charset="-128"/>
              </a:rPr>
              <a:t>機能に関するパラメータを設定できます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5240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Stroke	: </a:t>
            </a:r>
            <a:r>
              <a:rPr lang="ja-JP" altLang="en-US" sz="1200">
                <a:latin typeface="Meiryo UI" panose="020B0604030504040204" pitchFamily="50" charset="-128"/>
                <a:ea typeface="Meiryo UI" panose="020B0604030504040204" pitchFamily="50" charset="-128"/>
                <a:cs typeface="Meiryo UI" panose="020B0604030504040204" pitchFamily="50" charset="-128"/>
              </a:rPr>
              <a:t>操作量に対する出力の設定</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5240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Current	:</a:t>
            </a:r>
            <a:r>
              <a:rPr lang="ja-JP" altLang="en-US" sz="1200">
                <a:latin typeface="Meiryo UI" panose="020B0604030504040204" pitchFamily="50" charset="-128"/>
                <a:ea typeface="Meiryo UI" panose="020B0604030504040204" pitchFamily="50" charset="-128"/>
                <a:cs typeface="Meiryo UI" panose="020B0604030504040204" pitchFamily="50" charset="-128"/>
              </a:rPr>
              <a:t> ソレノイドに出力する電流値を設定</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5240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Exponential filter	: </a:t>
            </a:r>
            <a:r>
              <a:rPr lang="ja-JP" altLang="en-US" sz="1200">
                <a:latin typeface="Meiryo UI" panose="020B0604030504040204" pitchFamily="50" charset="-128"/>
                <a:ea typeface="Meiryo UI" panose="020B0604030504040204" pitchFamily="50" charset="-128"/>
                <a:cs typeface="Meiryo UI" panose="020B0604030504040204" pitchFamily="50" charset="-128"/>
              </a:rPr>
              <a:t>出力電流値のフィルタ補正時間</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Hone	:</a:t>
            </a:r>
            <a:r>
              <a:rPr lang="ja-JP" altLang="en-US" sz="120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④</a:t>
            </a:r>
            <a:r>
              <a:rPr lang="en-US" altLang="ja-JP" sz="1200">
                <a:latin typeface="Meiryo UI" panose="020B0604030504040204" pitchFamily="50" charset="-128"/>
                <a:ea typeface="Meiryo UI" panose="020B0604030504040204" pitchFamily="50" charset="-128"/>
                <a:cs typeface="Meiryo UI" panose="020B0604030504040204" pitchFamily="50" charset="-128"/>
              </a:rPr>
              <a:t>Reset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AUX4</a:t>
            </a:r>
            <a:r>
              <a:rPr lang="ja-JP" altLang="en-US" sz="1200">
                <a:latin typeface="Meiryo UI" panose="020B0604030504040204" pitchFamily="50" charset="-128"/>
                <a:ea typeface="Meiryo UI" panose="020B0604030504040204" pitchFamily="50" charset="-128"/>
                <a:cs typeface="Meiryo UI" panose="020B0604030504040204" pitchFamily="50" charset="-128"/>
              </a:rPr>
              <a:t>の設定を初期値に戻します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⑤各設定画面へ移動します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5502750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69" y="479425"/>
            <a:ext cx="6103286" cy="4236398"/>
          </a:xfrm>
          <a:prstGeom prst="rect">
            <a:avLst/>
          </a:prstGeom>
        </p:spPr>
      </p:pic>
      <p:sp>
        <p:nvSpPr>
          <p:cNvPr id="4" name="テキスト ボックス 3"/>
          <p:cNvSpPr txBox="1"/>
          <p:nvPr/>
        </p:nvSpPr>
        <p:spPr>
          <a:xfrm>
            <a:off x="312430" y="79315"/>
            <a:ext cx="3252750"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AUX4</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Stroke</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Setting</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grpSp>
        <p:nvGrpSpPr>
          <p:cNvPr id="57" name="グループ化 56"/>
          <p:cNvGrpSpPr/>
          <p:nvPr/>
        </p:nvGrpSpPr>
        <p:grpSpPr>
          <a:xfrm>
            <a:off x="3004994" y="337258"/>
            <a:ext cx="741835" cy="728258"/>
            <a:chOff x="2990029" y="355342"/>
            <a:chExt cx="741835" cy="728258"/>
          </a:xfrm>
        </p:grpSpPr>
        <p:sp>
          <p:nvSpPr>
            <p:cNvPr id="13" name="角丸四角形 12"/>
            <p:cNvSpPr/>
            <p:nvPr/>
          </p:nvSpPr>
          <p:spPr>
            <a:xfrm>
              <a:off x="2990029"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4" name="直線矢印コネクタ 13"/>
            <p:cNvCxnSpPr>
              <a:stCxn id="15" idx="4"/>
              <a:endCxn id="13" idx="0"/>
            </p:cNvCxnSpPr>
            <p:nvPr/>
          </p:nvCxnSpPr>
          <p:spPr>
            <a:xfrm>
              <a:off x="3360946"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16946"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58" name="グループ化 57"/>
          <p:cNvGrpSpPr/>
          <p:nvPr/>
        </p:nvGrpSpPr>
        <p:grpSpPr>
          <a:xfrm>
            <a:off x="2254713" y="337258"/>
            <a:ext cx="741835" cy="728258"/>
            <a:chOff x="2256604" y="355342"/>
            <a:chExt cx="741835" cy="728258"/>
          </a:xfrm>
        </p:grpSpPr>
        <p:sp>
          <p:nvSpPr>
            <p:cNvPr id="17" name="角丸四角形 16"/>
            <p:cNvSpPr/>
            <p:nvPr/>
          </p:nvSpPr>
          <p:spPr>
            <a:xfrm>
              <a:off x="22566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8" name="直線矢印コネクタ 17"/>
            <p:cNvCxnSpPr>
              <a:stCxn id="19" idx="4"/>
              <a:endCxn id="17" idx="0"/>
            </p:cNvCxnSpPr>
            <p:nvPr/>
          </p:nvCxnSpPr>
          <p:spPr>
            <a:xfrm>
              <a:off x="26275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4835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sp>
        <p:nvSpPr>
          <p:cNvPr id="22" name="テキスト ボックス 21"/>
          <p:cNvSpPr txBox="1"/>
          <p:nvPr/>
        </p:nvSpPr>
        <p:spPr>
          <a:xfrm>
            <a:off x="6688138" y="475325"/>
            <a:ext cx="5928569" cy="2000548"/>
          </a:xfrm>
          <a:prstGeom prst="rect">
            <a:avLst/>
          </a:prstGeom>
          <a:solidFill>
            <a:schemeClr val="bg1"/>
          </a:solidFill>
          <a:ln w="6350">
            <a:solidFill>
              <a:schemeClr val="tx1"/>
            </a:solidFill>
          </a:ln>
        </p:spPr>
        <p:txBody>
          <a:bodyPr wrap="square" rtlCol="0">
            <a:spAutoFit/>
          </a:bodyPr>
          <a:lstStyle/>
          <a:p>
            <a:r>
              <a:rPr lang="en-US" altLang="ja-JP" sz="1200">
                <a:latin typeface="Meiryo UI" panose="020B0604030504040204" pitchFamily="50" charset="-128"/>
                <a:ea typeface="Meiryo UI" panose="020B0604030504040204" pitchFamily="50" charset="-128"/>
                <a:cs typeface="Meiryo UI" panose="020B0604030504040204" pitchFamily="50" charset="-128"/>
              </a:rPr>
              <a:t>AUX4</a:t>
            </a:r>
            <a:r>
              <a:rPr lang="ja-JP" altLang="en-US" sz="1200">
                <a:latin typeface="Meiryo UI" panose="020B0604030504040204" pitchFamily="50" charset="-128"/>
                <a:ea typeface="Meiryo UI" panose="020B0604030504040204" pitchFamily="50" charset="-128"/>
                <a:cs typeface="Meiryo UI" panose="020B0604030504040204" pitchFamily="50" charset="-128"/>
              </a:rPr>
              <a:t>操作量に対する出力線図の確認と設定ができます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Signal</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area</a:t>
            </a:r>
          </a:p>
          <a:p>
            <a:pPr marL="180000">
              <a:tabLst>
                <a:tab pos="447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X	:</a:t>
            </a:r>
            <a:r>
              <a:rPr lang="ja-JP" altLang="en-US" sz="1200">
                <a:latin typeface="Meiryo UI" panose="020B0604030504040204" pitchFamily="50" charset="-128"/>
                <a:ea typeface="Meiryo UI" panose="020B0604030504040204" pitchFamily="50" charset="-128"/>
                <a:cs typeface="Meiryo UI" panose="020B0604030504040204" pitchFamily="50" charset="-128"/>
              </a:rPr>
              <a:t> 操作量</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447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Y	:</a:t>
            </a:r>
            <a:r>
              <a:rPr lang="ja-JP" altLang="en-US" sz="1200">
                <a:latin typeface="Meiryo UI" panose="020B0604030504040204" pitchFamily="50" charset="-128"/>
                <a:ea typeface="Meiryo UI" panose="020B0604030504040204" pitchFamily="50" charset="-128"/>
                <a:cs typeface="Meiryo UI" panose="020B0604030504040204" pitchFamily="50" charset="-128"/>
              </a:rPr>
              <a:t> 出力</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Back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AUX4</a:t>
            </a:r>
            <a:r>
              <a:rPr lang="ja-JP" altLang="en-US" sz="120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0754997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70" y="479425"/>
            <a:ext cx="6103284" cy="4236398"/>
          </a:xfrm>
          <a:prstGeom prst="rect">
            <a:avLst/>
          </a:prstGeom>
        </p:spPr>
      </p:pic>
      <p:sp>
        <p:nvSpPr>
          <p:cNvPr id="4" name="テキスト ボックス 3"/>
          <p:cNvSpPr txBox="1"/>
          <p:nvPr/>
        </p:nvSpPr>
        <p:spPr>
          <a:xfrm>
            <a:off x="312430" y="79315"/>
            <a:ext cx="3492238"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AUX4</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Current</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Setting</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grpSp>
        <p:nvGrpSpPr>
          <p:cNvPr id="57" name="グループ化 56"/>
          <p:cNvGrpSpPr/>
          <p:nvPr/>
        </p:nvGrpSpPr>
        <p:grpSpPr>
          <a:xfrm>
            <a:off x="3004994" y="337258"/>
            <a:ext cx="741835" cy="728258"/>
            <a:chOff x="2990029" y="355342"/>
            <a:chExt cx="741835" cy="728258"/>
          </a:xfrm>
        </p:grpSpPr>
        <p:sp>
          <p:nvSpPr>
            <p:cNvPr id="13" name="角丸四角形 12"/>
            <p:cNvSpPr/>
            <p:nvPr/>
          </p:nvSpPr>
          <p:spPr>
            <a:xfrm>
              <a:off x="2990029"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4" name="直線矢印コネクタ 13"/>
            <p:cNvCxnSpPr>
              <a:stCxn id="15" idx="4"/>
              <a:endCxn id="13" idx="0"/>
            </p:cNvCxnSpPr>
            <p:nvPr/>
          </p:nvCxnSpPr>
          <p:spPr>
            <a:xfrm>
              <a:off x="3360946"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16946"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58" name="グループ化 57"/>
          <p:cNvGrpSpPr/>
          <p:nvPr/>
        </p:nvGrpSpPr>
        <p:grpSpPr>
          <a:xfrm>
            <a:off x="2254713" y="337258"/>
            <a:ext cx="741835" cy="728258"/>
            <a:chOff x="2256604" y="355342"/>
            <a:chExt cx="741835" cy="728258"/>
          </a:xfrm>
        </p:grpSpPr>
        <p:sp>
          <p:nvSpPr>
            <p:cNvPr id="17" name="角丸四角形 16"/>
            <p:cNvSpPr/>
            <p:nvPr/>
          </p:nvSpPr>
          <p:spPr>
            <a:xfrm>
              <a:off x="22566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8" name="直線矢印コネクタ 17"/>
            <p:cNvCxnSpPr>
              <a:stCxn id="19" idx="4"/>
              <a:endCxn id="17" idx="0"/>
            </p:cNvCxnSpPr>
            <p:nvPr/>
          </p:nvCxnSpPr>
          <p:spPr>
            <a:xfrm>
              <a:off x="26275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4835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sp>
        <p:nvSpPr>
          <p:cNvPr id="40" name="テキスト ボックス 39"/>
          <p:cNvSpPr txBox="1"/>
          <p:nvPr/>
        </p:nvSpPr>
        <p:spPr>
          <a:xfrm>
            <a:off x="6688138" y="475325"/>
            <a:ext cx="5928569" cy="2000548"/>
          </a:xfrm>
          <a:prstGeom prst="rect">
            <a:avLst/>
          </a:prstGeom>
          <a:solidFill>
            <a:schemeClr val="bg1"/>
          </a:solidFill>
          <a:ln w="6350">
            <a:solidFill>
              <a:schemeClr val="tx1"/>
            </a:solidFill>
          </a:ln>
        </p:spPr>
        <p:txBody>
          <a:bodyPr wrap="square" rtlCol="0">
            <a:spAutoFit/>
          </a:bodyPr>
          <a:lstStyle/>
          <a:p>
            <a:r>
              <a:rPr lang="en-US" altLang="ja-JP" sz="1200">
                <a:latin typeface="Meiryo UI" panose="020B0604030504040204" pitchFamily="50" charset="-128"/>
                <a:ea typeface="Meiryo UI" panose="020B0604030504040204" pitchFamily="50" charset="-128"/>
                <a:cs typeface="Meiryo UI" panose="020B0604030504040204" pitchFamily="50" charset="-128"/>
              </a:rPr>
              <a:t>AUX4</a:t>
            </a:r>
            <a:r>
              <a:rPr lang="ja-JP" altLang="en-US" sz="1200">
                <a:latin typeface="Meiryo UI" panose="020B0604030504040204" pitchFamily="50" charset="-128"/>
                <a:ea typeface="Meiryo UI" panose="020B0604030504040204" pitchFamily="50" charset="-128"/>
                <a:cs typeface="Meiryo UI" panose="020B0604030504040204" pitchFamily="50" charset="-128"/>
              </a:rPr>
              <a:t>操作量に対するソレノイドへの出力線図の確認と設定ができます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Signal</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area</a:t>
            </a:r>
          </a:p>
          <a:p>
            <a:pPr marL="180000">
              <a:tabLst>
                <a:tab pos="447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X	:</a:t>
            </a:r>
            <a:r>
              <a:rPr lang="ja-JP" altLang="en-US" sz="1200">
                <a:latin typeface="Meiryo UI" panose="020B0604030504040204" pitchFamily="50" charset="-128"/>
                <a:ea typeface="Meiryo UI" panose="020B0604030504040204" pitchFamily="50" charset="-128"/>
                <a:cs typeface="Meiryo UI" panose="020B0604030504040204" pitchFamily="50" charset="-128"/>
              </a:rPr>
              <a:t> 操作量</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447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Y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AUX4</a:t>
            </a:r>
            <a:r>
              <a:rPr lang="ja-JP" altLang="en-US" sz="1200">
                <a:latin typeface="Meiryo UI" panose="020B0604030504040204" pitchFamily="50" charset="-128"/>
                <a:ea typeface="Meiryo UI" panose="020B0604030504040204" pitchFamily="50" charset="-128"/>
                <a:cs typeface="Meiryo UI" panose="020B0604030504040204" pitchFamily="50" charset="-128"/>
              </a:rPr>
              <a:t>ソレノイド出力電流</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Back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AUX4</a:t>
            </a:r>
            <a:r>
              <a:rPr lang="ja-JP" altLang="en-US" sz="120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18456321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68" y="479425"/>
            <a:ext cx="6119999" cy="4248000"/>
          </a:xfrm>
          <a:prstGeom prst="rect">
            <a:avLst/>
          </a:prstGeom>
        </p:spPr>
      </p:pic>
      <p:sp>
        <p:nvSpPr>
          <p:cNvPr id="4" name="テキスト ボックス 3"/>
          <p:cNvSpPr txBox="1"/>
          <p:nvPr/>
        </p:nvSpPr>
        <p:spPr>
          <a:xfrm>
            <a:off x="312430" y="79315"/>
            <a:ext cx="1452001"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Swing</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grpSp>
        <p:nvGrpSpPr>
          <p:cNvPr id="55" name="グループ化 54"/>
          <p:cNvGrpSpPr/>
          <p:nvPr/>
        </p:nvGrpSpPr>
        <p:grpSpPr>
          <a:xfrm>
            <a:off x="2654157" y="1362838"/>
            <a:ext cx="1866900" cy="1188902"/>
            <a:chOff x="4614213" y="1449221"/>
            <a:chExt cx="1866900" cy="1188902"/>
          </a:xfrm>
        </p:grpSpPr>
        <p:sp>
          <p:nvSpPr>
            <p:cNvPr id="23" name="角丸四角形 22"/>
            <p:cNvSpPr/>
            <p:nvPr/>
          </p:nvSpPr>
          <p:spPr>
            <a:xfrm>
              <a:off x="4614213" y="1449221"/>
              <a:ext cx="1866900" cy="694925"/>
            </a:xfrm>
            <a:prstGeom prst="roundRect">
              <a:avLst>
                <a:gd name="adj" fmla="val 3428"/>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24" name="直線矢印コネクタ 23"/>
            <p:cNvCxnSpPr>
              <a:stCxn id="25" idx="0"/>
              <a:endCxn id="23" idx="2"/>
            </p:cNvCxnSpPr>
            <p:nvPr/>
          </p:nvCxnSpPr>
          <p:spPr>
            <a:xfrm flipV="1">
              <a:off x="5547663" y="2144146"/>
              <a:ext cx="0" cy="20597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円/楕円 24"/>
            <p:cNvSpPr/>
            <p:nvPr/>
          </p:nvSpPr>
          <p:spPr>
            <a:xfrm>
              <a:off x="5403663" y="2350123"/>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sp>
        <p:nvSpPr>
          <p:cNvPr id="40" name="テキスト ボックス 39"/>
          <p:cNvSpPr txBox="1"/>
          <p:nvPr/>
        </p:nvSpPr>
        <p:spPr>
          <a:xfrm>
            <a:off x="6688138" y="475325"/>
            <a:ext cx="5928569" cy="2739211"/>
          </a:xfrm>
          <a:prstGeom prst="rect">
            <a:avLst/>
          </a:prstGeom>
          <a:solidFill>
            <a:schemeClr val="bg1"/>
          </a:solidFill>
          <a:ln w="6350">
            <a:solidFill>
              <a:schemeClr val="tx1"/>
            </a:solidFill>
          </a:ln>
        </p:spPr>
        <p:txBody>
          <a:bodyPr wrap="square" rtlCol="0">
            <a:spAutoFit/>
          </a:bodyPr>
          <a:lstStyle/>
          <a:p>
            <a:r>
              <a:rPr lang="en-US" altLang="ja-JP" sz="1200">
                <a:latin typeface="Meiryo UI" panose="020B0604030504040204" pitchFamily="50" charset="-128"/>
                <a:ea typeface="Meiryo UI" panose="020B0604030504040204" pitchFamily="50" charset="-128"/>
                <a:cs typeface="Meiryo UI" panose="020B0604030504040204" pitchFamily="50" charset="-128"/>
              </a:rPr>
              <a:t>Swing</a:t>
            </a:r>
            <a:r>
              <a:rPr lang="ja-JP" altLang="en-US" sz="1200">
                <a:latin typeface="Meiryo UI" panose="020B0604030504040204" pitchFamily="50" charset="-128"/>
                <a:ea typeface="Meiryo UI" panose="020B0604030504040204" pitchFamily="50" charset="-128"/>
                <a:cs typeface="Meiryo UI" panose="020B0604030504040204" pitchFamily="50" charset="-128"/>
              </a:rPr>
              <a:t>機能の状態確認と設定値変更ができます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Swing</a:t>
            </a:r>
          </a:p>
          <a:p>
            <a:pPr marL="180000">
              <a:tabLst>
                <a:tab pos="17907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Swing</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pedal position	:</a:t>
            </a:r>
            <a:r>
              <a:rPr lang="ja-JP" altLang="en-US" sz="1200">
                <a:latin typeface="Meiryo UI" panose="020B0604030504040204" pitchFamily="50" charset="-128"/>
                <a:ea typeface="Meiryo UI" panose="020B0604030504040204" pitchFamily="50" charset="-128"/>
                <a:cs typeface="Meiryo UI" panose="020B0604030504040204" pitchFamily="50" charset="-128"/>
              </a:rPr>
              <a:t> スイングペダルの操作量</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7907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Swing</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L solenoid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L</a:t>
            </a:r>
            <a:r>
              <a:rPr lang="ja-JP" altLang="en-US" sz="1200">
                <a:latin typeface="Meiryo UI" panose="020B0604030504040204" pitchFamily="50" charset="-128"/>
                <a:ea typeface="Meiryo UI" panose="020B0604030504040204" pitchFamily="50" charset="-128"/>
                <a:cs typeface="Meiryo UI" panose="020B0604030504040204" pitchFamily="50" charset="-128"/>
              </a:rPr>
              <a:t>側ソレノイドへの出力電流</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7907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Swing R solenoid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R</a:t>
            </a:r>
            <a:r>
              <a:rPr lang="ja-JP" altLang="en-US" sz="1200">
                <a:latin typeface="Meiryo UI" panose="020B0604030504040204" pitchFamily="50" charset="-128"/>
                <a:ea typeface="Meiryo UI" panose="020B0604030504040204" pitchFamily="50" charset="-128"/>
                <a:cs typeface="Meiryo UI" panose="020B0604030504040204" pitchFamily="50" charset="-128"/>
              </a:rPr>
              <a:t>側ソレノイドへの出力電流</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Setting</a:t>
            </a:r>
          </a:p>
          <a:p>
            <a:r>
              <a:rPr lang="en-US" altLang="ja-JP" sz="1200">
                <a:latin typeface="Meiryo UI" panose="020B0604030504040204" pitchFamily="50" charset="-128"/>
                <a:ea typeface="Meiryo UI" panose="020B0604030504040204" pitchFamily="50" charset="-128"/>
                <a:cs typeface="Meiryo UI" panose="020B0604030504040204" pitchFamily="50" charset="-128"/>
              </a:rPr>
              <a:t>Swing</a:t>
            </a:r>
            <a:r>
              <a:rPr lang="ja-JP" altLang="en-US" sz="1200">
                <a:latin typeface="Meiryo UI" panose="020B0604030504040204" pitchFamily="50" charset="-128"/>
                <a:ea typeface="Meiryo UI" panose="020B0604030504040204" pitchFamily="50" charset="-128"/>
                <a:cs typeface="Meiryo UI" panose="020B0604030504040204" pitchFamily="50" charset="-128"/>
              </a:rPr>
              <a:t>機能に関するパラメータを設定できます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5240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Pedal</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setting	: </a:t>
            </a:r>
            <a:r>
              <a:rPr lang="ja-JP" altLang="en-US" sz="1200">
                <a:latin typeface="Meiryo UI" panose="020B0604030504040204" pitchFamily="50" charset="-128"/>
                <a:ea typeface="Meiryo UI" panose="020B0604030504040204" pitchFamily="50" charset="-128"/>
                <a:cs typeface="Meiryo UI" panose="020B0604030504040204" pitchFamily="50" charset="-128"/>
              </a:rPr>
              <a:t>操作量に対する出力の設定</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5240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Current	:</a:t>
            </a:r>
            <a:r>
              <a:rPr lang="ja-JP" altLang="en-US" sz="1200">
                <a:latin typeface="Meiryo UI" panose="020B0604030504040204" pitchFamily="50" charset="-128"/>
                <a:ea typeface="Meiryo UI" panose="020B0604030504040204" pitchFamily="50" charset="-128"/>
                <a:cs typeface="Meiryo UI" panose="020B0604030504040204" pitchFamily="50" charset="-128"/>
              </a:rPr>
              <a:t> ソレノイドに出力する電流値を設定</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7143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Home	:</a:t>
            </a:r>
            <a:r>
              <a:rPr lang="ja-JP" altLang="en-US" sz="120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②各設定画面へ移動します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18733974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68" y="479425"/>
            <a:ext cx="6119999" cy="4247999"/>
          </a:xfrm>
          <a:prstGeom prst="rect">
            <a:avLst/>
          </a:prstGeom>
        </p:spPr>
      </p:pic>
      <p:sp>
        <p:nvSpPr>
          <p:cNvPr id="4" name="テキスト ボックス 3"/>
          <p:cNvSpPr txBox="1"/>
          <p:nvPr/>
        </p:nvSpPr>
        <p:spPr>
          <a:xfrm>
            <a:off x="312430" y="79315"/>
            <a:ext cx="3175485"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Swing</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Pedal</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Setting</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grpSp>
        <p:nvGrpSpPr>
          <p:cNvPr id="57" name="グループ化 56"/>
          <p:cNvGrpSpPr/>
          <p:nvPr/>
        </p:nvGrpSpPr>
        <p:grpSpPr>
          <a:xfrm>
            <a:off x="3013188" y="337258"/>
            <a:ext cx="741835" cy="728258"/>
            <a:chOff x="2990029" y="355342"/>
            <a:chExt cx="741835" cy="728258"/>
          </a:xfrm>
        </p:grpSpPr>
        <p:sp>
          <p:nvSpPr>
            <p:cNvPr id="13" name="角丸四角形 12"/>
            <p:cNvSpPr/>
            <p:nvPr/>
          </p:nvSpPr>
          <p:spPr>
            <a:xfrm>
              <a:off x="2990029"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4" name="直線矢印コネクタ 13"/>
            <p:cNvCxnSpPr>
              <a:stCxn id="15" idx="4"/>
              <a:endCxn id="13" idx="0"/>
            </p:cNvCxnSpPr>
            <p:nvPr/>
          </p:nvCxnSpPr>
          <p:spPr>
            <a:xfrm>
              <a:off x="3360946"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16946"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58" name="グループ化 57"/>
          <p:cNvGrpSpPr/>
          <p:nvPr/>
        </p:nvGrpSpPr>
        <p:grpSpPr>
          <a:xfrm>
            <a:off x="2271297" y="337258"/>
            <a:ext cx="741835" cy="728258"/>
            <a:chOff x="2256604" y="355342"/>
            <a:chExt cx="741835" cy="728258"/>
          </a:xfrm>
        </p:grpSpPr>
        <p:sp>
          <p:nvSpPr>
            <p:cNvPr id="17" name="角丸四角形 16"/>
            <p:cNvSpPr/>
            <p:nvPr/>
          </p:nvSpPr>
          <p:spPr>
            <a:xfrm>
              <a:off x="22566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8" name="直線矢印コネクタ 17"/>
            <p:cNvCxnSpPr>
              <a:stCxn id="19" idx="4"/>
              <a:endCxn id="17" idx="0"/>
            </p:cNvCxnSpPr>
            <p:nvPr/>
          </p:nvCxnSpPr>
          <p:spPr>
            <a:xfrm>
              <a:off x="26275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4835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sp>
        <p:nvSpPr>
          <p:cNvPr id="22" name="円/楕円 21"/>
          <p:cNvSpPr/>
          <p:nvPr/>
        </p:nvSpPr>
        <p:spPr>
          <a:xfrm>
            <a:off x="532158" y="2985220"/>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4</a:t>
            </a:r>
            <a:endParaRPr lang="ja-JP" altLang="en-US" sz="1800">
              <a:solidFill>
                <a:srgbClr val="FF0000"/>
              </a:solidFill>
            </a:endParaRPr>
          </a:p>
        </p:txBody>
      </p:sp>
      <p:sp>
        <p:nvSpPr>
          <p:cNvPr id="40" name="テキスト ボックス 39"/>
          <p:cNvSpPr txBox="1"/>
          <p:nvPr/>
        </p:nvSpPr>
        <p:spPr>
          <a:xfrm>
            <a:off x="6688138" y="475325"/>
            <a:ext cx="5928569" cy="6555641"/>
          </a:xfrm>
          <a:prstGeom prst="rect">
            <a:avLst/>
          </a:prstGeom>
          <a:solidFill>
            <a:schemeClr val="bg1"/>
          </a:solidFill>
          <a:ln w="635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スイングペダルの設定ができます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17049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Swing</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Pedal</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Status	:</a:t>
            </a:r>
            <a:r>
              <a:rPr lang="ja-JP" altLang="en-US" sz="1200">
                <a:latin typeface="Meiryo UI" panose="020B0604030504040204" pitchFamily="50" charset="-128"/>
                <a:ea typeface="Meiryo UI" panose="020B0604030504040204" pitchFamily="50" charset="-128"/>
                <a:cs typeface="Meiryo UI" panose="020B0604030504040204" pitchFamily="50" charset="-128"/>
              </a:rPr>
              <a:t> スイングペダルの現在の状態を確認できます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3430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Sensor power	:</a:t>
            </a:r>
            <a:r>
              <a:rPr lang="ja-JP" altLang="en-US" sz="1200">
                <a:latin typeface="Meiryo UI" panose="020B0604030504040204" pitchFamily="50" charset="-128"/>
                <a:ea typeface="Meiryo UI" panose="020B0604030504040204" pitchFamily="50" charset="-128"/>
                <a:cs typeface="Meiryo UI" panose="020B0604030504040204" pitchFamily="50" charset="-128"/>
              </a:rPr>
              <a:t> スイングペダルのセンサ電源電圧</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3430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Output</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	:</a:t>
            </a:r>
            <a:r>
              <a:rPr lang="ja-JP" altLang="en-US" sz="1200">
                <a:latin typeface="Meiryo UI" panose="020B0604030504040204" pitchFamily="50" charset="-128"/>
                <a:ea typeface="Meiryo UI" panose="020B0604030504040204" pitchFamily="50" charset="-128"/>
                <a:cs typeface="Meiryo UI" panose="020B0604030504040204" pitchFamily="50" charset="-128"/>
              </a:rPr>
              <a:t> スイングペダルの出力電圧</a:t>
            </a:r>
            <a:r>
              <a:rPr lang="en-US" altLang="ja-JP" sz="1200">
                <a:latin typeface="Meiryo UI" panose="020B0604030504040204" pitchFamily="50" charset="-128"/>
                <a:ea typeface="Meiryo UI" panose="020B0604030504040204" pitchFamily="50" charset="-128"/>
                <a:cs typeface="Meiryo UI" panose="020B0604030504040204" pitchFamily="50" charset="-128"/>
              </a:rPr>
              <a:t>A</a:t>
            </a:r>
          </a:p>
          <a:p>
            <a:pPr marL="180000">
              <a:tabLst>
                <a:tab pos="13430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Output</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B	:</a:t>
            </a:r>
            <a:r>
              <a:rPr lang="ja-JP" altLang="en-US" sz="1200">
                <a:latin typeface="Meiryo UI" panose="020B0604030504040204" pitchFamily="50" charset="-128"/>
                <a:ea typeface="Meiryo UI" panose="020B0604030504040204" pitchFamily="50" charset="-128"/>
                <a:cs typeface="Meiryo UI" panose="020B0604030504040204" pitchFamily="50" charset="-128"/>
              </a:rPr>
              <a:t> スイングペダルの出力電圧</a:t>
            </a:r>
            <a:r>
              <a:rPr lang="en-US" altLang="ja-JP" sz="1200">
                <a:latin typeface="Meiryo UI" panose="020B0604030504040204" pitchFamily="50" charset="-128"/>
                <a:ea typeface="Meiryo UI" panose="020B0604030504040204" pitchFamily="50" charset="-128"/>
                <a:cs typeface="Meiryo UI" panose="020B0604030504040204" pitchFamily="50" charset="-128"/>
              </a:rPr>
              <a:t>B</a:t>
            </a:r>
          </a:p>
          <a:p>
            <a:pPr marL="180000">
              <a:tabLst>
                <a:tab pos="13430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Output</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Value	:</a:t>
            </a:r>
            <a:r>
              <a:rPr lang="ja-JP" altLang="en-US" sz="1200">
                <a:latin typeface="Meiryo UI" panose="020B0604030504040204" pitchFamily="50" charset="-128"/>
                <a:ea typeface="Meiryo UI" panose="020B0604030504040204" pitchFamily="50" charset="-128"/>
                <a:cs typeface="Meiryo UI" panose="020B0604030504040204" pitchFamily="50" charset="-128"/>
              </a:rPr>
              <a:t> スイングペダル操作量</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3430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Neutral	:</a:t>
            </a:r>
            <a:r>
              <a:rPr lang="ja-JP" altLang="en-US" sz="1200">
                <a:latin typeface="Meiryo UI" panose="020B0604030504040204" pitchFamily="50" charset="-128"/>
                <a:ea typeface="Meiryo UI" panose="020B0604030504040204" pitchFamily="50" charset="-128"/>
                <a:cs typeface="Meiryo UI" panose="020B0604030504040204" pitchFamily="50" charset="-128"/>
              </a:rPr>
              <a:t> 中立位置判定</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Calibration	:</a:t>
            </a:r>
            <a:r>
              <a:rPr lang="ja-JP" altLang="en-US" sz="1200">
                <a:latin typeface="Meiryo UI" panose="020B0604030504040204" pitchFamily="50" charset="-128"/>
                <a:ea typeface="Meiryo UI" panose="020B0604030504040204" pitchFamily="50" charset="-128"/>
                <a:cs typeface="Meiryo UI" panose="020B0604030504040204" pitchFamily="50" charset="-128"/>
              </a:rPr>
              <a:t> スイングペダルの可動範囲と中立位置の設定を行います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07632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手順</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0763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1.</a:t>
            </a:r>
            <a:r>
              <a:rPr lang="ja-JP" altLang="en-US" sz="1200">
                <a:latin typeface="Meiryo UI" panose="020B0604030504040204" pitchFamily="50" charset="-128"/>
                <a:ea typeface="Meiryo UI" panose="020B0604030504040204" pitchFamily="50" charset="-128"/>
                <a:cs typeface="Meiryo UI" panose="020B0604030504040204" pitchFamily="50" charset="-128"/>
              </a:rPr>
              <a:t> ④を押して設定を開始します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0763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2.</a:t>
            </a:r>
            <a:r>
              <a:rPr lang="ja-JP" altLang="en-US" sz="1200">
                <a:latin typeface="Meiryo UI" panose="020B0604030504040204" pitchFamily="50" charset="-128"/>
                <a:ea typeface="Meiryo UI" panose="020B0604030504040204" pitchFamily="50" charset="-128"/>
                <a:cs typeface="Meiryo UI" panose="020B0604030504040204" pitchFamily="50" charset="-128"/>
              </a:rPr>
              <a:t> スイングペダルをストッパに当たるまで左右に動かします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0763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3.</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Low</a:t>
            </a:r>
            <a:r>
              <a:rPr lang="ja-JP" altLang="en-US" sz="1200">
                <a:latin typeface="Meiryo UI" panose="020B0604030504040204" pitchFamily="50" charset="-128"/>
                <a:ea typeface="Meiryo UI" panose="020B0604030504040204" pitchFamily="50" charset="-128"/>
                <a:cs typeface="Meiryo UI" panose="020B0604030504040204" pitchFamily="50" charset="-128"/>
              </a:rPr>
              <a:t>と</a:t>
            </a:r>
            <a:r>
              <a:rPr lang="en-US" altLang="ja-JP" sz="1200">
                <a:latin typeface="Meiryo UI" panose="020B0604030504040204" pitchFamily="50" charset="-128"/>
                <a:ea typeface="Meiryo UI" panose="020B0604030504040204" pitchFamily="50" charset="-128"/>
                <a:cs typeface="Meiryo UI" panose="020B0604030504040204" pitchFamily="50" charset="-128"/>
              </a:rPr>
              <a:t>Max</a:t>
            </a:r>
            <a:r>
              <a:rPr lang="ja-JP" altLang="en-US" sz="1200">
                <a:latin typeface="Meiryo UI" panose="020B0604030504040204" pitchFamily="50" charset="-128"/>
                <a:ea typeface="Meiryo UI" panose="020B0604030504040204" pitchFamily="50" charset="-128"/>
                <a:cs typeface="Meiryo UI" panose="020B0604030504040204" pitchFamily="50" charset="-128"/>
              </a:rPr>
              <a:t>の値が更新されます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0763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4.</a:t>
            </a:r>
            <a:r>
              <a:rPr lang="ja-JP" altLang="en-US" sz="1200">
                <a:latin typeface="Meiryo UI" panose="020B0604030504040204" pitchFamily="50" charset="-128"/>
                <a:ea typeface="Meiryo UI" panose="020B0604030504040204" pitchFamily="50" charset="-128"/>
                <a:cs typeface="Meiryo UI" panose="020B0604030504040204" pitchFamily="50" charset="-128"/>
              </a:rPr>
              <a:t> ペダルを離して⑤を押してください</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0763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5.</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Mid</a:t>
            </a:r>
            <a:r>
              <a:rPr lang="ja-JP" altLang="en-US" sz="1200">
                <a:latin typeface="Meiryo UI" panose="020B0604030504040204" pitchFamily="50" charset="-128"/>
                <a:ea typeface="Meiryo UI" panose="020B0604030504040204" pitchFamily="50" charset="-128"/>
                <a:cs typeface="Meiryo UI" panose="020B0604030504040204" pitchFamily="50" charset="-128"/>
              </a:rPr>
              <a:t>の値が更新されます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07632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（ガタがある場合は、右から戻したときと左から戻したとき、それぞれで⑤を押してください）</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0763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7.</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err="1">
                <a:latin typeface="Meiryo UI" panose="020B0604030504040204" pitchFamily="50" charset="-128"/>
                <a:ea typeface="Meiryo UI" panose="020B0604030504040204" pitchFamily="50" charset="-128"/>
                <a:cs typeface="Meiryo UI" panose="020B0604030504040204" pitchFamily="50" charset="-128"/>
              </a:rPr>
              <a:t>Low,Mid,High</a:t>
            </a:r>
            <a:r>
              <a:rPr lang="ja-JP" altLang="en-US" sz="1200">
                <a:latin typeface="Meiryo UI" panose="020B0604030504040204" pitchFamily="50" charset="-128"/>
                <a:ea typeface="Meiryo UI" panose="020B0604030504040204" pitchFamily="50" charset="-128"/>
                <a:cs typeface="Meiryo UI" panose="020B0604030504040204" pitchFamily="50" charset="-128"/>
              </a:rPr>
              <a:t>の値が全て更新されたら⑥を押してください</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0763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8.</a:t>
            </a:r>
            <a:r>
              <a:rPr lang="ja-JP" altLang="en-US" sz="1200">
                <a:latin typeface="Meiryo UI" panose="020B0604030504040204" pitchFamily="50" charset="-128"/>
                <a:ea typeface="Meiryo UI" panose="020B0604030504040204" pitchFamily="50" charset="-128"/>
                <a:cs typeface="Meiryo UI" panose="020B0604030504040204" pitchFamily="50" charset="-128"/>
              </a:rPr>
              <a:t> ③を押すと</a:t>
            </a:r>
            <a:r>
              <a:rPr lang="en-US" altLang="ja-JP" sz="1200">
                <a:latin typeface="Meiryo UI" panose="020B0604030504040204" pitchFamily="50" charset="-128"/>
                <a:ea typeface="Meiryo UI" panose="020B0604030504040204" pitchFamily="50" charset="-128"/>
                <a:cs typeface="Meiryo UI" panose="020B0604030504040204" pitchFamily="50" charset="-128"/>
              </a:rPr>
              <a:t>Parameters</a:t>
            </a:r>
            <a:r>
              <a:rPr lang="ja-JP" altLang="en-US" sz="1200">
                <a:latin typeface="Meiryo UI" panose="020B0604030504040204" pitchFamily="50" charset="-128"/>
                <a:ea typeface="Meiryo UI" panose="020B0604030504040204" pitchFamily="50" charset="-128"/>
                <a:cs typeface="Meiryo UI" panose="020B0604030504040204" pitchFamily="50" charset="-128"/>
              </a:rPr>
              <a:t>に更新された値が表示されます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Parameters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現在の設定値の確認および変更ができます</a:t>
            </a:r>
            <a:r>
              <a:rPr lang="en-US" altLang="ja-JP" sz="1200" baseline="30000">
                <a:latin typeface="Meiryo UI" panose="020B0604030504040204" pitchFamily="50" charset="-128"/>
                <a:ea typeface="Meiryo UI" panose="020B0604030504040204" pitchFamily="50" charset="-128"/>
                <a:cs typeface="Meiryo UI" panose="020B0604030504040204" pitchFamily="50" charset="-128"/>
              </a:rPr>
              <a:t>※2</a:t>
            </a:r>
          </a:p>
          <a:p>
            <a:pPr marL="180000">
              <a:tabLst>
                <a:tab pos="20669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Output Value	:</a:t>
            </a:r>
            <a:r>
              <a:rPr lang="ja-JP" altLang="en-US" sz="1200">
                <a:latin typeface="Meiryo UI" panose="020B0604030504040204" pitchFamily="50" charset="-128"/>
                <a:ea typeface="Meiryo UI" panose="020B0604030504040204" pitchFamily="50" charset="-128"/>
                <a:cs typeface="Meiryo UI" panose="020B0604030504040204" pitchFamily="50" charset="-128"/>
              </a:rPr>
              <a:t> スイングペダルの出力電圧</a:t>
            </a:r>
            <a:r>
              <a:rPr lang="en-US" altLang="ja-JP" sz="1200" baseline="30000">
                <a:latin typeface="Meiryo UI" panose="020B0604030504040204" pitchFamily="50" charset="-128"/>
                <a:ea typeface="Meiryo UI" panose="020B0604030504040204" pitchFamily="50" charset="-128"/>
                <a:cs typeface="Meiryo UI" panose="020B0604030504040204" pitchFamily="50" charset="-128"/>
              </a:rPr>
              <a:t>※1</a:t>
            </a:r>
          </a:p>
          <a:p>
            <a:pPr marL="180000">
              <a:tabLst>
                <a:tab pos="20669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High</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calibration value	: </a:t>
            </a:r>
            <a:r>
              <a:rPr lang="ja-JP" altLang="en-US" sz="1200">
                <a:latin typeface="Meiryo UI" panose="020B0604030504040204" pitchFamily="50" charset="-128"/>
                <a:ea typeface="Meiryo UI" panose="020B0604030504040204" pitchFamily="50" charset="-128"/>
                <a:cs typeface="Meiryo UI" panose="020B0604030504040204" pitchFamily="50" charset="-128"/>
              </a:rPr>
              <a:t>可動範囲での最大電圧</a:t>
            </a:r>
            <a:r>
              <a:rPr lang="en-US" altLang="ja-JP" sz="1200" baseline="30000">
                <a:latin typeface="Meiryo UI" panose="020B0604030504040204" pitchFamily="50" charset="-128"/>
                <a:ea typeface="Meiryo UI" panose="020B0604030504040204" pitchFamily="50" charset="-128"/>
                <a:cs typeface="Meiryo UI" panose="020B0604030504040204" pitchFamily="50" charset="-128"/>
              </a:rPr>
              <a:t>※1</a:t>
            </a:r>
          </a:p>
          <a:p>
            <a:pPr marL="180000">
              <a:tabLst>
                <a:tab pos="20669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Middle</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calibration value</a:t>
            </a:r>
            <a:r>
              <a:rPr lang="en-US" altLang="ja-JP" sz="1200" i="1">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 </a:t>
            </a:r>
            <a:r>
              <a:rPr lang="ja-JP" altLang="en-US" sz="1200">
                <a:latin typeface="Meiryo UI" panose="020B0604030504040204" pitchFamily="50" charset="-128"/>
                <a:ea typeface="Meiryo UI" panose="020B0604030504040204" pitchFamily="50" charset="-128"/>
                <a:cs typeface="Meiryo UI" panose="020B0604030504040204" pitchFamily="50" charset="-128"/>
              </a:rPr>
              <a:t>中立位置での電圧</a:t>
            </a:r>
            <a:r>
              <a:rPr lang="en-US" altLang="ja-JP" sz="1200" baseline="30000">
                <a:latin typeface="Meiryo UI" panose="020B0604030504040204" pitchFamily="50" charset="-128"/>
                <a:ea typeface="Meiryo UI" panose="020B0604030504040204" pitchFamily="50" charset="-128"/>
                <a:cs typeface="Meiryo UI" panose="020B0604030504040204" pitchFamily="50" charset="-128"/>
              </a:rPr>
              <a:t>※1</a:t>
            </a:r>
          </a:p>
          <a:p>
            <a:pPr marL="180000">
              <a:tabLst>
                <a:tab pos="20669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Low</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calibration value	: </a:t>
            </a:r>
            <a:r>
              <a:rPr lang="ja-JP" altLang="en-US" sz="1200">
                <a:latin typeface="Meiryo UI" panose="020B0604030504040204" pitchFamily="50" charset="-128"/>
                <a:ea typeface="Meiryo UI" panose="020B0604030504040204" pitchFamily="50" charset="-128"/>
                <a:cs typeface="Meiryo UI" panose="020B0604030504040204" pitchFamily="50" charset="-128"/>
              </a:rPr>
              <a:t>可動範囲での最小電圧</a:t>
            </a:r>
            <a:r>
              <a:rPr lang="en-US" altLang="ja-JP" sz="1200" baseline="30000">
                <a:latin typeface="Meiryo UI" panose="020B0604030504040204" pitchFamily="50" charset="-128"/>
                <a:ea typeface="Meiryo UI" panose="020B0604030504040204" pitchFamily="50" charset="-128"/>
                <a:cs typeface="Meiryo UI" panose="020B0604030504040204" pitchFamily="50" charset="-128"/>
              </a:rPr>
              <a:t>※1</a:t>
            </a:r>
          </a:p>
          <a:p>
            <a:pPr marL="180000">
              <a:tabLst>
                <a:tab pos="20669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Middle</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dead</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band	:</a:t>
            </a:r>
            <a:r>
              <a:rPr lang="ja-JP" altLang="en-US" sz="1200">
                <a:latin typeface="Meiryo UI" panose="020B0604030504040204" pitchFamily="50" charset="-128"/>
                <a:ea typeface="Meiryo UI" panose="020B0604030504040204" pitchFamily="50" charset="-128"/>
                <a:cs typeface="Meiryo UI" panose="020B0604030504040204" pitchFamily="50" charset="-128"/>
              </a:rPr>
              <a:t>中立位置での不感帯</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0669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High-Low</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dead</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band	: </a:t>
            </a:r>
            <a:r>
              <a:rPr lang="ja-JP" altLang="en-US" sz="1200">
                <a:latin typeface="Meiryo UI" panose="020B0604030504040204" pitchFamily="50" charset="-128"/>
                <a:ea typeface="Meiryo UI" panose="020B0604030504040204" pitchFamily="50" charset="-128"/>
                <a:cs typeface="Meiryo UI" panose="020B0604030504040204" pitchFamily="50" charset="-128"/>
              </a:rPr>
              <a:t>最大最小位置での不感帯</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0669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Fault zone	: </a:t>
            </a:r>
            <a:r>
              <a:rPr lang="ja-JP" altLang="en-US" sz="1200">
                <a:latin typeface="Meiryo UI" panose="020B0604030504040204" pitchFamily="50" charset="-128"/>
                <a:ea typeface="Meiryo UI" panose="020B0604030504040204" pitchFamily="50" charset="-128"/>
                <a:cs typeface="Meiryo UI" panose="020B0604030504040204" pitchFamily="50" charset="-128"/>
              </a:rPr>
              <a:t>エラー判定域</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a:latin typeface="Meiryo UI" panose="020B0604030504040204" pitchFamily="50" charset="-128"/>
                <a:ea typeface="Meiryo UI" panose="020B0604030504040204" pitchFamily="50" charset="-128"/>
                <a:cs typeface="Meiryo UI" panose="020B0604030504040204" pitchFamily="50" charset="-128"/>
              </a:rPr>
              <a:t>※1</a:t>
            </a:r>
            <a:r>
              <a:rPr lang="ja-JP" altLang="en-US" sz="1200">
                <a:latin typeface="Meiryo UI" panose="020B0604030504040204" pitchFamily="50" charset="-128"/>
                <a:ea typeface="Meiryo UI" panose="020B0604030504040204" pitchFamily="50" charset="-128"/>
                <a:cs typeface="Meiryo UI" panose="020B0604030504040204" pitchFamily="50" charset="-128"/>
              </a:rPr>
              <a:t>：表示されている値はセンサ電源電圧を</a:t>
            </a:r>
            <a:r>
              <a:rPr lang="en-US" altLang="ja-JP" sz="1200">
                <a:latin typeface="Meiryo UI" panose="020B0604030504040204" pitchFamily="50" charset="-128"/>
                <a:ea typeface="Meiryo UI" panose="020B0604030504040204" pitchFamily="50" charset="-128"/>
                <a:cs typeface="Meiryo UI" panose="020B0604030504040204" pitchFamily="50" charset="-128"/>
              </a:rPr>
              <a:t>5V</a:t>
            </a:r>
            <a:r>
              <a:rPr lang="ja-JP" altLang="en-US" sz="1200" err="1">
                <a:latin typeface="Meiryo UI" panose="020B0604030504040204" pitchFamily="50" charset="-128"/>
                <a:ea typeface="Meiryo UI" panose="020B0604030504040204" pitchFamily="50" charset="-128"/>
                <a:cs typeface="Meiryo UI" panose="020B0604030504040204" pitchFamily="50" charset="-128"/>
              </a:rPr>
              <a:t>に換</a:t>
            </a:r>
            <a:r>
              <a:rPr lang="ja-JP" altLang="en-US" sz="1200">
                <a:latin typeface="Meiryo UI" panose="020B0604030504040204" pitchFamily="50" charset="-128"/>
                <a:ea typeface="Meiryo UI" panose="020B0604030504040204" pitchFamily="50" charset="-128"/>
                <a:cs typeface="Meiryo UI" panose="020B0604030504040204" pitchFamily="50" charset="-128"/>
              </a:rPr>
              <a:t>算したときの値です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Back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Swing</a:t>
            </a:r>
            <a:r>
              <a:rPr lang="ja-JP" altLang="en-US" sz="120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sp>
        <p:nvSpPr>
          <p:cNvPr id="26" name="円/楕円 25"/>
          <p:cNvSpPr/>
          <p:nvPr/>
        </p:nvSpPr>
        <p:spPr>
          <a:xfrm>
            <a:off x="532158" y="3329861"/>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5</a:t>
            </a:r>
            <a:endParaRPr lang="ja-JP" altLang="en-US" sz="1800">
              <a:solidFill>
                <a:srgbClr val="FF0000"/>
              </a:solidFill>
            </a:endParaRPr>
          </a:p>
        </p:txBody>
      </p:sp>
      <p:sp>
        <p:nvSpPr>
          <p:cNvPr id="27" name="円/楕円 26"/>
          <p:cNvSpPr/>
          <p:nvPr/>
        </p:nvSpPr>
        <p:spPr>
          <a:xfrm>
            <a:off x="532158" y="3673330"/>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6</a:t>
            </a:r>
            <a:endParaRPr lang="ja-JP" altLang="en-US" sz="1800">
              <a:solidFill>
                <a:srgbClr val="FF0000"/>
              </a:solidFill>
            </a:endParaRPr>
          </a:p>
        </p:txBody>
      </p:sp>
    </p:spTree>
    <p:extLst>
      <p:ext uri="{BB962C8B-B14F-4D97-AF65-F5344CB8AC3E}">
        <p14:creationId xmlns:p14="http://schemas.microsoft.com/office/powerpoint/2010/main" val="24692436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68" y="479425"/>
            <a:ext cx="6119999" cy="4248000"/>
          </a:xfrm>
          <a:prstGeom prst="rect">
            <a:avLst/>
          </a:prstGeom>
        </p:spPr>
      </p:pic>
      <p:sp>
        <p:nvSpPr>
          <p:cNvPr id="4" name="テキスト ボックス 3"/>
          <p:cNvSpPr txBox="1"/>
          <p:nvPr/>
        </p:nvSpPr>
        <p:spPr>
          <a:xfrm>
            <a:off x="312430" y="79315"/>
            <a:ext cx="3458960"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Swing</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Current</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Setting</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grpSp>
        <p:nvGrpSpPr>
          <p:cNvPr id="57" name="グループ化 56"/>
          <p:cNvGrpSpPr/>
          <p:nvPr/>
        </p:nvGrpSpPr>
        <p:grpSpPr>
          <a:xfrm>
            <a:off x="3013188" y="337258"/>
            <a:ext cx="741835" cy="728258"/>
            <a:chOff x="2990029" y="355342"/>
            <a:chExt cx="741835" cy="728258"/>
          </a:xfrm>
        </p:grpSpPr>
        <p:sp>
          <p:nvSpPr>
            <p:cNvPr id="13" name="角丸四角形 12"/>
            <p:cNvSpPr/>
            <p:nvPr/>
          </p:nvSpPr>
          <p:spPr>
            <a:xfrm>
              <a:off x="2990029"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4" name="直線矢印コネクタ 13"/>
            <p:cNvCxnSpPr>
              <a:stCxn id="15" idx="4"/>
              <a:endCxn id="13" idx="0"/>
            </p:cNvCxnSpPr>
            <p:nvPr/>
          </p:nvCxnSpPr>
          <p:spPr>
            <a:xfrm>
              <a:off x="3360946"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16946"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58" name="グループ化 57"/>
          <p:cNvGrpSpPr/>
          <p:nvPr/>
        </p:nvGrpSpPr>
        <p:grpSpPr>
          <a:xfrm>
            <a:off x="2271297" y="337258"/>
            <a:ext cx="741835" cy="728258"/>
            <a:chOff x="2256604" y="355342"/>
            <a:chExt cx="741835" cy="728258"/>
          </a:xfrm>
        </p:grpSpPr>
        <p:sp>
          <p:nvSpPr>
            <p:cNvPr id="17" name="角丸四角形 16"/>
            <p:cNvSpPr/>
            <p:nvPr/>
          </p:nvSpPr>
          <p:spPr>
            <a:xfrm>
              <a:off x="22566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8" name="直線矢印コネクタ 17"/>
            <p:cNvCxnSpPr>
              <a:stCxn id="19" idx="4"/>
              <a:endCxn id="17" idx="0"/>
            </p:cNvCxnSpPr>
            <p:nvPr/>
          </p:nvCxnSpPr>
          <p:spPr>
            <a:xfrm>
              <a:off x="26275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4835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grpSp>
        <p:nvGrpSpPr>
          <p:cNvPr id="54" name="グループ化 53"/>
          <p:cNvGrpSpPr/>
          <p:nvPr/>
        </p:nvGrpSpPr>
        <p:grpSpPr>
          <a:xfrm>
            <a:off x="5612916" y="4396212"/>
            <a:ext cx="741835" cy="782008"/>
            <a:chOff x="5733229" y="4472412"/>
            <a:chExt cx="741835" cy="782008"/>
          </a:xfrm>
        </p:grpSpPr>
        <p:sp>
          <p:nvSpPr>
            <p:cNvPr id="20" name="角丸四角形 19"/>
            <p:cNvSpPr/>
            <p:nvPr/>
          </p:nvSpPr>
          <p:spPr>
            <a:xfrm>
              <a:off x="5733229" y="4472412"/>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21" name="直線矢印コネクタ 20"/>
            <p:cNvCxnSpPr>
              <a:stCxn id="22" idx="0"/>
              <a:endCxn id="20" idx="2"/>
            </p:cNvCxnSpPr>
            <p:nvPr/>
          </p:nvCxnSpPr>
          <p:spPr>
            <a:xfrm flipH="1" flipV="1">
              <a:off x="6104147" y="4731675"/>
              <a:ext cx="7274" cy="23474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円/楕円 21"/>
            <p:cNvSpPr/>
            <p:nvPr/>
          </p:nvSpPr>
          <p:spPr>
            <a:xfrm>
              <a:off x="5967421" y="4966420"/>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4</a:t>
              </a:r>
              <a:endParaRPr lang="ja-JP" altLang="en-US" sz="1800">
                <a:solidFill>
                  <a:srgbClr val="FF0000"/>
                </a:solidFill>
              </a:endParaRPr>
            </a:p>
          </p:txBody>
        </p:sp>
      </p:grpSp>
      <p:sp>
        <p:nvSpPr>
          <p:cNvPr id="26" name="テキスト ボックス 25"/>
          <p:cNvSpPr txBox="1"/>
          <p:nvPr/>
        </p:nvSpPr>
        <p:spPr>
          <a:xfrm>
            <a:off x="6688138" y="475325"/>
            <a:ext cx="5928569" cy="2339102"/>
          </a:xfrm>
          <a:prstGeom prst="rect">
            <a:avLst/>
          </a:prstGeom>
          <a:solidFill>
            <a:schemeClr val="bg1"/>
          </a:solidFill>
          <a:ln w="635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スイング操作量に対するソレノイドへの出力線図の確認と設定ができます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Signal</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area</a:t>
            </a:r>
          </a:p>
          <a:p>
            <a:pPr marL="180000">
              <a:tabLst>
                <a:tab pos="447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X	:</a:t>
            </a:r>
            <a:r>
              <a:rPr lang="ja-JP" altLang="en-US" sz="1200">
                <a:latin typeface="Meiryo UI" panose="020B0604030504040204" pitchFamily="50" charset="-128"/>
                <a:ea typeface="Meiryo UI" panose="020B0604030504040204" pitchFamily="50" charset="-128"/>
                <a:cs typeface="Meiryo UI" panose="020B0604030504040204" pitchFamily="50" charset="-128"/>
              </a:rPr>
              <a:t> 操作量</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447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Y	:</a:t>
            </a:r>
            <a:r>
              <a:rPr lang="ja-JP" altLang="en-US" sz="1200">
                <a:latin typeface="Meiryo UI" panose="020B0604030504040204" pitchFamily="50" charset="-128"/>
                <a:ea typeface="Meiryo UI" panose="020B0604030504040204" pitchFamily="50" charset="-128"/>
                <a:cs typeface="Meiryo UI" panose="020B0604030504040204" pitchFamily="50" charset="-128"/>
              </a:rPr>
              <a:t> スイングソレノイド出力電流</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Back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Swing</a:t>
            </a:r>
            <a:r>
              <a:rPr lang="ja-JP" altLang="en-US" sz="120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④</a:t>
            </a:r>
            <a:r>
              <a:rPr lang="en-US" altLang="ja-JP" sz="1200">
                <a:latin typeface="Meiryo UI" panose="020B0604030504040204" pitchFamily="50" charset="-128"/>
                <a:ea typeface="Meiryo UI" panose="020B0604030504040204" pitchFamily="50" charset="-128"/>
                <a:cs typeface="Meiryo UI" panose="020B0604030504040204" pitchFamily="50" charset="-128"/>
              </a:rPr>
              <a:t>Reset	:</a:t>
            </a:r>
            <a:r>
              <a:rPr lang="ja-JP" altLang="en-US" sz="1200">
                <a:latin typeface="Meiryo UI" panose="020B0604030504040204" pitchFamily="50" charset="-128"/>
                <a:ea typeface="Meiryo UI" panose="020B0604030504040204" pitchFamily="50" charset="-128"/>
                <a:cs typeface="Meiryo UI" panose="020B0604030504040204" pitchFamily="50" charset="-128"/>
              </a:rPr>
              <a:t> 設定を初期値に戻します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8829962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68" y="479425"/>
            <a:ext cx="6119998" cy="4247999"/>
          </a:xfrm>
          <a:prstGeom prst="rect">
            <a:avLst/>
          </a:prstGeom>
        </p:spPr>
      </p:pic>
      <p:sp>
        <p:nvSpPr>
          <p:cNvPr id="4" name="テキスト ボックス 3"/>
          <p:cNvSpPr txBox="1"/>
          <p:nvPr/>
        </p:nvSpPr>
        <p:spPr>
          <a:xfrm>
            <a:off x="312430" y="79315"/>
            <a:ext cx="1388522"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Blade</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grpSp>
        <p:nvGrpSpPr>
          <p:cNvPr id="55" name="グループ化 54"/>
          <p:cNvGrpSpPr/>
          <p:nvPr/>
        </p:nvGrpSpPr>
        <p:grpSpPr>
          <a:xfrm>
            <a:off x="2654157" y="1362838"/>
            <a:ext cx="1866900" cy="1188902"/>
            <a:chOff x="4614213" y="1449221"/>
            <a:chExt cx="1866900" cy="1188902"/>
          </a:xfrm>
        </p:grpSpPr>
        <p:sp>
          <p:nvSpPr>
            <p:cNvPr id="23" name="角丸四角形 22"/>
            <p:cNvSpPr/>
            <p:nvPr/>
          </p:nvSpPr>
          <p:spPr>
            <a:xfrm>
              <a:off x="4614213" y="1449221"/>
              <a:ext cx="1866900" cy="694925"/>
            </a:xfrm>
            <a:prstGeom prst="roundRect">
              <a:avLst>
                <a:gd name="adj" fmla="val 3428"/>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24" name="直線矢印コネクタ 23"/>
            <p:cNvCxnSpPr>
              <a:stCxn id="25" idx="0"/>
              <a:endCxn id="23" idx="2"/>
            </p:cNvCxnSpPr>
            <p:nvPr/>
          </p:nvCxnSpPr>
          <p:spPr>
            <a:xfrm flipV="1">
              <a:off x="5547663" y="2144146"/>
              <a:ext cx="0" cy="20597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円/楕円 24"/>
            <p:cNvSpPr/>
            <p:nvPr/>
          </p:nvSpPr>
          <p:spPr>
            <a:xfrm>
              <a:off x="5403663" y="2350123"/>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sp>
        <p:nvSpPr>
          <p:cNvPr id="40" name="テキスト ボックス 39"/>
          <p:cNvSpPr txBox="1"/>
          <p:nvPr/>
        </p:nvSpPr>
        <p:spPr>
          <a:xfrm>
            <a:off x="6688138" y="475325"/>
            <a:ext cx="5928569" cy="2739211"/>
          </a:xfrm>
          <a:prstGeom prst="rect">
            <a:avLst/>
          </a:prstGeom>
          <a:solidFill>
            <a:schemeClr val="bg1"/>
          </a:solidFill>
          <a:ln w="6350">
            <a:solidFill>
              <a:schemeClr val="tx1"/>
            </a:solidFill>
          </a:ln>
        </p:spPr>
        <p:txBody>
          <a:bodyPr wrap="square" rtlCol="0">
            <a:spAutoFit/>
          </a:bodyPr>
          <a:lstStyle/>
          <a:p>
            <a:r>
              <a:rPr lang="en-US" altLang="ja-JP" sz="1200">
                <a:latin typeface="Meiryo UI" panose="020B0604030504040204" pitchFamily="50" charset="-128"/>
                <a:ea typeface="Meiryo UI" panose="020B0604030504040204" pitchFamily="50" charset="-128"/>
                <a:cs typeface="Meiryo UI" panose="020B0604030504040204" pitchFamily="50" charset="-128"/>
              </a:rPr>
              <a:t>Blade</a:t>
            </a:r>
            <a:r>
              <a:rPr lang="ja-JP" altLang="en-US" sz="1200">
                <a:latin typeface="Meiryo UI" panose="020B0604030504040204" pitchFamily="50" charset="-128"/>
                <a:ea typeface="Meiryo UI" panose="020B0604030504040204" pitchFamily="50" charset="-128"/>
                <a:cs typeface="Meiryo UI" panose="020B0604030504040204" pitchFamily="50" charset="-128"/>
              </a:rPr>
              <a:t>機能の状態確認と設定値変更ができます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Blade</a:t>
            </a:r>
          </a:p>
          <a:p>
            <a:pPr marL="180000">
              <a:tabLst>
                <a:tab pos="1438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Lever</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position	:</a:t>
            </a:r>
            <a:r>
              <a:rPr lang="ja-JP" altLang="en-US" sz="1200">
                <a:latin typeface="Meiryo UI" panose="020B0604030504040204" pitchFamily="50" charset="-128"/>
                <a:ea typeface="Meiryo UI" panose="020B0604030504040204" pitchFamily="50" charset="-128"/>
                <a:cs typeface="Meiryo UI" panose="020B0604030504040204" pitchFamily="50" charset="-128"/>
              </a:rPr>
              <a:t> ブレードレバーの操作量</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438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Up solenoid	:</a:t>
            </a:r>
            <a:r>
              <a:rPr lang="ja-JP" altLang="en-US" sz="1200">
                <a:latin typeface="Meiryo UI" panose="020B0604030504040204" pitchFamily="50" charset="-128"/>
                <a:ea typeface="Meiryo UI" panose="020B0604030504040204" pitchFamily="50" charset="-128"/>
                <a:cs typeface="Meiryo UI" panose="020B0604030504040204" pitchFamily="50" charset="-128"/>
              </a:rPr>
              <a:t> 上げ側ソレノイドへの出力電流</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438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Down solenoid	:</a:t>
            </a:r>
            <a:r>
              <a:rPr lang="ja-JP" altLang="en-US" sz="1200">
                <a:latin typeface="Meiryo UI" panose="020B0604030504040204" pitchFamily="50" charset="-128"/>
                <a:ea typeface="Meiryo UI" panose="020B0604030504040204" pitchFamily="50" charset="-128"/>
                <a:cs typeface="Meiryo UI" panose="020B0604030504040204" pitchFamily="50" charset="-128"/>
              </a:rPr>
              <a:t> 下げ側ソレノイドへの出力電流</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Setting</a:t>
            </a:r>
          </a:p>
          <a:p>
            <a:r>
              <a:rPr lang="en-US" altLang="ja-JP" sz="1200">
                <a:latin typeface="Meiryo UI" panose="020B0604030504040204" pitchFamily="50" charset="-128"/>
                <a:ea typeface="Meiryo UI" panose="020B0604030504040204" pitchFamily="50" charset="-128"/>
                <a:cs typeface="Meiryo UI" panose="020B0604030504040204" pitchFamily="50" charset="-128"/>
              </a:rPr>
              <a:t>Blade</a:t>
            </a:r>
            <a:r>
              <a:rPr lang="ja-JP" altLang="en-US" sz="1200">
                <a:latin typeface="Meiryo UI" panose="020B0604030504040204" pitchFamily="50" charset="-128"/>
                <a:ea typeface="Meiryo UI" panose="020B0604030504040204" pitchFamily="50" charset="-128"/>
                <a:cs typeface="Meiryo UI" panose="020B0604030504040204" pitchFamily="50" charset="-128"/>
              </a:rPr>
              <a:t>機能に関するパラメータを設定できます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5240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Lever</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setting	: </a:t>
            </a:r>
            <a:r>
              <a:rPr lang="ja-JP" altLang="en-US" sz="1200">
                <a:latin typeface="Meiryo UI" panose="020B0604030504040204" pitchFamily="50" charset="-128"/>
                <a:ea typeface="Meiryo UI" panose="020B0604030504040204" pitchFamily="50" charset="-128"/>
                <a:cs typeface="Meiryo UI" panose="020B0604030504040204" pitchFamily="50" charset="-128"/>
              </a:rPr>
              <a:t>操作量に対する出力の設定</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5240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Current</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setting	:</a:t>
            </a:r>
            <a:r>
              <a:rPr lang="ja-JP" altLang="en-US" sz="1200">
                <a:latin typeface="Meiryo UI" panose="020B0604030504040204" pitchFamily="50" charset="-128"/>
                <a:ea typeface="Meiryo UI" panose="020B0604030504040204" pitchFamily="50" charset="-128"/>
                <a:cs typeface="Meiryo UI" panose="020B0604030504040204" pitchFamily="50" charset="-128"/>
              </a:rPr>
              <a:t> ソレノイドに出力する電流値を設定</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7143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Home	:</a:t>
            </a:r>
            <a:r>
              <a:rPr lang="ja-JP" altLang="en-US" sz="120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②各設定画面へ移動します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17031547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68" y="479425"/>
            <a:ext cx="6119998" cy="4247999"/>
          </a:xfrm>
          <a:prstGeom prst="rect">
            <a:avLst/>
          </a:prstGeom>
        </p:spPr>
      </p:pic>
      <p:sp>
        <p:nvSpPr>
          <p:cNvPr id="4" name="テキスト ボックス 3"/>
          <p:cNvSpPr txBox="1"/>
          <p:nvPr/>
        </p:nvSpPr>
        <p:spPr>
          <a:xfrm>
            <a:off x="312430" y="79315"/>
            <a:ext cx="3201133"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Blade</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Lever</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Setting</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grpSp>
        <p:nvGrpSpPr>
          <p:cNvPr id="57" name="グループ化 56"/>
          <p:cNvGrpSpPr/>
          <p:nvPr/>
        </p:nvGrpSpPr>
        <p:grpSpPr>
          <a:xfrm>
            <a:off x="3013188" y="337258"/>
            <a:ext cx="741835" cy="728258"/>
            <a:chOff x="2990029" y="355342"/>
            <a:chExt cx="741835" cy="728258"/>
          </a:xfrm>
        </p:grpSpPr>
        <p:sp>
          <p:nvSpPr>
            <p:cNvPr id="13" name="角丸四角形 12"/>
            <p:cNvSpPr/>
            <p:nvPr/>
          </p:nvSpPr>
          <p:spPr>
            <a:xfrm>
              <a:off x="2990029"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4" name="直線矢印コネクタ 13"/>
            <p:cNvCxnSpPr>
              <a:stCxn id="15" idx="4"/>
              <a:endCxn id="13" idx="0"/>
            </p:cNvCxnSpPr>
            <p:nvPr/>
          </p:nvCxnSpPr>
          <p:spPr>
            <a:xfrm>
              <a:off x="3360946"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16946"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58" name="グループ化 57"/>
          <p:cNvGrpSpPr/>
          <p:nvPr/>
        </p:nvGrpSpPr>
        <p:grpSpPr>
          <a:xfrm>
            <a:off x="2271297" y="337258"/>
            <a:ext cx="741835" cy="728258"/>
            <a:chOff x="2256604" y="355342"/>
            <a:chExt cx="741835" cy="728258"/>
          </a:xfrm>
        </p:grpSpPr>
        <p:sp>
          <p:nvSpPr>
            <p:cNvPr id="17" name="角丸四角形 16"/>
            <p:cNvSpPr/>
            <p:nvPr/>
          </p:nvSpPr>
          <p:spPr>
            <a:xfrm>
              <a:off x="22566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8" name="直線矢印コネクタ 17"/>
            <p:cNvCxnSpPr>
              <a:stCxn id="19" idx="4"/>
              <a:endCxn id="17" idx="0"/>
            </p:cNvCxnSpPr>
            <p:nvPr/>
          </p:nvCxnSpPr>
          <p:spPr>
            <a:xfrm>
              <a:off x="26275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4835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sp>
        <p:nvSpPr>
          <p:cNvPr id="22" name="円/楕円 21"/>
          <p:cNvSpPr/>
          <p:nvPr/>
        </p:nvSpPr>
        <p:spPr>
          <a:xfrm>
            <a:off x="532158" y="2985220"/>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4</a:t>
            </a:r>
            <a:endParaRPr lang="ja-JP" altLang="en-US" sz="1800">
              <a:solidFill>
                <a:srgbClr val="FF0000"/>
              </a:solidFill>
            </a:endParaRPr>
          </a:p>
        </p:txBody>
      </p:sp>
      <p:sp>
        <p:nvSpPr>
          <p:cNvPr id="40" name="テキスト ボックス 39"/>
          <p:cNvSpPr txBox="1"/>
          <p:nvPr/>
        </p:nvSpPr>
        <p:spPr>
          <a:xfrm>
            <a:off x="6688138" y="475325"/>
            <a:ext cx="5928569" cy="6555641"/>
          </a:xfrm>
          <a:prstGeom prst="rect">
            <a:avLst/>
          </a:prstGeom>
          <a:solidFill>
            <a:schemeClr val="bg1"/>
          </a:solidFill>
          <a:ln w="635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ブレードレバーの設定ができます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17049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Blade</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Lever</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Status	:</a:t>
            </a:r>
            <a:r>
              <a:rPr lang="ja-JP" altLang="en-US" sz="1200">
                <a:latin typeface="Meiryo UI" panose="020B0604030504040204" pitchFamily="50" charset="-128"/>
                <a:ea typeface="Meiryo UI" panose="020B0604030504040204" pitchFamily="50" charset="-128"/>
                <a:cs typeface="Meiryo UI" panose="020B0604030504040204" pitchFamily="50" charset="-128"/>
              </a:rPr>
              <a:t> ブレードレバーの現在の状態を確認できます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3430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Sensor power	:</a:t>
            </a:r>
            <a:r>
              <a:rPr lang="ja-JP" altLang="en-US" sz="1200">
                <a:latin typeface="Meiryo UI" panose="020B0604030504040204" pitchFamily="50" charset="-128"/>
                <a:ea typeface="Meiryo UI" panose="020B0604030504040204" pitchFamily="50" charset="-128"/>
                <a:cs typeface="Meiryo UI" panose="020B0604030504040204" pitchFamily="50" charset="-128"/>
              </a:rPr>
              <a:t> センサ電源電圧</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3430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Output</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	:</a:t>
            </a:r>
            <a:r>
              <a:rPr lang="ja-JP" altLang="en-US" sz="1200">
                <a:latin typeface="Meiryo UI" panose="020B0604030504040204" pitchFamily="50" charset="-128"/>
                <a:ea typeface="Meiryo UI" panose="020B0604030504040204" pitchFamily="50" charset="-128"/>
                <a:cs typeface="Meiryo UI" panose="020B0604030504040204" pitchFamily="50" charset="-128"/>
              </a:rPr>
              <a:t> ブレードレバーの出力電圧</a:t>
            </a:r>
            <a:r>
              <a:rPr lang="en-US" altLang="ja-JP" sz="1200">
                <a:latin typeface="Meiryo UI" panose="020B0604030504040204" pitchFamily="50" charset="-128"/>
                <a:ea typeface="Meiryo UI" panose="020B0604030504040204" pitchFamily="50" charset="-128"/>
                <a:cs typeface="Meiryo UI" panose="020B0604030504040204" pitchFamily="50" charset="-128"/>
              </a:rPr>
              <a:t>A</a:t>
            </a:r>
          </a:p>
          <a:p>
            <a:pPr marL="180000">
              <a:tabLst>
                <a:tab pos="13430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Output</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B	:</a:t>
            </a:r>
            <a:r>
              <a:rPr lang="ja-JP" altLang="en-US" sz="1200">
                <a:latin typeface="Meiryo UI" panose="020B0604030504040204" pitchFamily="50" charset="-128"/>
                <a:ea typeface="Meiryo UI" panose="020B0604030504040204" pitchFamily="50" charset="-128"/>
                <a:cs typeface="Meiryo UI" panose="020B0604030504040204" pitchFamily="50" charset="-128"/>
              </a:rPr>
              <a:t> ブレードレバーの出力電圧</a:t>
            </a:r>
            <a:r>
              <a:rPr lang="en-US" altLang="ja-JP" sz="1200">
                <a:latin typeface="Meiryo UI" panose="020B0604030504040204" pitchFamily="50" charset="-128"/>
                <a:ea typeface="Meiryo UI" panose="020B0604030504040204" pitchFamily="50" charset="-128"/>
                <a:cs typeface="Meiryo UI" panose="020B0604030504040204" pitchFamily="50" charset="-128"/>
              </a:rPr>
              <a:t>B</a:t>
            </a:r>
          </a:p>
          <a:p>
            <a:pPr marL="180000">
              <a:tabLst>
                <a:tab pos="13430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Output</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Value	:</a:t>
            </a:r>
            <a:r>
              <a:rPr lang="ja-JP" altLang="en-US" sz="1200">
                <a:latin typeface="Meiryo UI" panose="020B0604030504040204" pitchFamily="50" charset="-128"/>
                <a:ea typeface="Meiryo UI" panose="020B0604030504040204" pitchFamily="50" charset="-128"/>
                <a:cs typeface="Meiryo UI" panose="020B0604030504040204" pitchFamily="50" charset="-128"/>
              </a:rPr>
              <a:t> ブレードレバー操作量</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3430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Neutral	:</a:t>
            </a:r>
            <a:r>
              <a:rPr lang="ja-JP" altLang="en-US" sz="1200">
                <a:latin typeface="Meiryo UI" panose="020B0604030504040204" pitchFamily="50" charset="-128"/>
                <a:ea typeface="Meiryo UI" panose="020B0604030504040204" pitchFamily="50" charset="-128"/>
                <a:cs typeface="Meiryo UI" panose="020B0604030504040204" pitchFamily="50" charset="-128"/>
              </a:rPr>
              <a:t> 中立位置判定</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Calibration	:</a:t>
            </a:r>
            <a:r>
              <a:rPr lang="ja-JP" altLang="en-US" sz="1200">
                <a:latin typeface="Meiryo UI" panose="020B0604030504040204" pitchFamily="50" charset="-128"/>
                <a:ea typeface="Meiryo UI" panose="020B0604030504040204" pitchFamily="50" charset="-128"/>
                <a:cs typeface="Meiryo UI" panose="020B0604030504040204" pitchFamily="50" charset="-128"/>
              </a:rPr>
              <a:t> ブレードレバーの可動範囲と中立位置の設定を行います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07632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手順</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0763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1.</a:t>
            </a:r>
            <a:r>
              <a:rPr lang="ja-JP" altLang="en-US" sz="1200">
                <a:latin typeface="Meiryo UI" panose="020B0604030504040204" pitchFamily="50" charset="-128"/>
                <a:ea typeface="Meiryo UI" panose="020B0604030504040204" pitchFamily="50" charset="-128"/>
                <a:cs typeface="Meiryo UI" panose="020B0604030504040204" pitchFamily="50" charset="-128"/>
              </a:rPr>
              <a:t> ④を押して設定を開始します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0763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2.</a:t>
            </a:r>
            <a:r>
              <a:rPr lang="ja-JP" altLang="en-US" sz="1200">
                <a:latin typeface="Meiryo UI" panose="020B0604030504040204" pitchFamily="50" charset="-128"/>
                <a:ea typeface="Meiryo UI" panose="020B0604030504040204" pitchFamily="50" charset="-128"/>
                <a:cs typeface="Meiryo UI" panose="020B0604030504040204" pitchFamily="50" charset="-128"/>
              </a:rPr>
              <a:t> ブレードレバーをストッパに当たるまで前後に動かします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0763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3.</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Low</a:t>
            </a:r>
            <a:r>
              <a:rPr lang="ja-JP" altLang="en-US" sz="1200">
                <a:latin typeface="Meiryo UI" panose="020B0604030504040204" pitchFamily="50" charset="-128"/>
                <a:ea typeface="Meiryo UI" panose="020B0604030504040204" pitchFamily="50" charset="-128"/>
                <a:cs typeface="Meiryo UI" panose="020B0604030504040204" pitchFamily="50" charset="-128"/>
              </a:rPr>
              <a:t>と</a:t>
            </a:r>
            <a:r>
              <a:rPr lang="en-US" altLang="ja-JP" sz="1200">
                <a:latin typeface="Meiryo UI" panose="020B0604030504040204" pitchFamily="50" charset="-128"/>
                <a:ea typeface="Meiryo UI" panose="020B0604030504040204" pitchFamily="50" charset="-128"/>
                <a:cs typeface="Meiryo UI" panose="020B0604030504040204" pitchFamily="50" charset="-128"/>
              </a:rPr>
              <a:t>Max</a:t>
            </a:r>
            <a:r>
              <a:rPr lang="ja-JP" altLang="en-US" sz="1200">
                <a:latin typeface="Meiryo UI" panose="020B0604030504040204" pitchFamily="50" charset="-128"/>
                <a:ea typeface="Meiryo UI" panose="020B0604030504040204" pitchFamily="50" charset="-128"/>
                <a:cs typeface="Meiryo UI" panose="020B0604030504040204" pitchFamily="50" charset="-128"/>
              </a:rPr>
              <a:t>の値が更新されます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0763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4.</a:t>
            </a:r>
            <a:r>
              <a:rPr lang="ja-JP" altLang="en-US" sz="1200">
                <a:latin typeface="Meiryo UI" panose="020B0604030504040204" pitchFamily="50" charset="-128"/>
                <a:ea typeface="Meiryo UI" panose="020B0604030504040204" pitchFamily="50" charset="-128"/>
                <a:cs typeface="Meiryo UI" panose="020B0604030504040204" pitchFamily="50" charset="-128"/>
              </a:rPr>
              <a:t> レバーを離して⑤を押してください</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0763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5.</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Mid</a:t>
            </a:r>
            <a:r>
              <a:rPr lang="ja-JP" altLang="en-US" sz="1200">
                <a:latin typeface="Meiryo UI" panose="020B0604030504040204" pitchFamily="50" charset="-128"/>
                <a:ea typeface="Meiryo UI" panose="020B0604030504040204" pitchFamily="50" charset="-128"/>
                <a:cs typeface="Meiryo UI" panose="020B0604030504040204" pitchFamily="50" charset="-128"/>
              </a:rPr>
              <a:t>の値が更新されます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07632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（ガタがある場合は、前から戻したときと後ろから戻したとき、それぞれで⑤を押してください）</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0763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7.</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err="1">
                <a:latin typeface="Meiryo UI" panose="020B0604030504040204" pitchFamily="50" charset="-128"/>
                <a:ea typeface="Meiryo UI" panose="020B0604030504040204" pitchFamily="50" charset="-128"/>
                <a:cs typeface="Meiryo UI" panose="020B0604030504040204" pitchFamily="50" charset="-128"/>
              </a:rPr>
              <a:t>Low,Mid,High</a:t>
            </a:r>
            <a:r>
              <a:rPr lang="ja-JP" altLang="en-US" sz="1200">
                <a:latin typeface="Meiryo UI" panose="020B0604030504040204" pitchFamily="50" charset="-128"/>
                <a:ea typeface="Meiryo UI" panose="020B0604030504040204" pitchFamily="50" charset="-128"/>
                <a:cs typeface="Meiryo UI" panose="020B0604030504040204" pitchFamily="50" charset="-128"/>
              </a:rPr>
              <a:t>の値が全て更新されたら⑥を押してください</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0763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8.</a:t>
            </a:r>
            <a:r>
              <a:rPr lang="ja-JP" altLang="en-US" sz="1200">
                <a:latin typeface="Meiryo UI" panose="020B0604030504040204" pitchFamily="50" charset="-128"/>
                <a:ea typeface="Meiryo UI" panose="020B0604030504040204" pitchFamily="50" charset="-128"/>
                <a:cs typeface="Meiryo UI" panose="020B0604030504040204" pitchFamily="50" charset="-128"/>
              </a:rPr>
              <a:t> ③を押すと</a:t>
            </a:r>
            <a:r>
              <a:rPr lang="en-US" altLang="ja-JP" sz="1200">
                <a:latin typeface="Meiryo UI" panose="020B0604030504040204" pitchFamily="50" charset="-128"/>
                <a:ea typeface="Meiryo UI" panose="020B0604030504040204" pitchFamily="50" charset="-128"/>
                <a:cs typeface="Meiryo UI" panose="020B0604030504040204" pitchFamily="50" charset="-128"/>
              </a:rPr>
              <a:t>Parameters</a:t>
            </a:r>
            <a:r>
              <a:rPr lang="ja-JP" altLang="en-US" sz="1200">
                <a:latin typeface="Meiryo UI" panose="020B0604030504040204" pitchFamily="50" charset="-128"/>
                <a:ea typeface="Meiryo UI" panose="020B0604030504040204" pitchFamily="50" charset="-128"/>
                <a:cs typeface="Meiryo UI" panose="020B0604030504040204" pitchFamily="50" charset="-128"/>
              </a:rPr>
              <a:t>に更新された値が表示されます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Parameters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現在の設定値の確認および変更ができます</a:t>
            </a:r>
            <a:r>
              <a:rPr lang="en-US" altLang="ja-JP" sz="1200" baseline="30000">
                <a:latin typeface="Meiryo UI" panose="020B0604030504040204" pitchFamily="50" charset="-128"/>
                <a:ea typeface="Meiryo UI" panose="020B0604030504040204" pitchFamily="50" charset="-128"/>
                <a:cs typeface="Meiryo UI" panose="020B0604030504040204" pitchFamily="50" charset="-128"/>
              </a:rPr>
              <a:t>※2</a:t>
            </a:r>
          </a:p>
          <a:p>
            <a:pPr marL="180000">
              <a:tabLst>
                <a:tab pos="20669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Output Value	:</a:t>
            </a:r>
            <a:r>
              <a:rPr lang="ja-JP" altLang="en-US" sz="1200">
                <a:latin typeface="Meiryo UI" panose="020B0604030504040204" pitchFamily="50" charset="-128"/>
                <a:ea typeface="Meiryo UI" panose="020B0604030504040204" pitchFamily="50" charset="-128"/>
                <a:cs typeface="Meiryo UI" panose="020B0604030504040204" pitchFamily="50" charset="-128"/>
              </a:rPr>
              <a:t> ブレードレバーの出力電圧</a:t>
            </a:r>
            <a:r>
              <a:rPr lang="en-US" altLang="ja-JP" sz="1200" baseline="30000">
                <a:latin typeface="Meiryo UI" panose="020B0604030504040204" pitchFamily="50" charset="-128"/>
                <a:ea typeface="Meiryo UI" panose="020B0604030504040204" pitchFamily="50" charset="-128"/>
                <a:cs typeface="Meiryo UI" panose="020B0604030504040204" pitchFamily="50" charset="-128"/>
              </a:rPr>
              <a:t>※1</a:t>
            </a:r>
          </a:p>
          <a:p>
            <a:pPr marL="180000">
              <a:tabLst>
                <a:tab pos="20669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High</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calibration value	: </a:t>
            </a:r>
            <a:r>
              <a:rPr lang="ja-JP" altLang="en-US" sz="1200">
                <a:latin typeface="Meiryo UI" panose="020B0604030504040204" pitchFamily="50" charset="-128"/>
                <a:ea typeface="Meiryo UI" panose="020B0604030504040204" pitchFamily="50" charset="-128"/>
                <a:cs typeface="Meiryo UI" panose="020B0604030504040204" pitchFamily="50" charset="-128"/>
              </a:rPr>
              <a:t>可動範囲での最大電圧</a:t>
            </a:r>
            <a:r>
              <a:rPr lang="en-US" altLang="ja-JP" sz="1200" baseline="30000">
                <a:latin typeface="Meiryo UI" panose="020B0604030504040204" pitchFamily="50" charset="-128"/>
                <a:ea typeface="Meiryo UI" panose="020B0604030504040204" pitchFamily="50" charset="-128"/>
                <a:cs typeface="Meiryo UI" panose="020B0604030504040204" pitchFamily="50" charset="-128"/>
              </a:rPr>
              <a:t>※1</a:t>
            </a:r>
          </a:p>
          <a:p>
            <a:pPr marL="180000">
              <a:tabLst>
                <a:tab pos="20669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Middle</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calibration value</a:t>
            </a:r>
            <a:r>
              <a:rPr lang="en-US" altLang="ja-JP" sz="1200" i="1">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 </a:t>
            </a:r>
            <a:r>
              <a:rPr lang="ja-JP" altLang="en-US" sz="1200">
                <a:latin typeface="Meiryo UI" panose="020B0604030504040204" pitchFamily="50" charset="-128"/>
                <a:ea typeface="Meiryo UI" panose="020B0604030504040204" pitchFamily="50" charset="-128"/>
                <a:cs typeface="Meiryo UI" panose="020B0604030504040204" pitchFamily="50" charset="-128"/>
              </a:rPr>
              <a:t>中立位置での電圧</a:t>
            </a:r>
            <a:r>
              <a:rPr lang="en-US" altLang="ja-JP" sz="1200" baseline="30000">
                <a:latin typeface="Meiryo UI" panose="020B0604030504040204" pitchFamily="50" charset="-128"/>
                <a:ea typeface="Meiryo UI" panose="020B0604030504040204" pitchFamily="50" charset="-128"/>
                <a:cs typeface="Meiryo UI" panose="020B0604030504040204" pitchFamily="50" charset="-128"/>
              </a:rPr>
              <a:t>※1</a:t>
            </a:r>
          </a:p>
          <a:p>
            <a:pPr marL="180000">
              <a:tabLst>
                <a:tab pos="20669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Low</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calibration value	: </a:t>
            </a:r>
            <a:r>
              <a:rPr lang="ja-JP" altLang="en-US" sz="1200">
                <a:latin typeface="Meiryo UI" panose="020B0604030504040204" pitchFamily="50" charset="-128"/>
                <a:ea typeface="Meiryo UI" panose="020B0604030504040204" pitchFamily="50" charset="-128"/>
                <a:cs typeface="Meiryo UI" panose="020B0604030504040204" pitchFamily="50" charset="-128"/>
              </a:rPr>
              <a:t>可動範囲での最小電圧</a:t>
            </a:r>
            <a:r>
              <a:rPr lang="en-US" altLang="ja-JP" sz="1200" baseline="30000">
                <a:latin typeface="Meiryo UI" panose="020B0604030504040204" pitchFamily="50" charset="-128"/>
                <a:ea typeface="Meiryo UI" panose="020B0604030504040204" pitchFamily="50" charset="-128"/>
                <a:cs typeface="Meiryo UI" panose="020B0604030504040204" pitchFamily="50" charset="-128"/>
              </a:rPr>
              <a:t>※1</a:t>
            </a:r>
          </a:p>
          <a:p>
            <a:pPr marL="180000">
              <a:tabLst>
                <a:tab pos="20669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Middle</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dead</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band	:</a:t>
            </a:r>
            <a:r>
              <a:rPr lang="ja-JP" altLang="en-US" sz="1200">
                <a:latin typeface="Meiryo UI" panose="020B0604030504040204" pitchFamily="50" charset="-128"/>
                <a:ea typeface="Meiryo UI" panose="020B0604030504040204" pitchFamily="50" charset="-128"/>
                <a:cs typeface="Meiryo UI" panose="020B0604030504040204" pitchFamily="50" charset="-128"/>
              </a:rPr>
              <a:t>中立位置での不感帯</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0669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High-Low</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dead</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band	: </a:t>
            </a:r>
            <a:r>
              <a:rPr lang="ja-JP" altLang="en-US" sz="1200">
                <a:latin typeface="Meiryo UI" panose="020B0604030504040204" pitchFamily="50" charset="-128"/>
                <a:ea typeface="Meiryo UI" panose="020B0604030504040204" pitchFamily="50" charset="-128"/>
                <a:cs typeface="Meiryo UI" panose="020B0604030504040204" pitchFamily="50" charset="-128"/>
              </a:rPr>
              <a:t>最大最小位置での不感帯</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0669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Fault zone	: </a:t>
            </a:r>
            <a:r>
              <a:rPr lang="ja-JP" altLang="en-US" sz="1200">
                <a:latin typeface="Meiryo UI" panose="020B0604030504040204" pitchFamily="50" charset="-128"/>
                <a:ea typeface="Meiryo UI" panose="020B0604030504040204" pitchFamily="50" charset="-128"/>
                <a:cs typeface="Meiryo UI" panose="020B0604030504040204" pitchFamily="50" charset="-128"/>
              </a:rPr>
              <a:t>エラー判定域</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a:latin typeface="Meiryo UI" panose="020B0604030504040204" pitchFamily="50" charset="-128"/>
                <a:ea typeface="Meiryo UI" panose="020B0604030504040204" pitchFamily="50" charset="-128"/>
                <a:cs typeface="Meiryo UI" panose="020B0604030504040204" pitchFamily="50" charset="-128"/>
              </a:rPr>
              <a:t>※1</a:t>
            </a:r>
            <a:r>
              <a:rPr lang="ja-JP" altLang="en-US" sz="1200">
                <a:latin typeface="Meiryo UI" panose="020B0604030504040204" pitchFamily="50" charset="-128"/>
                <a:ea typeface="Meiryo UI" panose="020B0604030504040204" pitchFamily="50" charset="-128"/>
                <a:cs typeface="Meiryo UI" panose="020B0604030504040204" pitchFamily="50" charset="-128"/>
              </a:rPr>
              <a:t>：表示されている値はセンサ電源電圧を</a:t>
            </a:r>
            <a:r>
              <a:rPr lang="en-US" altLang="ja-JP" sz="1200">
                <a:latin typeface="Meiryo UI" panose="020B0604030504040204" pitchFamily="50" charset="-128"/>
                <a:ea typeface="Meiryo UI" panose="020B0604030504040204" pitchFamily="50" charset="-128"/>
                <a:cs typeface="Meiryo UI" panose="020B0604030504040204" pitchFamily="50" charset="-128"/>
              </a:rPr>
              <a:t>5V</a:t>
            </a:r>
            <a:r>
              <a:rPr lang="ja-JP" altLang="en-US" sz="1200" err="1">
                <a:latin typeface="Meiryo UI" panose="020B0604030504040204" pitchFamily="50" charset="-128"/>
                <a:ea typeface="Meiryo UI" panose="020B0604030504040204" pitchFamily="50" charset="-128"/>
                <a:cs typeface="Meiryo UI" panose="020B0604030504040204" pitchFamily="50" charset="-128"/>
              </a:rPr>
              <a:t>に換</a:t>
            </a:r>
            <a:r>
              <a:rPr lang="ja-JP" altLang="en-US" sz="1200">
                <a:latin typeface="Meiryo UI" panose="020B0604030504040204" pitchFamily="50" charset="-128"/>
                <a:ea typeface="Meiryo UI" panose="020B0604030504040204" pitchFamily="50" charset="-128"/>
                <a:cs typeface="Meiryo UI" panose="020B0604030504040204" pitchFamily="50" charset="-128"/>
              </a:rPr>
              <a:t>算したときの値です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Back	:</a:t>
            </a:r>
            <a:r>
              <a:rPr lang="ja-JP" altLang="en-US" sz="120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sp>
        <p:nvSpPr>
          <p:cNvPr id="26" name="円/楕円 25"/>
          <p:cNvSpPr/>
          <p:nvPr/>
        </p:nvSpPr>
        <p:spPr>
          <a:xfrm>
            <a:off x="532158" y="3329861"/>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5</a:t>
            </a:r>
            <a:endParaRPr lang="ja-JP" altLang="en-US" sz="1800">
              <a:solidFill>
                <a:srgbClr val="FF0000"/>
              </a:solidFill>
            </a:endParaRPr>
          </a:p>
        </p:txBody>
      </p:sp>
      <p:sp>
        <p:nvSpPr>
          <p:cNvPr id="27" name="円/楕円 26"/>
          <p:cNvSpPr/>
          <p:nvPr/>
        </p:nvSpPr>
        <p:spPr>
          <a:xfrm>
            <a:off x="532158" y="3673330"/>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6</a:t>
            </a:r>
            <a:endParaRPr lang="ja-JP" altLang="en-US" sz="1800">
              <a:solidFill>
                <a:srgbClr val="FF0000"/>
              </a:solidFill>
            </a:endParaRPr>
          </a:p>
        </p:txBody>
      </p:sp>
    </p:spTree>
    <p:extLst>
      <p:ext uri="{BB962C8B-B14F-4D97-AF65-F5344CB8AC3E}">
        <p14:creationId xmlns:p14="http://schemas.microsoft.com/office/powerpoint/2010/main" val="20736254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68" y="479425"/>
            <a:ext cx="6119999" cy="4247999"/>
          </a:xfrm>
          <a:prstGeom prst="rect">
            <a:avLst/>
          </a:prstGeom>
        </p:spPr>
      </p:pic>
      <p:sp>
        <p:nvSpPr>
          <p:cNvPr id="4" name="テキスト ボックス 3"/>
          <p:cNvSpPr txBox="1"/>
          <p:nvPr/>
        </p:nvSpPr>
        <p:spPr>
          <a:xfrm>
            <a:off x="312430" y="79315"/>
            <a:ext cx="3395481"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Blade</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Current</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Setting</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grpSp>
        <p:nvGrpSpPr>
          <p:cNvPr id="57" name="グループ化 56"/>
          <p:cNvGrpSpPr/>
          <p:nvPr/>
        </p:nvGrpSpPr>
        <p:grpSpPr>
          <a:xfrm>
            <a:off x="3013188" y="337258"/>
            <a:ext cx="741835" cy="728258"/>
            <a:chOff x="2990029" y="355342"/>
            <a:chExt cx="741835" cy="728258"/>
          </a:xfrm>
        </p:grpSpPr>
        <p:sp>
          <p:nvSpPr>
            <p:cNvPr id="13" name="角丸四角形 12"/>
            <p:cNvSpPr/>
            <p:nvPr/>
          </p:nvSpPr>
          <p:spPr>
            <a:xfrm>
              <a:off x="2990029"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4" name="直線矢印コネクタ 13"/>
            <p:cNvCxnSpPr>
              <a:stCxn id="15" idx="4"/>
              <a:endCxn id="13" idx="0"/>
            </p:cNvCxnSpPr>
            <p:nvPr/>
          </p:nvCxnSpPr>
          <p:spPr>
            <a:xfrm>
              <a:off x="3360946"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16946"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58" name="グループ化 57"/>
          <p:cNvGrpSpPr/>
          <p:nvPr/>
        </p:nvGrpSpPr>
        <p:grpSpPr>
          <a:xfrm>
            <a:off x="2271297" y="337258"/>
            <a:ext cx="741835" cy="728258"/>
            <a:chOff x="2256604" y="355342"/>
            <a:chExt cx="741835" cy="728258"/>
          </a:xfrm>
        </p:grpSpPr>
        <p:sp>
          <p:nvSpPr>
            <p:cNvPr id="17" name="角丸四角形 16"/>
            <p:cNvSpPr/>
            <p:nvPr/>
          </p:nvSpPr>
          <p:spPr>
            <a:xfrm>
              <a:off x="22566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8" name="直線矢印コネクタ 17"/>
            <p:cNvCxnSpPr>
              <a:stCxn id="19" idx="4"/>
              <a:endCxn id="17" idx="0"/>
            </p:cNvCxnSpPr>
            <p:nvPr/>
          </p:nvCxnSpPr>
          <p:spPr>
            <a:xfrm>
              <a:off x="26275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4835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grpSp>
        <p:nvGrpSpPr>
          <p:cNvPr id="54" name="グループ化 53"/>
          <p:cNvGrpSpPr/>
          <p:nvPr/>
        </p:nvGrpSpPr>
        <p:grpSpPr>
          <a:xfrm>
            <a:off x="5612916" y="4396212"/>
            <a:ext cx="741835" cy="782008"/>
            <a:chOff x="5733229" y="4472412"/>
            <a:chExt cx="741835" cy="782008"/>
          </a:xfrm>
        </p:grpSpPr>
        <p:sp>
          <p:nvSpPr>
            <p:cNvPr id="20" name="角丸四角形 19"/>
            <p:cNvSpPr/>
            <p:nvPr/>
          </p:nvSpPr>
          <p:spPr>
            <a:xfrm>
              <a:off x="5733229" y="4472412"/>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21" name="直線矢印コネクタ 20"/>
            <p:cNvCxnSpPr>
              <a:stCxn id="22" idx="0"/>
              <a:endCxn id="20" idx="2"/>
            </p:cNvCxnSpPr>
            <p:nvPr/>
          </p:nvCxnSpPr>
          <p:spPr>
            <a:xfrm flipH="1" flipV="1">
              <a:off x="6104147" y="4731675"/>
              <a:ext cx="7274" cy="23474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円/楕円 21"/>
            <p:cNvSpPr/>
            <p:nvPr/>
          </p:nvSpPr>
          <p:spPr>
            <a:xfrm>
              <a:off x="5967421" y="4966420"/>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4</a:t>
              </a:r>
              <a:endParaRPr lang="ja-JP" altLang="en-US" sz="1800">
                <a:solidFill>
                  <a:srgbClr val="FF0000"/>
                </a:solidFill>
              </a:endParaRPr>
            </a:p>
          </p:txBody>
        </p:sp>
      </p:grpSp>
      <p:sp>
        <p:nvSpPr>
          <p:cNvPr id="26" name="テキスト ボックス 25"/>
          <p:cNvSpPr txBox="1"/>
          <p:nvPr/>
        </p:nvSpPr>
        <p:spPr>
          <a:xfrm>
            <a:off x="6688138" y="475325"/>
            <a:ext cx="5928569" cy="2339102"/>
          </a:xfrm>
          <a:prstGeom prst="rect">
            <a:avLst/>
          </a:prstGeom>
          <a:solidFill>
            <a:schemeClr val="bg1"/>
          </a:solidFill>
          <a:ln w="635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ブレード操作量に対するソレノイドへの出力線図の確認と設定ができます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Signal</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area</a:t>
            </a:r>
          </a:p>
          <a:p>
            <a:pPr marL="180000">
              <a:tabLst>
                <a:tab pos="447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X	:</a:t>
            </a:r>
            <a:r>
              <a:rPr lang="ja-JP" altLang="en-US" sz="1200">
                <a:latin typeface="Meiryo UI" panose="020B0604030504040204" pitchFamily="50" charset="-128"/>
                <a:ea typeface="Meiryo UI" panose="020B0604030504040204" pitchFamily="50" charset="-128"/>
                <a:cs typeface="Meiryo UI" panose="020B0604030504040204" pitchFamily="50" charset="-128"/>
              </a:rPr>
              <a:t> 操作量</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447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Y	:</a:t>
            </a:r>
            <a:r>
              <a:rPr lang="ja-JP" altLang="en-US" sz="1200">
                <a:latin typeface="Meiryo UI" panose="020B0604030504040204" pitchFamily="50" charset="-128"/>
                <a:ea typeface="Meiryo UI" panose="020B0604030504040204" pitchFamily="50" charset="-128"/>
                <a:cs typeface="Meiryo UI" panose="020B0604030504040204" pitchFamily="50" charset="-128"/>
              </a:rPr>
              <a:t> ブレードソレノイド出力電流</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Back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Blade</a:t>
            </a:r>
            <a:r>
              <a:rPr lang="ja-JP" altLang="en-US" sz="120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④</a:t>
            </a:r>
            <a:r>
              <a:rPr lang="en-US" altLang="ja-JP" sz="1200">
                <a:latin typeface="Meiryo UI" panose="020B0604030504040204" pitchFamily="50" charset="-128"/>
                <a:ea typeface="Meiryo UI" panose="020B0604030504040204" pitchFamily="50" charset="-128"/>
                <a:cs typeface="Meiryo UI" panose="020B0604030504040204" pitchFamily="50" charset="-128"/>
              </a:rPr>
              <a:t>Reset	:</a:t>
            </a:r>
            <a:r>
              <a:rPr lang="ja-JP" altLang="en-US" sz="1200">
                <a:latin typeface="Meiryo UI" panose="020B0604030504040204" pitchFamily="50" charset="-128"/>
                <a:ea typeface="Meiryo UI" panose="020B0604030504040204" pitchFamily="50" charset="-128"/>
                <a:cs typeface="Meiryo UI" panose="020B0604030504040204" pitchFamily="50" charset="-128"/>
              </a:rPr>
              <a:t> 設定を初期値に戻します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15879891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68" y="479425"/>
            <a:ext cx="6119999" cy="4247999"/>
          </a:xfrm>
          <a:prstGeom prst="rect">
            <a:avLst/>
          </a:prstGeom>
        </p:spPr>
      </p:pic>
      <p:sp>
        <p:nvSpPr>
          <p:cNvPr id="4" name="テキスト ボックス 3"/>
          <p:cNvSpPr txBox="1"/>
          <p:nvPr/>
        </p:nvSpPr>
        <p:spPr>
          <a:xfrm>
            <a:off x="312430" y="79315"/>
            <a:ext cx="1495922"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Adjust</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grpSp>
        <p:nvGrpSpPr>
          <p:cNvPr id="55" name="グループ化 54"/>
          <p:cNvGrpSpPr/>
          <p:nvPr/>
        </p:nvGrpSpPr>
        <p:grpSpPr>
          <a:xfrm>
            <a:off x="2654157" y="1362838"/>
            <a:ext cx="1866900" cy="876257"/>
            <a:chOff x="4614213" y="1449221"/>
            <a:chExt cx="1866900" cy="876257"/>
          </a:xfrm>
        </p:grpSpPr>
        <p:sp>
          <p:nvSpPr>
            <p:cNvPr id="23" name="角丸四角形 22"/>
            <p:cNvSpPr/>
            <p:nvPr/>
          </p:nvSpPr>
          <p:spPr>
            <a:xfrm>
              <a:off x="4614213" y="1449221"/>
              <a:ext cx="1866900" cy="332147"/>
            </a:xfrm>
            <a:prstGeom prst="roundRect">
              <a:avLst>
                <a:gd name="adj" fmla="val 3428"/>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24" name="直線矢印コネクタ 23"/>
            <p:cNvCxnSpPr>
              <a:stCxn id="25" idx="0"/>
              <a:endCxn id="23" idx="2"/>
            </p:cNvCxnSpPr>
            <p:nvPr/>
          </p:nvCxnSpPr>
          <p:spPr>
            <a:xfrm flipV="1">
              <a:off x="5547663" y="1781368"/>
              <a:ext cx="0" cy="25611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円/楕円 24"/>
            <p:cNvSpPr/>
            <p:nvPr/>
          </p:nvSpPr>
          <p:spPr>
            <a:xfrm>
              <a:off x="5403663" y="2037478"/>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sp>
        <p:nvSpPr>
          <p:cNvPr id="40" name="テキスト ボックス 39"/>
          <p:cNvSpPr txBox="1"/>
          <p:nvPr/>
        </p:nvSpPr>
        <p:spPr>
          <a:xfrm>
            <a:off x="6688138" y="475325"/>
            <a:ext cx="5928569" cy="2369880"/>
          </a:xfrm>
          <a:prstGeom prst="rect">
            <a:avLst/>
          </a:prstGeom>
          <a:solidFill>
            <a:schemeClr val="bg1"/>
          </a:solidFill>
          <a:ln w="6350">
            <a:solidFill>
              <a:schemeClr val="tx1"/>
            </a:solidFill>
          </a:ln>
        </p:spPr>
        <p:txBody>
          <a:bodyPr wrap="square" rtlCol="0">
            <a:spAutoFit/>
          </a:bodyPr>
          <a:lstStyle/>
          <a:p>
            <a:r>
              <a:rPr lang="en-US" altLang="ja-JP" sz="1200">
                <a:latin typeface="Meiryo UI" panose="020B0604030504040204" pitchFamily="50" charset="-128"/>
                <a:ea typeface="Meiryo UI" panose="020B0604030504040204" pitchFamily="50" charset="-128"/>
                <a:cs typeface="Meiryo UI" panose="020B0604030504040204" pitchFamily="50" charset="-128"/>
              </a:rPr>
              <a:t>Adjust</a:t>
            </a:r>
            <a:r>
              <a:rPr lang="ja-JP" altLang="en-US" sz="1200">
                <a:latin typeface="Meiryo UI" panose="020B0604030504040204" pitchFamily="50" charset="-128"/>
                <a:ea typeface="Meiryo UI" panose="020B0604030504040204" pitchFamily="50" charset="-128"/>
                <a:cs typeface="Meiryo UI" panose="020B0604030504040204" pitchFamily="50" charset="-128"/>
              </a:rPr>
              <a:t>機能の状態確認と設定値変更ができます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Adjust</a:t>
            </a:r>
          </a:p>
          <a:p>
            <a:pPr marL="180000">
              <a:tabLst>
                <a:tab pos="1438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Set</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Value	:</a:t>
            </a:r>
            <a:r>
              <a:rPr lang="ja-JP" altLang="en-US" sz="1200">
                <a:latin typeface="Meiryo UI" panose="020B0604030504040204" pitchFamily="50" charset="-128"/>
                <a:ea typeface="Meiryo UI" panose="020B0604030504040204" pitchFamily="50" charset="-128"/>
                <a:cs typeface="Meiryo UI" panose="020B0604030504040204" pitchFamily="50" charset="-128"/>
              </a:rPr>
              <a:t> 操作量</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438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Crowd solenoid	:</a:t>
            </a:r>
            <a:r>
              <a:rPr lang="ja-JP" altLang="en-US" sz="1200">
                <a:latin typeface="Meiryo UI" panose="020B0604030504040204" pitchFamily="50" charset="-128"/>
                <a:ea typeface="Meiryo UI" panose="020B0604030504040204" pitchFamily="50" charset="-128"/>
                <a:cs typeface="Meiryo UI" panose="020B0604030504040204" pitchFamily="50" charset="-128"/>
              </a:rPr>
              <a:t> 縮側ソレノイドへの出力電流</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438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Dump solenoid	:</a:t>
            </a:r>
            <a:r>
              <a:rPr lang="ja-JP" altLang="en-US" sz="1200">
                <a:latin typeface="Meiryo UI" panose="020B0604030504040204" pitchFamily="50" charset="-128"/>
                <a:ea typeface="Meiryo UI" panose="020B0604030504040204" pitchFamily="50" charset="-128"/>
                <a:cs typeface="Meiryo UI" panose="020B0604030504040204" pitchFamily="50" charset="-128"/>
              </a:rPr>
              <a:t> 伸側ソレノイドへの出力電流</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Setting</a:t>
            </a:r>
          </a:p>
          <a:p>
            <a:pPr marL="180000">
              <a:tabLst>
                <a:tab pos="15240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Current	:</a:t>
            </a:r>
            <a:r>
              <a:rPr lang="ja-JP" altLang="en-US" sz="1200">
                <a:latin typeface="Meiryo UI" panose="020B0604030504040204" pitchFamily="50" charset="-128"/>
                <a:ea typeface="Meiryo UI" panose="020B0604030504040204" pitchFamily="50" charset="-128"/>
                <a:cs typeface="Meiryo UI" panose="020B0604030504040204" pitchFamily="50" charset="-128"/>
              </a:rPr>
              <a:t> ソレノイドに出力する電流値を設定</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7143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Home	:</a:t>
            </a:r>
            <a:r>
              <a:rPr lang="ja-JP" altLang="en-US" sz="120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②設定画面へ移動します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0490232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68" y="479425"/>
            <a:ext cx="6119999" cy="4248000"/>
          </a:xfrm>
          <a:prstGeom prst="rect">
            <a:avLst/>
          </a:prstGeom>
        </p:spPr>
      </p:pic>
      <p:sp>
        <p:nvSpPr>
          <p:cNvPr id="4" name="テキスト ボックス 3"/>
          <p:cNvSpPr txBox="1"/>
          <p:nvPr/>
        </p:nvSpPr>
        <p:spPr>
          <a:xfrm>
            <a:off x="312430" y="79315"/>
            <a:ext cx="3502882"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Adjust</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Current</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Setting</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grpSp>
        <p:nvGrpSpPr>
          <p:cNvPr id="57" name="グループ化 56"/>
          <p:cNvGrpSpPr/>
          <p:nvPr/>
        </p:nvGrpSpPr>
        <p:grpSpPr>
          <a:xfrm>
            <a:off x="3013188" y="337258"/>
            <a:ext cx="741835" cy="728258"/>
            <a:chOff x="2990029" y="355342"/>
            <a:chExt cx="741835" cy="728258"/>
          </a:xfrm>
        </p:grpSpPr>
        <p:sp>
          <p:nvSpPr>
            <p:cNvPr id="13" name="角丸四角形 12"/>
            <p:cNvSpPr/>
            <p:nvPr/>
          </p:nvSpPr>
          <p:spPr>
            <a:xfrm>
              <a:off x="2990029"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4" name="直線矢印コネクタ 13"/>
            <p:cNvCxnSpPr>
              <a:stCxn id="15" idx="4"/>
              <a:endCxn id="13" idx="0"/>
            </p:cNvCxnSpPr>
            <p:nvPr/>
          </p:nvCxnSpPr>
          <p:spPr>
            <a:xfrm>
              <a:off x="3360946"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16946"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58" name="グループ化 57"/>
          <p:cNvGrpSpPr/>
          <p:nvPr/>
        </p:nvGrpSpPr>
        <p:grpSpPr>
          <a:xfrm>
            <a:off x="2271297" y="337258"/>
            <a:ext cx="741835" cy="728258"/>
            <a:chOff x="2256604" y="355342"/>
            <a:chExt cx="741835" cy="728258"/>
          </a:xfrm>
        </p:grpSpPr>
        <p:sp>
          <p:nvSpPr>
            <p:cNvPr id="17" name="角丸四角形 16"/>
            <p:cNvSpPr/>
            <p:nvPr/>
          </p:nvSpPr>
          <p:spPr>
            <a:xfrm>
              <a:off x="22566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8" name="直線矢印コネクタ 17"/>
            <p:cNvCxnSpPr>
              <a:stCxn id="19" idx="4"/>
              <a:endCxn id="17" idx="0"/>
            </p:cNvCxnSpPr>
            <p:nvPr/>
          </p:nvCxnSpPr>
          <p:spPr>
            <a:xfrm>
              <a:off x="26275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4835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grpSp>
        <p:nvGrpSpPr>
          <p:cNvPr id="54" name="グループ化 53"/>
          <p:cNvGrpSpPr/>
          <p:nvPr/>
        </p:nvGrpSpPr>
        <p:grpSpPr>
          <a:xfrm>
            <a:off x="5612916" y="4396212"/>
            <a:ext cx="741835" cy="782008"/>
            <a:chOff x="5733229" y="4472412"/>
            <a:chExt cx="741835" cy="782008"/>
          </a:xfrm>
        </p:grpSpPr>
        <p:sp>
          <p:nvSpPr>
            <p:cNvPr id="20" name="角丸四角形 19"/>
            <p:cNvSpPr/>
            <p:nvPr/>
          </p:nvSpPr>
          <p:spPr>
            <a:xfrm>
              <a:off x="5733229" y="4472412"/>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21" name="直線矢印コネクタ 20"/>
            <p:cNvCxnSpPr>
              <a:stCxn id="22" idx="0"/>
              <a:endCxn id="20" idx="2"/>
            </p:cNvCxnSpPr>
            <p:nvPr/>
          </p:nvCxnSpPr>
          <p:spPr>
            <a:xfrm flipH="1" flipV="1">
              <a:off x="6104147" y="4731675"/>
              <a:ext cx="7274" cy="23474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円/楕円 21"/>
            <p:cNvSpPr/>
            <p:nvPr/>
          </p:nvSpPr>
          <p:spPr>
            <a:xfrm>
              <a:off x="5967421" y="4966420"/>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4</a:t>
              </a:r>
              <a:endParaRPr lang="ja-JP" altLang="en-US" sz="1800">
                <a:solidFill>
                  <a:srgbClr val="FF0000"/>
                </a:solidFill>
              </a:endParaRPr>
            </a:p>
          </p:txBody>
        </p:sp>
      </p:grpSp>
      <p:sp>
        <p:nvSpPr>
          <p:cNvPr id="26" name="テキスト ボックス 25"/>
          <p:cNvSpPr txBox="1"/>
          <p:nvPr/>
        </p:nvSpPr>
        <p:spPr>
          <a:xfrm>
            <a:off x="6688138" y="475325"/>
            <a:ext cx="5928569" cy="2339102"/>
          </a:xfrm>
          <a:prstGeom prst="rect">
            <a:avLst/>
          </a:prstGeom>
          <a:solidFill>
            <a:schemeClr val="bg1"/>
          </a:solidFill>
          <a:ln w="635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アジャスト操作量に対するソレノイドへの出力線図の確認と設定ができます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Signal</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area</a:t>
            </a:r>
          </a:p>
          <a:p>
            <a:pPr marL="180000">
              <a:tabLst>
                <a:tab pos="447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X	:</a:t>
            </a:r>
            <a:r>
              <a:rPr lang="ja-JP" altLang="en-US" sz="1200">
                <a:latin typeface="Meiryo UI" panose="020B0604030504040204" pitchFamily="50" charset="-128"/>
                <a:ea typeface="Meiryo UI" panose="020B0604030504040204" pitchFamily="50" charset="-128"/>
                <a:cs typeface="Meiryo UI" panose="020B0604030504040204" pitchFamily="50" charset="-128"/>
              </a:rPr>
              <a:t> 操作量</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447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Y	:</a:t>
            </a:r>
            <a:r>
              <a:rPr lang="ja-JP" altLang="en-US" sz="1200">
                <a:latin typeface="Meiryo UI" panose="020B0604030504040204" pitchFamily="50" charset="-128"/>
                <a:ea typeface="Meiryo UI" panose="020B0604030504040204" pitchFamily="50" charset="-128"/>
                <a:cs typeface="Meiryo UI" panose="020B0604030504040204" pitchFamily="50" charset="-128"/>
              </a:rPr>
              <a:t> アジャストソレノイド出力電流</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Back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Adjust</a:t>
            </a:r>
            <a:r>
              <a:rPr lang="ja-JP" altLang="en-US" sz="120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④</a:t>
            </a:r>
            <a:r>
              <a:rPr lang="en-US" altLang="ja-JP" sz="1200">
                <a:latin typeface="Meiryo UI" panose="020B0604030504040204" pitchFamily="50" charset="-128"/>
                <a:ea typeface="Meiryo UI" panose="020B0604030504040204" pitchFamily="50" charset="-128"/>
                <a:cs typeface="Meiryo UI" panose="020B0604030504040204" pitchFamily="50" charset="-128"/>
              </a:rPr>
              <a:t>Reset	:</a:t>
            </a:r>
            <a:r>
              <a:rPr lang="ja-JP" altLang="en-US" sz="1200">
                <a:latin typeface="Meiryo UI" panose="020B0604030504040204" pitchFamily="50" charset="-128"/>
                <a:ea typeface="Meiryo UI" panose="020B0604030504040204" pitchFamily="50" charset="-128"/>
                <a:cs typeface="Meiryo UI" panose="020B0604030504040204" pitchFamily="50" charset="-128"/>
              </a:rPr>
              <a:t> 設定を初期値に戻します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2464886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68" y="479425"/>
            <a:ext cx="6119998" cy="4247999"/>
          </a:xfrm>
          <a:prstGeom prst="rect">
            <a:avLst/>
          </a:prstGeom>
        </p:spPr>
      </p:pic>
      <p:sp>
        <p:nvSpPr>
          <p:cNvPr id="4" name="テキスト ボックス 3"/>
          <p:cNvSpPr txBox="1"/>
          <p:nvPr/>
        </p:nvSpPr>
        <p:spPr>
          <a:xfrm>
            <a:off x="312430" y="79315"/>
            <a:ext cx="2050561" cy="400110"/>
          </a:xfrm>
          <a:prstGeom prst="rect">
            <a:avLst/>
          </a:prstGeom>
          <a:noFill/>
        </p:spPr>
        <p:txBody>
          <a:bodyPr wrap="none" rtlCol="0">
            <a:spAutoFit/>
          </a:bodyPr>
          <a:lstStyle/>
          <a:p>
            <a:r>
              <a:rPr lang="en-US" altLang="ja-JP" sz="2000" err="1">
                <a:latin typeface="Meiryo UI" panose="020B0604030504040204" pitchFamily="50" charset="-128"/>
                <a:ea typeface="Meiryo UI" panose="020B0604030504040204" pitchFamily="50" charset="-128"/>
                <a:cs typeface="Meiryo UI" panose="020B0604030504040204" pitchFamily="50" charset="-128"/>
              </a:rPr>
              <a:t>Hourmeter</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grpSp>
        <p:nvGrpSpPr>
          <p:cNvPr id="55" name="グループ化 54"/>
          <p:cNvGrpSpPr/>
          <p:nvPr/>
        </p:nvGrpSpPr>
        <p:grpSpPr>
          <a:xfrm>
            <a:off x="412595" y="1170878"/>
            <a:ext cx="2687443" cy="1591054"/>
            <a:chOff x="4569441" y="881781"/>
            <a:chExt cx="2687443" cy="1591054"/>
          </a:xfrm>
        </p:grpSpPr>
        <p:sp>
          <p:nvSpPr>
            <p:cNvPr id="23" name="角丸四角形 22"/>
            <p:cNvSpPr/>
            <p:nvPr/>
          </p:nvSpPr>
          <p:spPr>
            <a:xfrm>
              <a:off x="4569441" y="881781"/>
              <a:ext cx="2687443" cy="1155697"/>
            </a:xfrm>
            <a:prstGeom prst="roundRect">
              <a:avLst>
                <a:gd name="adj" fmla="val 3428"/>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24" name="直線矢印コネクタ 23"/>
            <p:cNvCxnSpPr>
              <a:stCxn id="25" idx="0"/>
              <a:endCxn id="23" idx="2"/>
            </p:cNvCxnSpPr>
            <p:nvPr/>
          </p:nvCxnSpPr>
          <p:spPr>
            <a:xfrm flipV="1">
              <a:off x="5913162" y="2037478"/>
              <a:ext cx="1" cy="14735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円/楕円 24"/>
            <p:cNvSpPr/>
            <p:nvPr/>
          </p:nvSpPr>
          <p:spPr>
            <a:xfrm>
              <a:off x="5769162" y="2184835"/>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sp>
        <p:nvSpPr>
          <p:cNvPr id="40" name="テキスト ボックス 39"/>
          <p:cNvSpPr txBox="1"/>
          <p:nvPr/>
        </p:nvSpPr>
        <p:spPr>
          <a:xfrm>
            <a:off x="6688138" y="475325"/>
            <a:ext cx="5928569" cy="3785652"/>
          </a:xfrm>
          <a:prstGeom prst="rect">
            <a:avLst/>
          </a:prstGeom>
          <a:solidFill>
            <a:schemeClr val="bg1"/>
          </a:solidFill>
          <a:ln w="635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アワメータ、トリップメータの調整ができます。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Hour</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meter</a:t>
            </a:r>
          </a:p>
          <a:p>
            <a:pPr marL="180000">
              <a:tabLst>
                <a:tab pos="1438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Set</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hour</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meter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変更するアワメータの値を入力します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Trip</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meter</a:t>
            </a:r>
          </a:p>
          <a:p>
            <a:pPr marL="180000">
              <a:tabLst>
                <a:tab pos="15240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Current	:</a:t>
            </a:r>
            <a:r>
              <a:rPr lang="ja-JP" altLang="en-US" sz="1200">
                <a:latin typeface="Meiryo UI" panose="020B0604030504040204" pitchFamily="50" charset="-128"/>
                <a:ea typeface="Meiryo UI" panose="020B0604030504040204" pitchFamily="50" charset="-128"/>
                <a:cs typeface="Meiryo UI" panose="020B0604030504040204" pitchFamily="50" charset="-128"/>
              </a:rPr>
              <a:t> ソレノイドに出力する電流値を設定</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623888"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Home	:</a:t>
            </a:r>
            <a:r>
              <a:rPr lang="ja-JP" altLang="en-US" sz="120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②アワメータの値を変更できます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r>
              <a:rPr lang="ja-JP" altLang="en-US" sz="1200">
                <a:latin typeface="Meiryo UI" panose="020B0604030504040204" pitchFamily="50" charset="-128"/>
                <a:ea typeface="Meiryo UI" panose="020B0604030504040204" pitchFamily="50" charset="-128"/>
                <a:cs typeface="Meiryo UI" panose="020B0604030504040204" pitchFamily="50" charset="-128"/>
              </a:rPr>
              <a:t>注意：</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r>
              <a:rPr lang="ja-JP" altLang="en-US" sz="1200">
                <a:latin typeface="Meiryo UI" panose="020B0604030504040204" pitchFamily="50" charset="-128"/>
                <a:ea typeface="Meiryo UI" panose="020B0604030504040204" pitchFamily="50" charset="-128"/>
                <a:cs typeface="Meiryo UI" panose="020B0604030504040204" pitchFamily="50" charset="-128"/>
              </a:rPr>
              <a:t>進めることしかできず、一度進めると戻すことは出来ません。</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③エンジン</a:t>
            </a:r>
            <a:r>
              <a:rPr lang="en-US" altLang="ja-JP" sz="1200">
                <a:latin typeface="Meiryo UI" panose="020B0604030504040204" pitchFamily="50" charset="-128"/>
                <a:ea typeface="Meiryo UI" panose="020B0604030504040204" pitchFamily="50" charset="-128"/>
                <a:cs typeface="Meiryo UI" panose="020B0604030504040204" pitchFamily="50" charset="-128"/>
              </a:rPr>
              <a:t>ECU</a:t>
            </a:r>
            <a:r>
              <a:rPr lang="ja-JP" altLang="en-US" sz="1200">
                <a:latin typeface="Meiryo UI" panose="020B0604030504040204" pitchFamily="50" charset="-128"/>
                <a:ea typeface="Meiryo UI" panose="020B0604030504040204" pitchFamily="50" charset="-128"/>
                <a:cs typeface="Meiryo UI" panose="020B0604030504040204" pitchFamily="50" charset="-128"/>
              </a:rPr>
              <a:t>のアワメータを読み取り、アワメータ反映させることができます。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r>
              <a:rPr lang="ja-JP" altLang="en-US" sz="1200">
                <a:latin typeface="Meiryo UI" panose="020B0604030504040204" pitchFamily="50" charset="-128"/>
                <a:ea typeface="Meiryo UI" panose="020B0604030504040204" pitchFamily="50" charset="-128"/>
                <a:cs typeface="Meiryo UI" panose="020B0604030504040204" pitchFamily="50" charset="-128"/>
              </a:rPr>
              <a:t>注意：</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Update</a:t>
            </a:r>
            <a:r>
              <a:rPr lang="ja-JP" altLang="en-US" sz="1200">
                <a:latin typeface="Meiryo UI" panose="020B0604030504040204" pitchFamily="50" charset="-128"/>
                <a:ea typeface="Meiryo UI" panose="020B0604030504040204" pitchFamily="50" charset="-128"/>
                <a:cs typeface="Meiryo UI" panose="020B0604030504040204" pitchFamily="50" charset="-128"/>
              </a:rPr>
              <a:t>”のボタンが消えているとできません。また、一度“</a:t>
            </a:r>
            <a:r>
              <a:rPr lang="en-US" altLang="ja-JP" sz="1200">
                <a:latin typeface="Meiryo UI" panose="020B0604030504040204" pitchFamily="50" charset="-128"/>
                <a:ea typeface="Meiryo UI" panose="020B0604030504040204" pitchFamily="50" charset="-128"/>
                <a:cs typeface="Meiryo UI" panose="020B0604030504040204" pitchFamily="50" charset="-128"/>
              </a:rPr>
              <a:t>Update”</a:t>
            </a:r>
            <a:r>
              <a:rPr lang="ja-JP" altLang="en-US" sz="1200">
                <a:latin typeface="Meiryo UI" panose="020B0604030504040204" pitchFamily="50" charset="-128"/>
                <a:ea typeface="Meiryo UI" panose="020B0604030504040204" pitchFamily="50" charset="-128"/>
                <a:cs typeface="Meiryo UI" panose="020B0604030504040204" pitchFamily="50" charset="-128"/>
              </a:rPr>
              <a:t>を押すと</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r>
              <a:rPr lang="en-US" altLang="ja-JP" sz="1200">
                <a:latin typeface="Meiryo UI" panose="020B0604030504040204" pitchFamily="50" charset="-128"/>
                <a:ea typeface="Meiryo UI" panose="020B0604030504040204" pitchFamily="50" charset="-128"/>
                <a:cs typeface="Meiryo UI" panose="020B0604030504040204" pitchFamily="50" charset="-128"/>
              </a:rPr>
              <a:t>”Update”</a:t>
            </a:r>
            <a:r>
              <a:rPr lang="ja-JP" altLang="en-US" sz="1200">
                <a:latin typeface="Meiryo UI" panose="020B0604030504040204" pitchFamily="50" charset="-128"/>
                <a:ea typeface="Meiryo UI" panose="020B0604030504040204" pitchFamily="50" charset="-128"/>
                <a:cs typeface="Meiryo UI" panose="020B0604030504040204" pitchFamily="50" charset="-128"/>
              </a:rPr>
              <a:t>ボタンは消えます。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④トリップメータの値を変更できます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r>
              <a:rPr lang="ja-JP" altLang="en-US" sz="1200">
                <a:latin typeface="Meiryo UI" panose="020B0604030504040204" pitchFamily="50" charset="-128"/>
                <a:ea typeface="Meiryo UI" panose="020B0604030504040204" pitchFamily="50" charset="-128"/>
                <a:cs typeface="Meiryo UI" panose="020B0604030504040204" pitchFamily="50" charset="-128"/>
              </a:rPr>
              <a:t>クラスタに表示される値は「</a:t>
            </a:r>
            <a:r>
              <a:rPr lang="en-US" altLang="ja-JP" sz="1200">
                <a:latin typeface="Meiryo UI" panose="020B0604030504040204" pitchFamily="50" charset="-128"/>
                <a:ea typeface="Meiryo UI" panose="020B0604030504040204" pitchFamily="50" charset="-128"/>
                <a:cs typeface="Meiryo UI" panose="020B0604030504040204" pitchFamily="50" charset="-128"/>
              </a:rPr>
              <a:t>Hour</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meter</a:t>
            </a: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Set</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data</a:t>
            </a:r>
            <a:r>
              <a:rPr lang="ja-JP" altLang="en-US" sz="1200">
                <a:latin typeface="Meiryo UI" panose="020B0604030504040204" pitchFamily="50" charset="-128"/>
                <a:ea typeface="Meiryo UI" panose="020B0604030504040204" pitchFamily="50" charset="-128"/>
                <a:cs typeface="Meiryo UI" panose="020B0604030504040204" pitchFamily="50" charset="-128"/>
              </a:rPr>
              <a:t>」となります。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19" name="グループ化 18"/>
          <p:cNvGrpSpPr/>
          <p:nvPr/>
        </p:nvGrpSpPr>
        <p:grpSpPr>
          <a:xfrm>
            <a:off x="3133492" y="1170878"/>
            <a:ext cx="3222703" cy="1879054"/>
            <a:chOff x="4569441" y="881781"/>
            <a:chExt cx="3222703" cy="1879054"/>
          </a:xfrm>
        </p:grpSpPr>
        <p:sp>
          <p:nvSpPr>
            <p:cNvPr id="20" name="角丸四角形 19"/>
            <p:cNvSpPr/>
            <p:nvPr/>
          </p:nvSpPr>
          <p:spPr>
            <a:xfrm>
              <a:off x="4569441" y="881781"/>
              <a:ext cx="3222703" cy="1438507"/>
            </a:xfrm>
            <a:prstGeom prst="roundRect">
              <a:avLst>
                <a:gd name="adj" fmla="val 3428"/>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21" name="直線矢印コネクタ 20"/>
            <p:cNvCxnSpPr>
              <a:stCxn id="22" idx="0"/>
              <a:endCxn id="20" idx="2"/>
            </p:cNvCxnSpPr>
            <p:nvPr/>
          </p:nvCxnSpPr>
          <p:spPr>
            <a:xfrm flipV="1">
              <a:off x="6180792" y="2320288"/>
              <a:ext cx="1" cy="15254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円/楕円 21"/>
            <p:cNvSpPr/>
            <p:nvPr/>
          </p:nvSpPr>
          <p:spPr>
            <a:xfrm>
              <a:off x="6036792" y="2472835"/>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28" name="グループ化 27"/>
          <p:cNvGrpSpPr/>
          <p:nvPr/>
        </p:nvGrpSpPr>
        <p:grpSpPr>
          <a:xfrm>
            <a:off x="379141" y="3111190"/>
            <a:ext cx="5965903" cy="2046401"/>
            <a:chOff x="4569441" y="881781"/>
            <a:chExt cx="5965903" cy="2046401"/>
          </a:xfrm>
        </p:grpSpPr>
        <p:sp>
          <p:nvSpPr>
            <p:cNvPr id="29" name="角丸四角形 28"/>
            <p:cNvSpPr/>
            <p:nvPr/>
          </p:nvSpPr>
          <p:spPr>
            <a:xfrm>
              <a:off x="4569441" y="881781"/>
              <a:ext cx="5965903" cy="1527717"/>
            </a:xfrm>
            <a:prstGeom prst="roundRect">
              <a:avLst>
                <a:gd name="adj" fmla="val 3428"/>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0" name="直線矢印コネクタ 29"/>
            <p:cNvCxnSpPr>
              <a:stCxn id="31" idx="0"/>
              <a:endCxn id="29" idx="2"/>
            </p:cNvCxnSpPr>
            <p:nvPr/>
          </p:nvCxnSpPr>
          <p:spPr>
            <a:xfrm flipV="1">
              <a:off x="7552392" y="2409498"/>
              <a:ext cx="1" cy="23068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円/楕円 30"/>
            <p:cNvSpPr/>
            <p:nvPr/>
          </p:nvSpPr>
          <p:spPr>
            <a:xfrm>
              <a:off x="7408392" y="264018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4</a:t>
              </a:r>
              <a:endParaRPr lang="ja-JP" altLang="en-US" sz="1800">
                <a:solidFill>
                  <a:srgbClr val="FF0000"/>
                </a:solidFill>
              </a:endParaRPr>
            </a:p>
          </p:txBody>
        </p:sp>
      </p:grpSp>
    </p:spTree>
    <p:extLst>
      <p:ext uri="{BB962C8B-B14F-4D97-AF65-F5344CB8AC3E}">
        <p14:creationId xmlns:p14="http://schemas.microsoft.com/office/powerpoint/2010/main" val="36658239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68" y="479425"/>
            <a:ext cx="6119998" cy="4247998"/>
          </a:xfrm>
          <a:prstGeom prst="rect">
            <a:avLst/>
          </a:prstGeom>
        </p:spPr>
      </p:pic>
      <p:sp>
        <p:nvSpPr>
          <p:cNvPr id="4" name="テキスト ボックス 3"/>
          <p:cNvSpPr txBox="1"/>
          <p:nvPr/>
        </p:nvSpPr>
        <p:spPr>
          <a:xfrm>
            <a:off x="312430" y="79315"/>
            <a:ext cx="1898340"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Lift alarm</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sp>
        <p:nvSpPr>
          <p:cNvPr id="40" name="テキスト ボックス 39"/>
          <p:cNvSpPr txBox="1"/>
          <p:nvPr/>
        </p:nvSpPr>
        <p:spPr>
          <a:xfrm>
            <a:off x="6688138" y="475325"/>
            <a:ext cx="5928569" cy="2000548"/>
          </a:xfrm>
          <a:prstGeom prst="rect">
            <a:avLst/>
          </a:prstGeom>
          <a:solidFill>
            <a:schemeClr val="bg1"/>
          </a:solidFill>
          <a:ln w="635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リフトアラームに関する機能の確認と設定ができます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Lift alarm</a:t>
            </a:r>
          </a:p>
          <a:p>
            <a:pPr marL="180000">
              <a:tabLst>
                <a:tab pos="2598738"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Limit</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pressure(Mono</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boom)	:</a:t>
            </a:r>
            <a:r>
              <a:rPr lang="ja-JP" altLang="en-US" sz="1200">
                <a:latin typeface="Meiryo UI" panose="020B0604030504040204" pitchFamily="50" charset="-128"/>
                <a:ea typeface="Meiryo UI" panose="020B0604030504040204" pitchFamily="50" charset="-128"/>
                <a:cs typeface="Meiryo UI" panose="020B0604030504040204" pitchFamily="50" charset="-128"/>
              </a:rPr>
              <a:t> モノブーム仕様時のリフトアラーム圧</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598738"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Limit</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pressure(2</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piece</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boom)	:</a:t>
            </a:r>
            <a:r>
              <a:rPr lang="ja-JP" altLang="en-US" sz="1200">
                <a:latin typeface="Meiryo UI" panose="020B0604030504040204" pitchFamily="50" charset="-128"/>
                <a:ea typeface="Meiryo UI" panose="020B0604030504040204" pitchFamily="50" charset="-128"/>
                <a:cs typeface="Meiryo UI" panose="020B0604030504040204" pitchFamily="50" charset="-128"/>
              </a:rPr>
              <a:t> ２ピースブーム仕様時のリフトアラーム圧</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9060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Home	:</a:t>
            </a:r>
            <a:r>
              <a:rPr lang="ja-JP" altLang="en-US" sz="120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9060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変更した値を反映させます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9060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6" name="グループ化 25"/>
          <p:cNvGrpSpPr/>
          <p:nvPr/>
        </p:nvGrpSpPr>
        <p:grpSpPr>
          <a:xfrm>
            <a:off x="3028936" y="337258"/>
            <a:ext cx="741835" cy="728258"/>
            <a:chOff x="6028504" y="355342"/>
            <a:chExt cx="741835" cy="728258"/>
          </a:xfrm>
        </p:grpSpPr>
        <p:sp>
          <p:nvSpPr>
            <p:cNvPr id="27" name="角丸四角形 26"/>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2" name="直線矢印コネクタ 31"/>
            <p:cNvCxnSpPr>
              <a:stCxn id="33" idx="4"/>
              <a:endCxn id="27"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円/楕円 32"/>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34" name="グループ化 33"/>
          <p:cNvGrpSpPr/>
          <p:nvPr/>
        </p:nvGrpSpPr>
        <p:grpSpPr>
          <a:xfrm>
            <a:off x="2259502" y="337258"/>
            <a:ext cx="741835" cy="728258"/>
            <a:chOff x="6028504" y="355342"/>
            <a:chExt cx="741835" cy="728258"/>
          </a:xfrm>
        </p:grpSpPr>
        <p:sp>
          <p:nvSpPr>
            <p:cNvPr id="35" name="角丸四角形 34"/>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6" name="直線矢印コネクタ 35"/>
            <p:cNvCxnSpPr>
              <a:stCxn id="37" idx="4"/>
              <a:endCxn id="35"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円/楕円 36"/>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spTree>
    <p:extLst>
      <p:ext uri="{BB962C8B-B14F-4D97-AF65-F5344CB8AC3E}">
        <p14:creationId xmlns:p14="http://schemas.microsoft.com/office/powerpoint/2010/main" val="9164615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69" y="479425"/>
            <a:ext cx="6119996" cy="4247998"/>
          </a:xfrm>
          <a:prstGeom prst="rect">
            <a:avLst/>
          </a:prstGeom>
        </p:spPr>
      </p:pic>
      <p:sp>
        <p:nvSpPr>
          <p:cNvPr id="4" name="テキスト ボックス 3"/>
          <p:cNvSpPr txBox="1"/>
          <p:nvPr/>
        </p:nvSpPr>
        <p:spPr>
          <a:xfrm>
            <a:off x="312430" y="79315"/>
            <a:ext cx="1847429"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Fan</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drive</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sp>
        <p:nvSpPr>
          <p:cNvPr id="40" name="テキスト ボックス 39"/>
          <p:cNvSpPr txBox="1"/>
          <p:nvPr/>
        </p:nvSpPr>
        <p:spPr>
          <a:xfrm>
            <a:off x="6688138" y="475325"/>
            <a:ext cx="5928569" cy="4462760"/>
          </a:xfrm>
          <a:prstGeom prst="rect">
            <a:avLst/>
          </a:prstGeom>
          <a:solidFill>
            <a:schemeClr val="bg1"/>
          </a:solidFill>
          <a:ln w="635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油圧ファンドライブの状態を確認できます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Status</a:t>
            </a:r>
          </a:p>
          <a:p>
            <a:pPr marL="180000">
              <a:tabLst>
                <a:tab pos="21526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Coolant</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temperature	:</a:t>
            </a:r>
            <a:r>
              <a:rPr lang="ja-JP" altLang="en-US" sz="1200">
                <a:latin typeface="Meiryo UI" panose="020B0604030504040204" pitchFamily="50" charset="-128"/>
                <a:ea typeface="Meiryo UI" panose="020B0604030504040204" pitchFamily="50" charset="-128"/>
                <a:cs typeface="Meiryo UI" panose="020B0604030504040204" pitchFamily="50" charset="-128"/>
              </a:rPr>
              <a:t> 冷却水温度</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1526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Hydraulic oil temperature	:</a:t>
            </a:r>
            <a:r>
              <a:rPr lang="ja-JP" altLang="en-US" sz="1200">
                <a:latin typeface="Meiryo UI" panose="020B0604030504040204" pitchFamily="50" charset="-128"/>
                <a:ea typeface="Meiryo UI" panose="020B0604030504040204" pitchFamily="50" charset="-128"/>
                <a:cs typeface="Meiryo UI" panose="020B0604030504040204" pitchFamily="50" charset="-128"/>
              </a:rPr>
              <a:t> 作動油温度</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1526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Ambient air temperature	: </a:t>
            </a:r>
            <a:r>
              <a:rPr lang="ja-JP" altLang="en-US" sz="1200">
                <a:latin typeface="Meiryo UI" panose="020B0604030504040204" pitchFamily="50" charset="-128"/>
                <a:ea typeface="Meiryo UI" panose="020B0604030504040204" pitchFamily="50" charset="-128"/>
                <a:cs typeface="Meiryo UI" panose="020B0604030504040204" pitchFamily="50" charset="-128"/>
              </a:rPr>
              <a:t>大気温度</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1526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Air conditioner	: </a:t>
            </a:r>
            <a:r>
              <a:rPr lang="ja-JP" altLang="en-US" sz="1200">
                <a:latin typeface="Meiryo UI" panose="020B0604030504040204" pitchFamily="50" charset="-128"/>
                <a:ea typeface="Meiryo UI" panose="020B0604030504040204" pitchFamily="50" charset="-128"/>
                <a:cs typeface="Meiryo UI" panose="020B0604030504040204" pitchFamily="50" charset="-128"/>
              </a:rPr>
              <a:t>コンプレッサクラッチの</a:t>
            </a:r>
            <a:r>
              <a:rPr lang="en-US" altLang="ja-JP" sz="1200">
                <a:latin typeface="Meiryo UI" panose="020B0604030504040204" pitchFamily="50" charset="-128"/>
                <a:ea typeface="Meiryo UI" panose="020B0604030504040204" pitchFamily="50" charset="-128"/>
                <a:cs typeface="Meiryo UI" panose="020B0604030504040204" pitchFamily="50" charset="-128"/>
              </a:rPr>
              <a:t>ON/OFF</a:t>
            </a:r>
          </a:p>
          <a:p>
            <a:pPr marL="180000">
              <a:tabLst>
                <a:tab pos="21526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Target fan speed	:</a:t>
            </a:r>
            <a:r>
              <a:rPr lang="ja-JP" altLang="en-US" sz="1200">
                <a:latin typeface="Meiryo UI" panose="020B0604030504040204" pitchFamily="50" charset="-128"/>
                <a:ea typeface="Meiryo UI" panose="020B0604030504040204" pitchFamily="50" charset="-128"/>
                <a:cs typeface="Meiryo UI" panose="020B0604030504040204" pitchFamily="50" charset="-128"/>
              </a:rPr>
              <a:t> 油圧ファンの目標回転数</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1526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Target current	:</a:t>
            </a:r>
            <a:r>
              <a:rPr lang="ja-JP" altLang="en-US" sz="1200">
                <a:latin typeface="Meiryo UI" panose="020B0604030504040204" pitchFamily="50" charset="-128"/>
                <a:ea typeface="Meiryo UI" panose="020B0604030504040204" pitchFamily="50" charset="-128"/>
                <a:cs typeface="Meiryo UI" panose="020B0604030504040204" pitchFamily="50" charset="-128"/>
              </a:rPr>
              <a:t> 油圧ファンソレノイドに出力する目標電流値</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1526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Actual current	: </a:t>
            </a:r>
            <a:r>
              <a:rPr lang="ja-JP" altLang="en-US" sz="1200">
                <a:latin typeface="Meiryo UI" panose="020B0604030504040204" pitchFamily="50" charset="-128"/>
                <a:ea typeface="Meiryo UI" panose="020B0604030504040204" pitchFamily="50" charset="-128"/>
                <a:cs typeface="Meiryo UI" panose="020B0604030504040204" pitchFamily="50" charset="-128"/>
              </a:rPr>
              <a:t>実際に油圧ファンソレノイドに出力している電流値</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215265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Setting</a:t>
            </a:r>
          </a:p>
          <a:p>
            <a:pPr marL="180000">
              <a:tabLst>
                <a:tab pos="215265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各種設定画面に移動します。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425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Home	:</a:t>
            </a:r>
            <a:r>
              <a:rPr lang="ja-JP" altLang="en-US" sz="120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425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Coolant	:</a:t>
            </a:r>
            <a:r>
              <a:rPr lang="ja-JP" altLang="en-US" sz="1200">
                <a:latin typeface="Meiryo UI" panose="020B0604030504040204" pitchFamily="50" charset="-128"/>
                <a:ea typeface="Meiryo UI" panose="020B0604030504040204" pitchFamily="50" charset="-128"/>
                <a:cs typeface="Meiryo UI" panose="020B0604030504040204" pitchFamily="50" charset="-128"/>
              </a:rPr>
              <a:t> 冷却水温による回転数の確認、設定ができます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425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Hydraulic	: </a:t>
            </a:r>
            <a:r>
              <a:rPr lang="ja-JP" altLang="en-US" sz="1200">
                <a:latin typeface="Meiryo UI" panose="020B0604030504040204" pitchFamily="50" charset="-128"/>
                <a:ea typeface="Meiryo UI" panose="020B0604030504040204" pitchFamily="50" charset="-128"/>
                <a:cs typeface="Meiryo UI" panose="020B0604030504040204" pitchFamily="50" charset="-128"/>
              </a:rPr>
              <a:t>作動油温度におる回転数の確認、設定ができます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425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④</a:t>
            </a:r>
            <a:r>
              <a:rPr lang="en-US" altLang="ja-JP" sz="1200">
                <a:latin typeface="Meiryo UI" panose="020B0604030504040204" pitchFamily="50" charset="-128"/>
                <a:ea typeface="Meiryo UI" panose="020B0604030504040204" pitchFamily="50" charset="-128"/>
                <a:cs typeface="Meiryo UI" panose="020B0604030504040204" pitchFamily="50" charset="-128"/>
              </a:rPr>
              <a:t>Ambient	: </a:t>
            </a:r>
            <a:r>
              <a:rPr lang="ja-JP" altLang="en-US" sz="1200">
                <a:latin typeface="Meiryo UI" panose="020B0604030504040204" pitchFamily="50" charset="-128"/>
                <a:ea typeface="Meiryo UI" panose="020B0604030504040204" pitchFamily="50" charset="-128"/>
                <a:cs typeface="Meiryo UI" panose="020B0604030504040204" pitchFamily="50" charset="-128"/>
              </a:rPr>
              <a:t>新規温度による電流値の確認、設定ができます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425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⑤</a:t>
            </a:r>
            <a:r>
              <a:rPr lang="en-US" altLang="ja-JP" sz="1200">
                <a:latin typeface="Meiryo UI" panose="020B0604030504040204" pitchFamily="50" charset="-128"/>
                <a:ea typeface="Meiryo UI" panose="020B0604030504040204" pitchFamily="50" charset="-128"/>
                <a:cs typeface="Meiryo UI" panose="020B0604030504040204" pitchFamily="50" charset="-128"/>
              </a:rPr>
              <a:t>A/C	:</a:t>
            </a:r>
            <a:r>
              <a:rPr lang="ja-JP" altLang="en-US" sz="1200">
                <a:latin typeface="Meiryo UI" panose="020B0604030504040204" pitchFamily="50" charset="-128"/>
                <a:ea typeface="Meiryo UI" panose="020B0604030504040204" pitchFamily="50" charset="-128"/>
                <a:cs typeface="Meiryo UI" panose="020B0604030504040204" pitchFamily="50" charset="-128"/>
              </a:rPr>
              <a:t> エアコン</a:t>
            </a:r>
            <a:r>
              <a:rPr lang="en-US" altLang="ja-JP" sz="1200">
                <a:latin typeface="Meiryo UI" panose="020B0604030504040204" pitchFamily="50" charset="-128"/>
                <a:ea typeface="Meiryo UI" panose="020B0604030504040204" pitchFamily="50" charset="-128"/>
                <a:cs typeface="Meiryo UI" panose="020B0604030504040204" pitchFamily="50" charset="-128"/>
              </a:rPr>
              <a:t>ON/OFF</a:t>
            </a:r>
            <a:r>
              <a:rPr lang="ja-JP" altLang="en-US" sz="1200">
                <a:latin typeface="Meiryo UI" panose="020B0604030504040204" pitchFamily="50" charset="-128"/>
                <a:ea typeface="Meiryo UI" panose="020B0604030504040204" pitchFamily="50" charset="-128"/>
                <a:cs typeface="Meiryo UI" panose="020B0604030504040204" pitchFamily="50" charset="-128"/>
              </a:rPr>
              <a:t>時の回転数の確認、設定ができます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425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⑥</a:t>
            </a:r>
            <a:r>
              <a:rPr lang="en-US" altLang="ja-JP" sz="1200">
                <a:latin typeface="Meiryo UI" panose="020B0604030504040204" pitchFamily="50" charset="-128"/>
                <a:ea typeface="Meiryo UI" panose="020B0604030504040204" pitchFamily="50" charset="-128"/>
                <a:cs typeface="Meiryo UI" panose="020B0604030504040204" pitchFamily="50" charset="-128"/>
              </a:rPr>
              <a:t>Reset	:</a:t>
            </a:r>
            <a:r>
              <a:rPr lang="ja-JP" altLang="en-US" sz="1200">
                <a:latin typeface="Meiryo UI" panose="020B0604030504040204" pitchFamily="50" charset="-128"/>
                <a:ea typeface="Meiryo UI" panose="020B0604030504040204" pitchFamily="50" charset="-128"/>
                <a:cs typeface="Meiryo UI" panose="020B0604030504040204" pitchFamily="50" charset="-128"/>
              </a:rPr>
              <a:t> 油圧ファンドライブの設定を初期値に戻します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17" name="グループ化 16"/>
          <p:cNvGrpSpPr/>
          <p:nvPr/>
        </p:nvGrpSpPr>
        <p:grpSpPr>
          <a:xfrm>
            <a:off x="2822213" y="1515534"/>
            <a:ext cx="1002655" cy="288000"/>
            <a:chOff x="5643361" y="819940"/>
            <a:chExt cx="1002655" cy="288000"/>
          </a:xfrm>
        </p:grpSpPr>
        <p:sp>
          <p:nvSpPr>
            <p:cNvPr id="18" name="角丸四角形 17"/>
            <p:cNvSpPr/>
            <p:nvPr/>
          </p:nvSpPr>
          <p:spPr>
            <a:xfrm>
              <a:off x="6053297" y="844281"/>
              <a:ext cx="592719" cy="23931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9" name="直線矢印コネクタ 18"/>
            <p:cNvCxnSpPr>
              <a:stCxn id="20" idx="6"/>
              <a:endCxn id="18" idx="1"/>
            </p:cNvCxnSpPr>
            <p:nvPr/>
          </p:nvCxnSpPr>
          <p:spPr>
            <a:xfrm>
              <a:off x="5931361" y="963940"/>
              <a:ext cx="121936" cy="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円/楕円 19"/>
            <p:cNvSpPr/>
            <p:nvPr/>
          </p:nvSpPr>
          <p:spPr>
            <a:xfrm>
              <a:off x="5643361" y="819940"/>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grpSp>
        <p:nvGrpSpPr>
          <p:cNvPr id="28" name="グループ化 27"/>
          <p:cNvGrpSpPr/>
          <p:nvPr/>
        </p:nvGrpSpPr>
        <p:grpSpPr>
          <a:xfrm>
            <a:off x="2822213" y="1804459"/>
            <a:ext cx="1002655" cy="288000"/>
            <a:chOff x="5643361" y="819940"/>
            <a:chExt cx="1002655" cy="288000"/>
          </a:xfrm>
        </p:grpSpPr>
        <p:sp>
          <p:nvSpPr>
            <p:cNvPr id="29" name="角丸四角形 28"/>
            <p:cNvSpPr/>
            <p:nvPr/>
          </p:nvSpPr>
          <p:spPr>
            <a:xfrm>
              <a:off x="6053297" y="844281"/>
              <a:ext cx="592719" cy="23931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0" name="直線矢印コネクタ 29"/>
            <p:cNvCxnSpPr>
              <a:stCxn id="31" idx="6"/>
              <a:endCxn id="29" idx="1"/>
            </p:cNvCxnSpPr>
            <p:nvPr/>
          </p:nvCxnSpPr>
          <p:spPr>
            <a:xfrm>
              <a:off x="5931361" y="963940"/>
              <a:ext cx="121936" cy="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円/楕円 30"/>
            <p:cNvSpPr/>
            <p:nvPr/>
          </p:nvSpPr>
          <p:spPr>
            <a:xfrm>
              <a:off x="5643361" y="819940"/>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38" name="グループ化 37"/>
          <p:cNvGrpSpPr/>
          <p:nvPr/>
        </p:nvGrpSpPr>
        <p:grpSpPr>
          <a:xfrm>
            <a:off x="2822213" y="2093384"/>
            <a:ext cx="1002655" cy="288000"/>
            <a:chOff x="5643361" y="819940"/>
            <a:chExt cx="1002655" cy="288000"/>
          </a:xfrm>
        </p:grpSpPr>
        <p:sp>
          <p:nvSpPr>
            <p:cNvPr id="39" name="角丸四角形 38"/>
            <p:cNvSpPr/>
            <p:nvPr/>
          </p:nvSpPr>
          <p:spPr>
            <a:xfrm>
              <a:off x="6053297" y="844281"/>
              <a:ext cx="592719" cy="23931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41" name="直線矢印コネクタ 40"/>
            <p:cNvCxnSpPr>
              <a:stCxn id="42" idx="6"/>
              <a:endCxn id="39" idx="1"/>
            </p:cNvCxnSpPr>
            <p:nvPr/>
          </p:nvCxnSpPr>
          <p:spPr>
            <a:xfrm>
              <a:off x="5931361" y="963940"/>
              <a:ext cx="121936" cy="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2" name="円/楕円 41"/>
            <p:cNvSpPr/>
            <p:nvPr/>
          </p:nvSpPr>
          <p:spPr>
            <a:xfrm>
              <a:off x="5643361" y="819940"/>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4</a:t>
              </a:r>
              <a:endParaRPr lang="ja-JP" altLang="en-US" sz="1800">
                <a:solidFill>
                  <a:srgbClr val="FF0000"/>
                </a:solidFill>
              </a:endParaRPr>
            </a:p>
          </p:txBody>
        </p:sp>
      </p:grpSp>
      <p:grpSp>
        <p:nvGrpSpPr>
          <p:cNvPr id="43" name="グループ化 42"/>
          <p:cNvGrpSpPr/>
          <p:nvPr/>
        </p:nvGrpSpPr>
        <p:grpSpPr>
          <a:xfrm>
            <a:off x="2822213" y="2385484"/>
            <a:ext cx="1002655" cy="288000"/>
            <a:chOff x="5643361" y="819940"/>
            <a:chExt cx="1002655" cy="288000"/>
          </a:xfrm>
        </p:grpSpPr>
        <p:sp>
          <p:nvSpPr>
            <p:cNvPr id="44" name="角丸四角形 43"/>
            <p:cNvSpPr/>
            <p:nvPr/>
          </p:nvSpPr>
          <p:spPr>
            <a:xfrm>
              <a:off x="6053297" y="844281"/>
              <a:ext cx="592719" cy="23931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45" name="直線矢印コネクタ 44"/>
            <p:cNvCxnSpPr>
              <a:stCxn id="46" idx="6"/>
              <a:endCxn id="44" idx="1"/>
            </p:cNvCxnSpPr>
            <p:nvPr/>
          </p:nvCxnSpPr>
          <p:spPr>
            <a:xfrm>
              <a:off x="5931361" y="963940"/>
              <a:ext cx="121936" cy="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6" name="円/楕円 45"/>
            <p:cNvSpPr/>
            <p:nvPr/>
          </p:nvSpPr>
          <p:spPr>
            <a:xfrm>
              <a:off x="5643361" y="819940"/>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5</a:t>
              </a:r>
              <a:endParaRPr lang="ja-JP" altLang="en-US" sz="1800">
                <a:solidFill>
                  <a:srgbClr val="FF0000"/>
                </a:solidFill>
              </a:endParaRPr>
            </a:p>
          </p:txBody>
        </p:sp>
      </p:grpSp>
      <p:grpSp>
        <p:nvGrpSpPr>
          <p:cNvPr id="47" name="グループ化 46"/>
          <p:cNvGrpSpPr/>
          <p:nvPr/>
        </p:nvGrpSpPr>
        <p:grpSpPr>
          <a:xfrm>
            <a:off x="4104719" y="2993231"/>
            <a:ext cx="1522968" cy="346075"/>
            <a:chOff x="5590780" y="844281"/>
            <a:chExt cx="1522968" cy="346075"/>
          </a:xfrm>
        </p:grpSpPr>
        <p:sp>
          <p:nvSpPr>
            <p:cNvPr id="48" name="角丸四角形 47"/>
            <p:cNvSpPr/>
            <p:nvPr/>
          </p:nvSpPr>
          <p:spPr>
            <a:xfrm>
              <a:off x="6053297" y="844281"/>
              <a:ext cx="1060451" cy="34607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49" name="直線矢印コネクタ 48"/>
            <p:cNvCxnSpPr>
              <a:stCxn id="50" idx="6"/>
              <a:endCxn id="48" idx="1"/>
            </p:cNvCxnSpPr>
            <p:nvPr/>
          </p:nvCxnSpPr>
          <p:spPr>
            <a:xfrm>
              <a:off x="5878780" y="1017318"/>
              <a:ext cx="174517" cy="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 name="円/楕円 49"/>
            <p:cNvSpPr/>
            <p:nvPr/>
          </p:nvSpPr>
          <p:spPr>
            <a:xfrm>
              <a:off x="5590780" y="873318"/>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6</a:t>
              </a:r>
              <a:endParaRPr lang="ja-JP" altLang="en-US" sz="1800">
                <a:solidFill>
                  <a:srgbClr val="FF0000"/>
                </a:solidFill>
              </a:endParaRPr>
            </a:p>
          </p:txBody>
        </p:sp>
      </p:grpSp>
    </p:spTree>
    <p:extLst>
      <p:ext uri="{BB962C8B-B14F-4D97-AF65-F5344CB8AC3E}">
        <p14:creationId xmlns:p14="http://schemas.microsoft.com/office/powerpoint/2010/main" val="42031039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69" y="479425"/>
            <a:ext cx="6119996" cy="4247998"/>
          </a:xfrm>
          <a:prstGeom prst="rect">
            <a:avLst/>
          </a:prstGeom>
        </p:spPr>
      </p:pic>
      <p:sp>
        <p:nvSpPr>
          <p:cNvPr id="4" name="テキスト ボックス 3"/>
          <p:cNvSpPr txBox="1"/>
          <p:nvPr/>
        </p:nvSpPr>
        <p:spPr>
          <a:xfrm>
            <a:off x="312430" y="79315"/>
            <a:ext cx="4059573"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Fan</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drive</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setting(coolant)</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sp>
        <p:nvSpPr>
          <p:cNvPr id="40" name="テキスト ボックス 39"/>
          <p:cNvSpPr txBox="1"/>
          <p:nvPr/>
        </p:nvSpPr>
        <p:spPr>
          <a:xfrm>
            <a:off x="6688138" y="475325"/>
            <a:ext cx="5928569" cy="2000548"/>
          </a:xfrm>
          <a:prstGeom prst="rect">
            <a:avLst/>
          </a:prstGeom>
          <a:solidFill>
            <a:schemeClr val="bg1"/>
          </a:solidFill>
          <a:ln w="635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クーラント温度による油圧ファンの目標回転数の確認、設定ができます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Signal</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area</a:t>
            </a:r>
          </a:p>
          <a:p>
            <a:pPr marL="180000">
              <a:tabLst>
                <a:tab pos="3556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X	:</a:t>
            </a:r>
            <a:r>
              <a:rPr lang="ja-JP" altLang="en-US" sz="1200">
                <a:latin typeface="Meiryo UI" panose="020B0604030504040204" pitchFamily="50" charset="-128"/>
                <a:ea typeface="Meiryo UI" panose="020B0604030504040204" pitchFamily="50" charset="-128"/>
                <a:cs typeface="Meiryo UI" panose="020B0604030504040204" pitchFamily="50" charset="-128"/>
              </a:rPr>
              <a:t> クーラント温度</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3556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Y	:</a:t>
            </a:r>
            <a:r>
              <a:rPr lang="ja-JP" altLang="en-US" sz="1200">
                <a:latin typeface="Meiryo UI" panose="020B0604030504040204" pitchFamily="50" charset="-128"/>
                <a:ea typeface="Meiryo UI" panose="020B0604030504040204" pitchFamily="50" charset="-128"/>
                <a:cs typeface="Meiryo UI" panose="020B0604030504040204" pitchFamily="50" charset="-128"/>
              </a:rPr>
              <a:t> 油圧ファンの目標回転数</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9060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Back	:</a:t>
            </a:r>
            <a:r>
              <a:rPr lang="ja-JP" altLang="en-US" sz="1200">
                <a:latin typeface="Meiryo UI" panose="020B0604030504040204" pitchFamily="50" charset="-128"/>
                <a:ea typeface="Meiryo UI" panose="020B0604030504040204" pitchFamily="50" charset="-128"/>
                <a:cs typeface="Meiryo UI" panose="020B0604030504040204" pitchFamily="50" charset="-128"/>
              </a:rPr>
              <a:t> 油圧ファンドライブ画面に戻ります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9060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変更した値を反映させます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9060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6" name="グループ化 25"/>
          <p:cNvGrpSpPr/>
          <p:nvPr/>
        </p:nvGrpSpPr>
        <p:grpSpPr>
          <a:xfrm>
            <a:off x="3028936" y="337258"/>
            <a:ext cx="741835" cy="728258"/>
            <a:chOff x="6028504" y="355342"/>
            <a:chExt cx="741835" cy="728258"/>
          </a:xfrm>
        </p:grpSpPr>
        <p:sp>
          <p:nvSpPr>
            <p:cNvPr id="27" name="角丸四角形 26"/>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2" name="直線矢印コネクタ 31"/>
            <p:cNvCxnSpPr>
              <a:stCxn id="33" idx="4"/>
              <a:endCxn id="27"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円/楕円 32"/>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34" name="グループ化 33"/>
          <p:cNvGrpSpPr/>
          <p:nvPr/>
        </p:nvGrpSpPr>
        <p:grpSpPr>
          <a:xfrm>
            <a:off x="2259502" y="337258"/>
            <a:ext cx="741835" cy="728258"/>
            <a:chOff x="6028504" y="355342"/>
            <a:chExt cx="741835" cy="728258"/>
          </a:xfrm>
        </p:grpSpPr>
        <p:sp>
          <p:nvSpPr>
            <p:cNvPr id="35" name="角丸四角形 34"/>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6" name="直線矢印コネクタ 35"/>
            <p:cNvCxnSpPr>
              <a:stCxn id="37" idx="4"/>
              <a:endCxn id="35"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円/楕円 36"/>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spTree>
    <p:extLst>
      <p:ext uri="{BB962C8B-B14F-4D97-AF65-F5344CB8AC3E}">
        <p14:creationId xmlns:p14="http://schemas.microsoft.com/office/powerpoint/2010/main" val="34599433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69" y="479425"/>
            <a:ext cx="6119996" cy="4247997"/>
          </a:xfrm>
          <a:prstGeom prst="rect">
            <a:avLst/>
          </a:prstGeom>
        </p:spPr>
      </p:pic>
      <p:sp>
        <p:nvSpPr>
          <p:cNvPr id="4" name="テキスト ボックス 3"/>
          <p:cNvSpPr txBox="1"/>
          <p:nvPr/>
        </p:nvSpPr>
        <p:spPr>
          <a:xfrm>
            <a:off x="312430" y="79315"/>
            <a:ext cx="4269695"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Fan</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drive</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setting(Hydraulic)</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sp>
        <p:nvSpPr>
          <p:cNvPr id="40" name="テキスト ボックス 39"/>
          <p:cNvSpPr txBox="1"/>
          <p:nvPr/>
        </p:nvSpPr>
        <p:spPr>
          <a:xfrm>
            <a:off x="6688138" y="475325"/>
            <a:ext cx="5928569" cy="2000548"/>
          </a:xfrm>
          <a:prstGeom prst="rect">
            <a:avLst/>
          </a:prstGeom>
          <a:solidFill>
            <a:schemeClr val="bg1"/>
          </a:solidFill>
          <a:ln w="635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作動油温度による油圧ファンの目標回転数の確認、設定ができます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Signal</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area</a:t>
            </a:r>
          </a:p>
          <a:p>
            <a:pPr marL="180000">
              <a:tabLst>
                <a:tab pos="3556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X	:</a:t>
            </a:r>
            <a:r>
              <a:rPr lang="ja-JP" altLang="en-US" sz="1200">
                <a:latin typeface="Meiryo UI" panose="020B0604030504040204" pitchFamily="50" charset="-128"/>
                <a:ea typeface="Meiryo UI" panose="020B0604030504040204" pitchFamily="50" charset="-128"/>
                <a:cs typeface="Meiryo UI" panose="020B0604030504040204" pitchFamily="50" charset="-128"/>
              </a:rPr>
              <a:t> 作動油温度</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3556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Y	:</a:t>
            </a:r>
            <a:r>
              <a:rPr lang="ja-JP" altLang="en-US" sz="1200">
                <a:latin typeface="Meiryo UI" panose="020B0604030504040204" pitchFamily="50" charset="-128"/>
                <a:ea typeface="Meiryo UI" panose="020B0604030504040204" pitchFamily="50" charset="-128"/>
                <a:cs typeface="Meiryo UI" panose="020B0604030504040204" pitchFamily="50" charset="-128"/>
              </a:rPr>
              <a:t> 油圧ファンの目標回転数</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9060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Back	:</a:t>
            </a:r>
            <a:r>
              <a:rPr lang="ja-JP" altLang="en-US" sz="1200">
                <a:latin typeface="Meiryo UI" panose="020B0604030504040204" pitchFamily="50" charset="-128"/>
                <a:ea typeface="Meiryo UI" panose="020B0604030504040204" pitchFamily="50" charset="-128"/>
                <a:cs typeface="Meiryo UI" panose="020B0604030504040204" pitchFamily="50" charset="-128"/>
              </a:rPr>
              <a:t> 油圧ファンドライブ画面に戻ります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9060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変更した値を反映させます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9060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6" name="グループ化 25"/>
          <p:cNvGrpSpPr/>
          <p:nvPr/>
        </p:nvGrpSpPr>
        <p:grpSpPr>
          <a:xfrm>
            <a:off x="3028936" y="337258"/>
            <a:ext cx="741835" cy="728258"/>
            <a:chOff x="6028504" y="355342"/>
            <a:chExt cx="741835" cy="728258"/>
          </a:xfrm>
        </p:grpSpPr>
        <p:sp>
          <p:nvSpPr>
            <p:cNvPr id="27" name="角丸四角形 26"/>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2" name="直線矢印コネクタ 31"/>
            <p:cNvCxnSpPr>
              <a:stCxn id="33" idx="4"/>
              <a:endCxn id="27"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円/楕円 32"/>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34" name="グループ化 33"/>
          <p:cNvGrpSpPr/>
          <p:nvPr/>
        </p:nvGrpSpPr>
        <p:grpSpPr>
          <a:xfrm>
            <a:off x="2259502" y="337258"/>
            <a:ext cx="741835" cy="728258"/>
            <a:chOff x="6028504" y="355342"/>
            <a:chExt cx="741835" cy="728258"/>
          </a:xfrm>
        </p:grpSpPr>
        <p:sp>
          <p:nvSpPr>
            <p:cNvPr id="35" name="角丸四角形 34"/>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6" name="直線矢印コネクタ 35"/>
            <p:cNvCxnSpPr>
              <a:stCxn id="37" idx="4"/>
              <a:endCxn id="35"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円/楕円 36"/>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spTree>
    <p:extLst>
      <p:ext uri="{BB962C8B-B14F-4D97-AF65-F5344CB8AC3E}">
        <p14:creationId xmlns:p14="http://schemas.microsoft.com/office/powerpoint/2010/main" val="36989108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69" y="479425"/>
            <a:ext cx="6119995" cy="4247997"/>
          </a:xfrm>
          <a:prstGeom prst="rect">
            <a:avLst/>
          </a:prstGeom>
        </p:spPr>
      </p:pic>
      <p:sp>
        <p:nvSpPr>
          <p:cNvPr id="4" name="テキスト ボックス 3"/>
          <p:cNvSpPr txBox="1"/>
          <p:nvPr/>
        </p:nvSpPr>
        <p:spPr>
          <a:xfrm>
            <a:off x="312430" y="79315"/>
            <a:ext cx="4054764"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Fan</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drive</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setting(Ambient)</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sp>
        <p:nvSpPr>
          <p:cNvPr id="40" name="テキスト ボックス 39"/>
          <p:cNvSpPr txBox="1"/>
          <p:nvPr/>
        </p:nvSpPr>
        <p:spPr>
          <a:xfrm>
            <a:off x="6688138" y="475325"/>
            <a:ext cx="5928569" cy="2000548"/>
          </a:xfrm>
          <a:prstGeom prst="rect">
            <a:avLst/>
          </a:prstGeom>
          <a:solidFill>
            <a:schemeClr val="bg1"/>
          </a:solidFill>
          <a:ln w="635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大気温度による油圧ファンの目標回転数の確認、設定ができます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Signal</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area</a:t>
            </a:r>
          </a:p>
          <a:p>
            <a:pPr marL="180000">
              <a:tabLst>
                <a:tab pos="3556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X	:</a:t>
            </a:r>
            <a:r>
              <a:rPr lang="ja-JP" altLang="en-US" sz="1200">
                <a:latin typeface="Meiryo UI" panose="020B0604030504040204" pitchFamily="50" charset="-128"/>
                <a:ea typeface="Meiryo UI" panose="020B0604030504040204" pitchFamily="50" charset="-128"/>
                <a:cs typeface="Meiryo UI" panose="020B0604030504040204" pitchFamily="50" charset="-128"/>
              </a:rPr>
              <a:t> 大気温度</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3556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Y	:</a:t>
            </a:r>
            <a:r>
              <a:rPr lang="ja-JP" altLang="en-US" sz="1200">
                <a:latin typeface="Meiryo UI" panose="020B0604030504040204" pitchFamily="50" charset="-128"/>
                <a:ea typeface="Meiryo UI" panose="020B0604030504040204" pitchFamily="50" charset="-128"/>
                <a:cs typeface="Meiryo UI" panose="020B0604030504040204" pitchFamily="50" charset="-128"/>
              </a:rPr>
              <a:t> 油圧ファンの目標回転数</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9060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Back	:</a:t>
            </a:r>
            <a:r>
              <a:rPr lang="ja-JP" altLang="en-US" sz="1200">
                <a:latin typeface="Meiryo UI" panose="020B0604030504040204" pitchFamily="50" charset="-128"/>
                <a:ea typeface="Meiryo UI" panose="020B0604030504040204" pitchFamily="50" charset="-128"/>
                <a:cs typeface="Meiryo UI" panose="020B0604030504040204" pitchFamily="50" charset="-128"/>
              </a:rPr>
              <a:t> 油圧ファンドライブ画面に戻ります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9060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変更した値を反映させます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9060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6" name="グループ化 25"/>
          <p:cNvGrpSpPr/>
          <p:nvPr/>
        </p:nvGrpSpPr>
        <p:grpSpPr>
          <a:xfrm>
            <a:off x="3028936" y="337258"/>
            <a:ext cx="741835" cy="728258"/>
            <a:chOff x="6028504" y="355342"/>
            <a:chExt cx="741835" cy="728258"/>
          </a:xfrm>
        </p:grpSpPr>
        <p:sp>
          <p:nvSpPr>
            <p:cNvPr id="27" name="角丸四角形 26"/>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2" name="直線矢印コネクタ 31"/>
            <p:cNvCxnSpPr>
              <a:stCxn id="33" idx="4"/>
              <a:endCxn id="27"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円/楕円 32"/>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34" name="グループ化 33"/>
          <p:cNvGrpSpPr/>
          <p:nvPr/>
        </p:nvGrpSpPr>
        <p:grpSpPr>
          <a:xfrm>
            <a:off x="2259502" y="337258"/>
            <a:ext cx="741835" cy="728258"/>
            <a:chOff x="6028504" y="355342"/>
            <a:chExt cx="741835" cy="728258"/>
          </a:xfrm>
        </p:grpSpPr>
        <p:sp>
          <p:nvSpPr>
            <p:cNvPr id="35" name="角丸四角形 34"/>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6" name="直線矢印コネクタ 35"/>
            <p:cNvCxnSpPr>
              <a:stCxn id="37" idx="4"/>
              <a:endCxn id="35"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円/楕円 36"/>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spTree>
    <p:extLst>
      <p:ext uri="{BB962C8B-B14F-4D97-AF65-F5344CB8AC3E}">
        <p14:creationId xmlns:p14="http://schemas.microsoft.com/office/powerpoint/2010/main" val="22727486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69" y="479425"/>
            <a:ext cx="6119995" cy="4247996"/>
          </a:xfrm>
          <a:prstGeom prst="rect">
            <a:avLst/>
          </a:prstGeom>
        </p:spPr>
      </p:pic>
      <p:sp>
        <p:nvSpPr>
          <p:cNvPr id="4" name="テキスト ボックス 3"/>
          <p:cNvSpPr txBox="1"/>
          <p:nvPr/>
        </p:nvSpPr>
        <p:spPr>
          <a:xfrm>
            <a:off x="312430" y="79315"/>
            <a:ext cx="3569054"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Fan</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drive</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setting(A/C)</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sp>
        <p:nvSpPr>
          <p:cNvPr id="40" name="テキスト ボックス 39"/>
          <p:cNvSpPr txBox="1"/>
          <p:nvPr/>
        </p:nvSpPr>
        <p:spPr>
          <a:xfrm>
            <a:off x="6688138" y="475325"/>
            <a:ext cx="5928569" cy="2000548"/>
          </a:xfrm>
          <a:prstGeom prst="rect">
            <a:avLst/>
          </a:prstGeom>
          <a:solidFill>
            <a:schemeClr val="bg1"/>
          </a:solidFill>
          <a:ln w="635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エアコン</a:t>
            </a:r>
            <a:r>
              <a:rPr lang="en-US" altLang="ja-JP" sz="1200">
                <a:latin typeface="Meiryo UI" panose="020B0604030504040204" pitchFamily="50" charset="-128"/>
                <a:ea typeface="Meiryo UI" panose="020B0604030504040204" pitchFamily="50" charset="-128"/>
                <a:cs typeface="Meiryo UI" panose="020B0604030504040204" pitchFamily="50" charset="-128"/>
              </a:rPr>
              <a:t>ON</a:t>
            </a:r>
            <a:r>
              <a:rPr lang="ja-JP" altLang="en-US" sz="1200">
                <a:latin typeface="Meiryo UI" panose="020B0604030504040204" pitchFamily="50" charset="-128"/>
                <a:ea typeface="Meiryo UI" panose="020B0604030504040204" pitchFamily="50" charset="-128"/>
                <a:cs typeface="Meiryo UI" panose="020B0604030504040204" pitchFamily="50" charset="-128"/>
              </a:rPr>
              <a:t>の時、大気温度による油圧ファンの目標回転数の確認、設定ができます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Signal</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area</a:t>
            </a:r>
          </a:p>
          <a:p>
            <a:pPr marL="180000">
              <a:tabLst>
                <a:tab pos="3556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X	:</a:t>
            </a:r>
            <a:r>
              <a:rPr lang="ja-JP" altLang="en-US" sz="1200">
                <a:latin typeface="Meiryo UI" panose="020B0604030504040204" pitchFamily="50" charset="-128"/>
                <a:ea typeface="Meiryo UI" panose="020B0604030504040204" pitchFamily="50" charset="-128"/>
                <a:cs typeface="Meiryo UI" panose="020B0604030504040204" pitchFamily="50" charset="-128"/>
              </a:rPr>
              <a:t> 大気温度</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3556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Y	:</a:t>
            </a:r>
            <a:r>
              <a:rPr lang="ja-JP" altLang="en-US" sz="1200">
                <a:latin typeface="Meiryo UI" panose="020B0604030504040204" pitchFamily="50" charset="-128"/>
                <a:ea typeface="Meiryo UI" panose="020B0604030504040204" pitchFamily="50" charset="-128"/>
                <a:cs typeface="Meiryo UI" panose="020B0604030504040204" pitchFamily="50" charset="-128"/>
              </a:rPr>
              <a:t> 油圧ファンの目標回転数</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9060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Back	:</a:t>
            </a:r>
            <a:r>
              <a:rPr lang="ja-JP" altLang="en-US" sz="1200">
                <a:latin typeface="Meiryo UI" panose="020B0604030504040204" pitchFamily="50" charset="-128"/>
                <a:ea typeface="Meiryo UI" panose="020B0604030504040204" pitchFamily="50" charset="-128"/>
                <a:cs typeface="Meiryo UI" panose="020B0604030504040204" pitchFamily="50" charset="-128"/>
              </a:rPr>
              <a:t> 油圧ファンドライブ画面に戻ります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9060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変更した値を反映させます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9060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6" name="グループ化 25"/>
          <p:cNvGrpSpPr/>
          <p:nvPr/>
        </p:nvGrpSpPr>
        <p:grpSpPr>
          <a:xfrm>
            <a:off x="3028936" y="337258"/>
            <a:ext cx="741835" cy="728258"/>
            <a:chOff x="6028504" y="355342"/>
            <a:chExt cx="741835" cy="728258"/>
          </a:xfrm>
        </p:grpSpPr>
        <p:sp>
          <p:nvSpPr>
            <p:cNvPr id="27" name="角丸四角形 26"/>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2" name="直線矢印コネクタ 31"/>
            <p:cNvCxnSpPr>
              <a:stCxn id="33" idx="4"/>
              <a:endCxn id="27"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円/楕円 32"/>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34" name="グループ化 33"/>
          <p:cNvGrpSpPr/>
          <p:nvPr/>
        </p:nvGrpSpPr>
        <p:grpSpPr>
          <a:xfrm>
            <a:off x="2259502" y="337258"/>
            <a:ext cx="741835" cy="728258"/>
            <a:chOff x="6028504" y="355342"/>
            <a:chExt cx="741835" cy="728258"/>
          </a:xfrm>
        </p:grpSpPr>
        <p:sp>
          <p:nvSpPr>
            <p:cNvPr id="35" name="角丸四角形 34"/>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6" name="直線矢印コネクタ 35"/>
            <p:cNvCxnSpPr>
              <a:stCxn id="37" idx="4"/>
              <a:endCxn id="35"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円/楕円 36"/>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spTree>
    <p:extLst>
      <p:ext uri="{BB962C8B-B14F-4D97-AF65-F5344CB8AC3E}">
        <p14:creationId xmlns:p14="http://schemas.microsoft.com/office/powerpoint/2010/main" val="34904707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69" y="479425"/>
            <a:ext cx="6119996" cy="4247998"/>
          </a:xfrm>
          <a:prstGeom prst="rect">
            <a:avLst/>
          </a:prstGeom>
        </p:spPr>
      </p:pic>
      <p:sp>
        <p:nvSpPr>
          <p:cNvPr id="4" name="テキスト ボックス 3"/>
          <p:cNvSpPr txBox="1"/>
          <p:nvPr/>
        </p:nvSpPr>
        <p:spPr>
          <a:xfrm>
            <a:off x="312430" y="79315"/>
            <a:ext cx="2772106"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Auto</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reverse</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fan</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sp>
        <p:nvSpPr>
          <p:cNvPr id="40" name="テキスト ボックス 39"/>
          <p:cNvSpPr txBox="1"/>
          <p:nvPr/>
        </p:nvSpPr>
        <p:spPr>
          <a:xfrm>
            <a:off x="6688138" y="475325"/>
            <a:ext cx="5928569" cy="4278094"/>
          </a:xfrm>
          <a:prstGeom prst="rect">
            <a:avLst/>
          </a:prstGeom>
          <a:solidFill>
            <a:schemeClr val="bg1"/>
          </a:solidFill>
          <a:ln w="635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逆回転ファンに関する機能の確認と設定ができます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Status</a:t>
            </a:r>
          </a:p>
          <a:p>
            <a:pPr marL="180000">
              <a:tabLst>
                <a:tab pos="17018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Fan</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target speed	:</a:t>
            </a:r>
            <a:r>
              <a:rPr lang="ja-JP" altLang="en-US" sz="1200">
                <a:latin typeface="Meiryo UI" panose="020B0604030504040204" pitchFamily="50" charset="-128"/>
                <a:ea typeface="Meiryo UI" panose="020B0604030504040204" pitchFamily="50" charset="-128"/>
                <a:cs typeface="Meiryo UI" panose="020B0604030504040204" pitchFamily="50" charset="-128"/>
              </a:rPr>
              <a:t> 油圧ファンの目標回転数を表示します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7018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Interval timer	:</a:t>
            </a:r>
            <a:r>
              <a:rPr lang="ja-JP" altLang="en-US" sz="1200">
                <a:latin typeface="Meiryo UI" panose="020B0604030504040204" pitchFamily="50" charset="-128"/>
                <a:ea typeface="Meiryo UI" panose="020B0604030504040204" pitchFamily="50" charset="-128"/>
                <a:cs typeface="Meiryo UI" panose="020B0604030504040204" pitchFamily="50" charset="-128"/>
              </a:rPr>
              <a:t> 自動逆回転が開始されるまでの時間を表示します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7018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Reverse sequence	: </a:t>
            </a:r>
            <a:r>
              <a:rPr lang="ja-JP" altLang="en-US" sz="1200">
                <a:latin typeface="Meiryo UI" panose="020B0604030504040204" pitchFamily="50" charset="-128"/>
                <a:ea typeface="Meiryo UI" panose="020B0604030504040204" pitchFamily="50" charset="-128"/>
                <a:cs typeface="Meiryo UI" panose="020B0604030504040204" pitchFamily="50" charset="-128"/>
              </a:rPr>
              <a:t>逆回転が実行されているかを確認できます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7018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Reverse solenoid	: </a:t>
            </a:r>
            <a:r>
              <a:rPr lang="ja-JP" altLang="en-US" sz="1200">
                <a:latin typeface="Meiryo UI" panose="020B0604030504040204" pitchFamily="50" charset="-128"/>
                <a:ea typeface="Meiryo UI" panose="020B0604030504040204" pitchFamily="50" charset="-128"/>
                <a:cs typeface="Meiryo UI" panose="020B0604030504040204" pitchFamily="50" charset="-128"/>
              </a:rPr>
              <a:t>逆回転ソレノイドの出力を確認できます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2598738"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Parameters</a:t>
            </a:r>
          </a:p>
          <a:p>
            <a:pPr marL="180000">
              <a:tabLst>
                <a:tab pos="17018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Interval</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time	: </a:t>
            </a:r>
            <a:r>
              <a:rPr lang="ja-JP" altLang="en-US" sz="1200">
                <a:latin typeface="Meiryo UI" panose="020B0604030504040204" pitchFamily="50" charset="-128"/>
                <a:ea typeface="Meiryo UI" panose="020B0604030504040204" pitchFamily="50" charset="-128"/>
                <a:cs typeface="Meiryo UI" panose="020B0604030504040204" pitchFamily="50" charset="-128"/>
              </a:rPr>
              <a:t>自動逆回転を実行する間隔を設定します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7018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On time</a:t>
            </a:r>
            <a:r>
              <a:rPr lang="en-US" altLang="ja-JP" sz="1200" i="1">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 </a:t>
            </a:r>
            <a:r>
              <a:rPr lang="ja-JP" altLang="en-US" sz="1200">
                <a:latin typeface="Meiryo UI" panose="020B0604030504040204" pitchFamily="50" charset="-128"/>
                <a:ea typeface="Meiryo UI" panose="020B0604030504040204" pitchFamily="50" charset="-128"/>
                <a:cs typeface="Meiryo UI" panose="020B0604030504040204" pitchFamily="50" charset="-128"/>
              </a:rPr>
              <a:t>逆回転する時間を設定します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7018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Buzzer	:</a:t>
            </a:r>
            <a:r>
              <a:rPr lang="ja-JP" altLang="en-US" sz="1200">
                <a:latin typeface="Meiryo UI" panose="020B0604030504040204" pitchFamily="50" charset="-128"/>
                <a:ea typeface="Meiryo UI" panose="020B0604030504040204" pitchFamily="50" charset="-128"/>
                <a:cs typeface="Meiryo UI" panose="020B0604030504040204" pitchFamily="50" charset="-128"/>
              </a:rPr>
              <a:t> 自動逆回転開始時の警告ブザーを有効にします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9060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Home	:</a:t>
            </a:r>
            <a:r>
              <a:rPr lang="ja-JP" altLang="en-US" sz="120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9060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変更した値を反映させます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9060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90600" algn="l"/>
                <a:tab pos="152400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④</a:t>
            </a:r>
            <a:r>
              <a:rPr lang="en-US" altLang="ja-JP" sz="1200">
                <a:latin typeface="Meiryo UI" panose="020B0604030504040204" pitchFamily="50" charset="-128"/>
                <a:ea typeface="Meiryo UI" panose="020B0604030504040204" pitchFamily="50" charset="-128"/>
                <a:cs typeface="Meiryo UI" panose="020B0604030504040204" pitchFamily="50" charset="-128"/>
              </a:rPr>
              <a:t>Force</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operation	:</a:t>
            </a:r>
            <a:r>
              <a:rPr lang="ja-JP" altLang="en-US" sz="1200">
                <a:latin typeface="Meiryo UI" panose="020B0604030504040204" pitchFamily="50" charset="-128"/>
                <a:ea typeface="Meiryo UI" panose="020B0604030504040204" pitchFamily="50" charset="-128"/>
                <a:cs typeface="Meiryo UI" panose="020B0604030504040204" pitchFamily="50" charset="-128"/>
              </a:rPr>
              <a:t> 逆回転動作を開始します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90600" algn="l"/>
                <a:tab pos="152400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⑤</a:t>
            </a:r>
            <a:r>
              <a:rPr lang="en-US" altLang="ja-JP" sz="1200">
                <a:latin typeface="Meiryo UI" panose="020B0604030504040204" pitchFamily="50" charset="-128"/>
                <a:ea typeface="Meiryo UI" panose="020B0604030504040204" pitchFamily="50" charset="-128"/>
                <a:cs typeface="Meiryo UI" panose="020B0604030504040204" pitchFamily="50" charset="-128"/>
              </a:rPr>
              <a:t>Reset</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parameter	:</a:t>
            </a:r>
            <a:r>
              <a:rPr lang="ja-JP" altLang="en-US" sz="1200">
                <a:latin typeface="Meiryo UI" panose="020B0604030504040204" pitchFamily="50" charset="-128"/>
                <a:ea typeface="Meiryo UI" panose="020B0604030504040204" pitchFamily="50" charset="-128"/>
                <a:cs typeface="Meiryo UI" panose="020B0604030504040204" pitchFamily="50" charset="-128"/>
              </a:rPr>
              <a:t> 設定を初期値にもどします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6" name="グループ化 25"/>
          <p:cNvGrpSpPr/>
          <p:nvPr/>
        </p:nvGrpSpPr>
        <p:grpSpPr>
          <a:xfrm>
            <a:off x="3028936" y="337258"/>
            <a:ext cx="741835" cy="728258"/>
            <a:chOff x="6028504" y="355342"/>
            <a:chExt cx="741835" cy="728258"/>
          </a:xfrm>
        </p:grpSpPr>
        <p:sp>
          <p:nvSpPr>
            <p:cNvPr id="27" name="角丸四角形 26"/>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2" name="直線矢印コネクタ 31"/>
            <p:cNvCxnSpPr>
              <a:stCxn id="33" idx="4"/>
              <a:endCxn id="27"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円/楕円 32"/>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34" name="グループ化 33"/>
          <p:cNvGrpSpPr/>
          <p:nvPr/>
        </p:nvGrpSpPr>
        <p:grpSpPr>
          <a:xfrm>
            <a:off x="2259502" y="337258"/>
            <a:ext cx="741835" cy="728258"/>
            <a:chOff x="6028504" y="355342"/>
            <a:chExt cx="741835" cy="728258"/>
          </a:xfrm>
        </p:grpSpPr>
        <p:sp>
          <p:nvSpPr>
            <p:cNvPr id="35" name="角丸四角形 34"/>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6" name="直線矢印コネクタ 35"/>
            <p:cNvCxnSpPr>
              <a:stCxn id="37" idx="4"/>
              <a:endCxn id="35"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円/楕円 36"/>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grpSp>
        <p:nvGrpSpPr>
          <p:cNvPr id="17" name="グループ化 16"/>
          <p:cNvGrpSpPr/>
          <p:nvPr/>
        </p:nvGrpSpPr>
        <p:grpSpPr>
          <a:xfrm>
            <a:off x="481502" y="2745700"/>
            <a:ext cx="1613998" cy="737477"/>
            <a:chOff x="6028504" y="824337"/>
            <a:chExt cx="1613998" cy="737477"/>
          </a:xfrm>
        </p:grpSpPr>
        <p:sp>
          <p:nvSpPr>
            <p:cNvPr id="18" name="角丸四角形 17"/>
            <p:cNvSpPr/>
            <p:nvPr/>
          </p:nvSpPr>
          <p:spPr>
            <a:xfrm>
              <a:off x="6028504" y="824337"/>
              <a:ext cx="1613998" cy="34040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9" name="直線矢印コネクタ 18"/>
            <p:cNvCxnSpPr>
              <a:stCxn id="20" idx="0"/>
              <a:endCxn id="18" idx="2"/>
            </p:cNvCxnSpPr>
            <p:nvPr/>
          </p:nvCxnSpPr>
          <p:spPr>
            <a:xfrm flipV="1">
              <a:off x="6835503" y="1164737"/>
              <a:ext cx="0" cy="10907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円/楕円 19"/>
            <p:cNvSpPr/>
            <p:nvPr/>
          </p:nvSpPr>
          <p:spPr>
            <a:xfrm>
              <a:off x="6691503" y="1273814"/>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4</a:t>
              </a:r>
              <a:endParaRPr lang="ja-JP" altLang="en-US" sz="1800">
                <a:solidFill>
                  <a:srgbClr val="FF0000"/>
                </a:solidFill>
              </a:endParaRPr>
            </a:p>
          </p:txBody>
        </p:sp>
      </p:grpSp>
      <p:grpSp>
        <p:nvGrpSpPr>
          <p:cNvPr id="28" name="グループ化 27"/>
          <p:cNvGrpSpPr/>
          <p:nvPr/>
        </p:nvGrpSpPr>
        <p:grpSpPr>
          <a:xfrm>
            <a:off x="3158027" y="2459950"/>
            <a:ext cx="1166323" cy="770567"/>
            <a:chOff x="6028504" y="824337"/>
            <a:chExt cx="1166323" cy="770567"/>
          </a:xfrm>
        </p:grpSpPr>
        <p:sp>
          <p:nvSpPr>
            <p:cNvPr id="29" name="角丸四角形 28"/>
            <p:cNvSpPr/>
            <p:nvPr/>
          </p:nvSpPr>
          <p:spPr>
            <a:xfrm>
              <a:off x="6028504" y="824337"/>
              <a:ext cx="1166323" cy="34040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0" name="直線矢印コネクタ 29"/>
            <p:cNvCxnSpPr>
              <a:stCxn id="31" idx="0"/>
              <a:endCxn id="29" idx="2"/>
            </p:cNvCxnSpPr>
            <p:nvPr/>
          </p:nvCxnSpPr>
          <p:spPr>
            <a:xfrm flipV="1">
              <a:off x="6611665" y="1164737"/>
              <a:ext cx="1" cy="14216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円/楕円 30"/>
            <p:cNvSpPr/>
            <p:nvPr/>
          </p:nvSpPr>
          <p:spPr>
            <a:xfrm>
              <a:off x="6467665" y="1306904"/>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5</a:t>
              </a:r>
              <a:endParaRPr lang="ja-JP" altLang="en-US" sz="1800">
                <a:solidFill>
                  <a:srgbClr val="FF0000"/>
                </a:solidFill>
              </a:endParaRPr>
            </a:p>
          </p:txBody>
        </p:sp>
      </p:grpSp>
    </p:spTree>
    <p:extLst>
      <p:ext uri="{BB962C8B-B14F-4D97-AF65-F5344CB8AC3E}">
        <p14:creationId xmlns:p14="http://schemas.microsoft.com/office/powerpoint/2010/main" val="8481178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69" y="479425"/>
            <a:ext cx="6119996" cy="4247998"/>
          </a:xfrm>
          <a:prstGeom prst="rect">
            <a:avLst/>
          </a:prstGeom>
        </p:spPr>
      </p:pic>
      <p:sp>
        <p:nvSpPr>
          <p:cNvPr id="4" name="テキスト ボックス 3"/>
          <p:cNvSpPr txBox="1"/>
          <p:nvPr/>
        </p:nvSpPr>
        <p:spPr>
          <a:xfrm>
            <a:off x="312430" y="79315"/>
            <a:ext cx="2198615"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Auto</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grease</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sp>
        <p:nvSpPr>
          <p:cNvPr id="40" name="テキスト ボックス 39"/>
          <p:cNvSpPr txBox="1"/>
          <p:nvPr/>
        </p:nvSpPr>
        <p:spPr>
          <a:xfrm>
            <a:off x="6688138" y="475325"/>
            <a:ext cx="5928569" cy="2923877"/>
          </a:xfrm>
          <a:prstGeom prst="rect">
            <a:avLst/>
          </a:prstGeom>
          <a:solidFill>
            <a:schemeClr val="bg1"/>
          </a:solidFill>
          <a:ln w="635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オートグリスに関する機能の確認と設定ができます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Auto</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Grease</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Setup</a:t>
            </a: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Maximum configurable on time	: </a:t>
            </a:r>
            <a:r>
              <a:rPr lang="ja-JP" altLang="en-US" sz="1200">
                <a:latin typeface="Meiryo UI" panose="020B0604030504040204" pitchFamily="50" charset="-128"/>
                <a:ea typeface="Meiryo UI" panose="020B0604030504040204" pitchFamily="50" charset="-128"/>
                <a:cs typeface="Meiryo UI" panose="020B0604030504040204" pitchFamily="50" charset="-128"/>
              </a:rPr>
              <a:t>ディスプレイで設定可能な最大動作時間</a:t>
            </a: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Minimum configurable on time	: </a:t>
            </a:r>
            <a:r>
              <a:rPr lang="ja-JP" altLang="en-US" sz="1200">
                <a:latin typeface="Meiryo UI" panose="020B0604030504040204" pitchFamily="50" charset="-128"/>
                <a:ea typeface="Meiryo UI" panose="020B0604030504040204" pitchFamily="50" charset="-128"/>
                <a:cs typeface="Meiryo UI" panose="020B0604030504040204" pitchFamily="50" charset="-128"/>
              </a:rPr>
              <a:t>ディスプレイで設定可能な最小動作時間。</a:t>
            </a: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Set on time with maintenance tool	: </a:t>
            </a:r>
            <a:r>
              <a:rPr lang="ja-JP" altLang="en-US" sz="1200">
                <a:latin typeface="Meiryo UI" panose="020B0604030504040204" pitchFamily="50" charset="-128"/>
                <a:ea typeface="Meiryo UI" panose="020B0604030504040204" pitchFamily="50" charset="-128"/>
                <a:cs typeface="Meiryo UI" panose="020B0604030504040204" pitchFamily="50" charset="-128"/>
              </a:rPr>
              <a:t>グリスポンプの動作時間</a:t>
            </a: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Actual on time	: </a:t>
            </a:r>
            <a:r>
              <a:rPr lang="ja-JP" altLang="en-US" sz="1200">
                <a:latin typeface="Meiryo UI" panose="020B0604030504040204" pitchFamily="50" charset="-128"/>
                <a:ea typeface="Meiryo UI" panose="020B0604030504040204" pitchFamily="50" charset="-128"/>
                <a:cs typeface="Meiryo UI" panose="020B0604030504040204" pitchFamily="50" charset="-128"/>
              </a:rPr>
              <a:t>現在設定されている動作時間</a:t>
            </a: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Interval time	: </a:t>
            </a:r>
            <a:r>
              <a:rPr lang="ja-JP" altLang="en-US" sz="1200">
                <a:latin typeface="Meiryo UI" panose="020B0604030504040204" pitchFamily="50" charset="-128"/>
                <a:ea typeface="Meiryo UI" panose="020B0604030504040204" pitchFamily="50" charset="-128"/>
                <a:cs typeface="Meiryo UI" panose="020B0604030504040204" pitchFamily="50" charset="-128"/>
              </a:rPr>
              <a:t>グリスポンプの動作間隔時間</a:t>
            </a: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force supply	: </a:t>
            </a:r>
            <a:r>
              <a:rPr lang="ja-JP" altLang="en-US" sz="1200">
                <a:latin typeface="Meiryo UI" panose="020B0604030504040204" pitchFamily="50" charset="-128"/>
                <a:ea typeface="Meiryo UI" panose="020B0604030504040204" pitchFamily="50" charset="-128"/>
                <a:cs typeface="Meiryo UI" panose="020B0604030504040204" pitchFamily="50" charset="-128"/>
              </a:rPr>
              <a:t>グリスポンプの強制駆動を行います</a:t>
            </a:r>
          </a:p>
          <a:p>
            <a:pPr marL="180000">
              <a:tabLst>
                <a:tab pos="29622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time since last supply	: </a:t>
            </a:r>
            <a:r>
              <a:rPr lang="ja-JP" altLang="en-US" sz="1200">
                <a:latin typeface="Meiryo UI" panose="020B0604030504040204" pitchFamily="50" charset="-128"/>
                <a:ea typeface="Meiryo UI" panose="020B0604030504040204" pitchFamily="50" charset="-128"/>
                <a:cs typeface="Meiryo UI" panose="020B0604030504040204" pitchFamily="50" charset="-128"/>
              </a:rPr>
              <a:t>最後にグリスを供給してからの時間</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9060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Home	: </a:t>
            </a:r>
            <a:r>
              <a:rPr lang="ja-JP" altLang="en-US" sz="1200">
                <a:latin typeface="Meiryo UI" panose="020B0604030504040204" pitchFamily="50" charset="-128"/>
                <a:ea typeface="Meiryo UI" panose="020B0604030504040204" pitchFamily="50" charset="-128"/>
                <a:cs typeface="Meiryo UI" panose="020B0604030504040204" pitchFamily="50" charset="-128"/>
              </a:rPr>
              <a:t>ホーム画面に戻ります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9060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 </a:t>
            </a:r>
            <a:r>
              <a:rPr lang="ja-JP" altLang="en-US" sz="1200">
                <a:latin typeface="Meiryo UI" panose="020B0604030504040204" pitchFamily="50" charset="-128"/>
                <a:ea typeface="Meiryo UI" panose="020B0604030504040204" pitchFamily="50" charset="-128"/>
                <a:cs typeface="Meiryo UI" panose="020B0604030504040204" pitchFamily="50" charset="-128"/>
              </a:rPr>
              <a:t>変更した値を反映させます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9060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 </a:t>
            </a:r>
            <a:r>
              <a:rPr lang="ja-JP" altLang="en-US" sz="1200">
                <a:latin typeface="Meiryo UI" panose="020B0604030504040204" pitchFamily="50" charset="-128"/>
                <a:ea typeface="Meiryo UI" panose="020B0604030504040204" pitchFamily="50" charset="-128"/>
                <a:cs typeface="Meiryo UI" panose="020B0604030504040204" pitchFamily="50" charset="-128"/>
              </a:rPr>
              <a:t>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6" name="グループ化 25"/>
          <p:cNvGrpSpPr/>
          <p:nvPr/>
        </p:nvGrpSpPr>
        <p:grpSpPr>
          <a:xfrm>
            <a:off x="3028936" y="337258"/>
            <a:ext cx="741835" cy="728258"/>
            <a:chOff x="6028504" y="355342"/>
            <a:chExt cx="741835" cy="728258"/>
          </a:xfrm>
        </p:grpSpPr>
        <p:sp>
          <p:nvSpPr>
            <p:cNvPr id="27" name="角丸四角形 26"/>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2" name="直線矢印コネクタ 31"/>
            <p:cNvCxnSpPr>
              <a:stCxn id="33" idx="4"/>
              <a:endCxn id="27"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円/楕円 32"/>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34" name="グループ化 33"/>
          <p:cNvGrpSpPr/>
          <p:nvPr/>
        </p:nvGrpSpPr>
        <p:grpSpPr>
          <a:xfrm>
            <a:off x="2259502" y="337258"/>
            <a:ext cx="741835" cy="728258"/>
            <a:chOff x="6028504" y="355342"/>
            <a:chExt cx="741835" cy="728258"/>
          </a:xfrm>
        </p:grpSpPr>
        <p:sp>
          <p:nvSpPr>
            <p:cNvPr id="35" name="角丸四角形 34"/>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6" name="直線矢印コネクタ 35"/>
            <p:cNvCxnSpPr>
              <a:stCxn id="37" idx="4"/>
              <a:endCxn id="35"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円/楕円 36"/>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spTree>
    <p:extLst>
      <p:ext uri="{BB962C8B-B14F-4D97-AF65-F5344CB8AC3E}">
        <p14:creationId xmlns:p14="http://schemas.microsoft.com/office/powerpoint/2010/main" val="9732207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69" y="479425"/>
            <a:ext cx="6119996" cy="4247998"/>
          </a:xfrm>
          <a:prstGeom prst="rect">
            <a:avLst/>
          </a:prstGeom>
        </p:spPr>
      </p:pic>
      <p:sp>
        <p:nvSpPr>
          <p:cNvPr id="4" name="テキスト ボックス 3"/>
          <p:cNvSpPr txBox="1"/>
          <p:nvPr/>
        </p:nvSpPr>
        <p:spPr>
          <a:xfrm>
            <a:off x="312430" y="79315"/>
            <a:ext cx="3521285"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Operating lever switch</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sp>
        <p:nvSpPr>
          <p:cNvPr id="40" name="テキスト ボックス 39"/>
          <p:cNvSpPr txBox="1"/>
          <p:nvPr/>
        </p:nvSpPr>
        <p:spPr>
          <a:xfrm>
            <a:off x="6688138" y="475325"/>
            <a:ext cx="5928569" cy="3600986"/>
          </a:xfrm>
          <a:prstGeom prst="rect">
            <a:avLst/>
          </a:prstGeom>
          <a:solidFill>
            <a:schemeClr val="bg1"/>
          </a:solidFill>
          <a:ln w="635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標準グリップのスイッチパターンを設定できます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case1</a:t>
            </a: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AUX1/AUX2,4</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Reverse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AUX1</a:t>
            </a:r>
            <a:r>
              <a:rPr lang="ja-JP" altLang="en-US" sz="1200">
                <a:latin typeface="Meiryo UI" panose="020B0604030504040204" pitchFamily="50" charset="-128"/>
                <a:ea typeface="Meiryo UI" panose="020B0604030504040204" pitchFamily="50" charset="-128"/>
                <a:cs typeface="Meiryo UI" panose="020B0604030504040204" pitchFamily="50" charset="-128"/>
              </a:rPr>
              <a:t>と</a:t>
            </a:r>
            <a:r>
              <a:rPr lang="en-US" altLang="ja-JP" sz="1200">
                <a:latin typeface="Meiryo UI" panose="020B0604030504040204" pitchFamily="50" charset="-128"/>
                <a:ea typeface="Meiryo UI" panose="020B0604030504040204" pitchFamily="50" charset="-128"/>
                <a:cs typeface="Meiryo UI" panose="020B0604030504040204" pitchFamily="50" charset="-128"/>
              </a:rPr>
              <a:t>AUX2,4</a:t>
            </a:r>
            <a:r>
              <a:rPr lang="ja-JP" altLang="en-US" sz="1200">
                <a:latin typeface="Meiryo UI" panose="020B0604030504040204" pitchFamily="50" charset="-128"/>
                <a:ea typeface="Meiryo UI" panose="020B0604030504040204" pitchFamily="50" charset="-128"/>
                <a:cs typeface="Meiryo UI" panose="020B0604030504040204" pitchFamily="50" charset="-128"/>
              </a:rPr>
              <a:t>を入れ替えます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注意：</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case1</a:t>
            </a:r>
            <a:r>
              <a:rPr lang="ja-JP" altLang="en-US" sz="1200">
                <a:latin typeface="Meiryo UI" panose="020B0604030504040204" pitchFamily="50" charset="-128"/>
                <a:ea typeface="Meiryo UI" panose="020B0604030504040204" pitchFamily="50" charset="-128"/>
                <a:cs typeface="Meiryo UI" panose="020B0604030504040204" pitchFamily="50" charset="-128"/>
              </a:rPr>
              <a:t>を利用する場合は変換ハーネス</a:t>
            </a:r>
            <a:r>
              <a:rPr lang="en-US" altLang="ja-JP" sz="1200">
                <a:latin typeface="Meiryo UI" panose="020B0604030504040204" pitchFamily="50" charset="-128"/>
                <a:ea typeface="Meiryo UI" panose="020B0604030504040204" pitchFamily="50" charset="-128"/>
                <a:cs typeface="Meiryo UI" panose="020B0604030504040204" pitchFamily="50" charset="-128"/>
              </a:rPr>
              <a:t>(05642-00904)</a:t>
            </a:r>
            <a:r>
              <a:rPr lang="ja-JP" altLang="en-US" sz="1200">
                <a:latin typeface="Meiryo UI" panose="020B0604030504040204" pitchFamily="50" charset="-128"/>
                <a:ea typeface="Meiryo UI" panose="020B0604030504040204" pitchFamily="50" charset="-128"/>
                <a:cs typeface="Meiryo UI" panose="020B0604030504040204" pitchFamily="50" charset="-128"/>
              </a:rPr>
              <a:t>を取り付ける必要があります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2598738"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case2</a:t>
            </a:r>
          </a:p>
          <a:p>
            <a:pPr marL="180000">
              <a:tabLst>
                <a:tab pos="17049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AUX1</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Slide</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Reverse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AUX1</a:t>
            </a:r>
            <a:r>
              <a:rPr lang="ja-JP" altLang="en-US" sz="1200">
                <a:latin typeface="Meiryo UI" panose="020B0604030504040204" pitchFamily="50" charset="-128"/>
                <a:ea typeface="Meiryo UI" panose="020B0604030504040204" pitchFamily="50" charset="-128"/>
                <a:cs typeface="Meiryo UI" panose="020B0604030504040204" pitchFamily="50" charset="-128"/>
              </a:rPr>
              <a:t>の左右を入れ替えます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7049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AUX2</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Slide</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Reverse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AUX2</a:t>
            </a:r>
            <a:r>
              <a:rPr lang="ja-JP" altLang="en-US" sz="1200">
                <a:latin typeface="Meiryo UI" panose="020B0604030504040204" pitchFamily="50" charset="-128"/>
                <a:ea typeface="Meiryo UI" panose="020B0604030504040204" pitchFamily="50" charset="-128"/>
                <a:cs typeface="Meiryo UI" panose="020B0604030504040204" pitchFamily="50" charset="-128"/>
              </a:rPr>
              <a:t>の左右を入れ替えます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7049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AUX4</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Slide</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Reverse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AUX4</a:t>
            </a:r>
            <a:r>
              <a:rPr lang="ja-JP" altLang="en-US" sz="1200">
                <a:latin typeface="Meiryo UI" panose="020B0604030504040204" pitchFamily="50" charset="-128"/>
                <a:ea typeface="Meiryo UI" panose="020B0604030504040204" pitchFamily="50" charset="-128"/>
                <a:cs typeface="Meiryo UI" panose="020B0604030504040204" pitchFamily="50" charset="-128"/>
              </a:rPr>
              <a:t>の左右を入れ替えます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17049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Detent</a:t>
            </a:r>
          </a:p>
          <a:p>
            <a:pPr marL="180000">
              <a:tabLst>
                <a:tab pos="17049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AUX1(B)</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Detent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AUX1(B)</a:t>
            </a:r>
            <a:r>
              <a:rPr lang="ja-JP" altLang="en-US" sz="1200">
                <a:latin typeface="Meiryo UI" panose="020B0604030504040204" pitchFamily="50" charset="-128"/>
                <a:ea typeface="Meiryo UI" panose="020B0604030504040204" pitchFamily="50" charset="-128"/>
                <a:cs typeface="Meiryo UI" panose="020B0604030504040204" pitchFamily="50" charset="-128"/>
              </a:rPr>
              <a:t>にデテント機能を割り当てます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Home	:</a:t>
            </a:r>
            <a:r>
              <a:rPr lang="ja-JP" altLang="en-US" sz="120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変更した値を反映させます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6" name="グループ化 25"/>
          <p:cNvGrpSpPr/>
          <p:nvPr/>
        </p:nvGrpSpPr>
        <p:grpSpPr>
          <a:xfrm>
            <a:off x="3028936" y="337258"/>
            <a:ext cx="741835" cy="728258"/>
            <a:chOff x="6028504" y="355342"/>
            <a:chExt cx="741835" cy="728258"/>
          </a:xfrm>
        </p:grpSpPr>
        <p:sp>
          <p:nvSpPr>
            <p:cNvPr id="27" name="角丸四角形 26"/>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2" name="直線矢印コネクタ 31"/>
            <p:cNvCxnSpPr>
              <a:stCxn id="33" idx="4"/>
              <a:endCxn id="27"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円/楕円 32"/>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34" name="グループ化 33"/>
          <p:cNvGrpSpPr/>
          <p:nvPr/>
        </p:nvGrpSpPr>
        <p:grpSpPr>
          <a:xfrm>
            <a:off x="2259502" y="337258"/>
            <a:ext cx="741835" cy="728258"/>
            <a:chOff x="6028504" y="355342"/>
            <a:chExt cx="741835" cy="728258"/>
          </a:xfrm>
        </p:grpSpPr>
        <p:sp>
          <p:nvSpPr>
            <p:cNvPr id="35" name="角丸四角形 34"/>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6" name="直線矢印コネクタ 35"/>
            <p:cNvCxnSpPr>
              <a:stCxn id="37" idx="4"/>
              <a:endCxn id="35"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円/楕円 36"/>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spTree>
    <p:extLst>
      <p:ext uri="{BB962C8B-B14F-4D97-AF65-F5344CB8AC3E}">
        <p14:creationId xmlns:p14="http://schemas.microsoft.com/office/powerpoint/2010/main" val="3594948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EA28B3DC-7F44-55B4-749E-F643E355736F}"/>
              </a:ext>
            </a:extLst>
          </p:cNvPr>
          <p:cNvPicPr>
            <a:picLocks noChangeAspect="1"/>
          </p:cNvPicPr>
          <p:nvPr/>
        </p:nvPicPr>
        <p:blipFill>
          <a:blip r:embed="rId2"/>
          <a:stretch>
            <a:fillRect/>
          </a:stretch>
        </p:blipFill>
        <p:spPr>
          <a:xfrm>
            <a:off x="266461" y="475325"/>
            <a:ext cx="6182106" cy="4263771"/>
          </a:xfrm>
          <a:prstGeom prst="rect">
            <a:avLst/>
          </a:prstGeom>
        </p:spPr>
      </p:pic>
      <p:sp>
        <p:nvSpPr>
          <p:cNvPr id="4" name="テキスト ボックス 3"/>
          <p:cNvSpPr txBox="1"/>
          <p:nvPr/>
        </p:nvSpPr>
        <p:spPr>
          <a:xfrm>
            <a:off x="312430" y="79315"/>
            <a:ext cx="5865452"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Operating lever switch(Multi-</a:t>
            </a:r>
            <a:r>
              <a:rPr lang="en-US" altLang="ja-JP" sz="2000" err="1">
                <a:latin typeface="Meiryo UI" panose="020B0604030504040204" pitchFamily="50" charset="-128"/>
                <a:ea typeface="Meiryo UI" panose="020B0604030504040204" pitchFamily="50" charset="-128"/>
                <a:cs typeface="Meiryo UI" panose="020B0604030504040204" pitchFamily="50" charset="-128"/>
              </a:rPr>
              <a:t>Func</a:t>
            </a:r>
            <a:r>
              <a:rPr lang="en-US" altLang="ja-JP" sz="2000">
                <a:latin typeface="Meiryo UI" panose="020B0604030504040204" pitchFamily="50" charset="-128"/>
                <a:ea typeface="Meiryo UI" panose="020B0604030504040204" pitchFamily="50" charset="-128"/>
                <a:cs typeface="Meiryo UI" panose="020B0604030504040204" pitchFamily="50" charset="-128"/>
              </a:rPr>
              <a:t>.</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Grip)</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sp>
        <p:nvSpPr>
          <p:cNvPr id="40" name="テキスト ボックス 39"/>
          <p:cNvSpPr txBox="1"/>
          <p:nvPr/>
        </p:nvSpPr>
        <p:spPr>
          <a:xfrm>
            <a:off x="6688138" y="475325"/>
            <a:ext cx="5928569" cy="3077766"/>
          </a:xfrm>
          <a:prstGeom prst="rect">
            <a:avLst/>
          </a:prstGeom>
          <a:solidFill>
            <a:schemeClr val="bg1"/>
          </a:solidFill>
          <a:ln w="635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多機能グリップのスイッチパターンを設定できます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Left</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Grip	:</a:t>
            </a:r>
            <a:r>
              <a:rPr lang="ja-JP" altLang="en-US" sz="1200">
                <a:latin typeface="Meiryo UI" panose="020B0604030504040204" pitchFamily="50" charset="-128"/>
                <a:ea typeface="Meiryo UI" panose="020B0604030504040204" pitchFamily="50" charset="-128"/>
                <a:cs typeface="Meiryo UI" panose="020B0604030504040204" pitchFamily="50" charset="-128"/>
              </a:rPr>
              <a:t> 左グリップのスイッチを設定します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Right</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Grip	:</a:t>
            </a:r>
            <a:r>
              <a:rPr lang="ja-JP" altLang="en-US" sz="1200">
                <a:latin typeface="Meiryo UI" panose="020B0604030504040204" pitchFamily="50" charset="-128"/>
                <a:ea typeface="Meiryo UI" panose="020B0604030504040204" pitchFamily="50" charset="-128"/>
                <a:cs typeface="Meiryo UI" panose="020B0604030504040204" pitchFamily="50" charset="-128"/>
              </a:rPr>
              <a:t> 右グリップのスイッチを設定します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１</a:t>
            </a:r>
            <a:r>
              <a:rPr lang="en-US" altLang="ja-JP" sz="1200">
                <a:latin typeface="Meiryo UI" panose="020B0604030504040204" pitchFamily="50" charset="-128"/>
                <a:ea typeface="Meiryo UI" panose="020B0604030504040204" pitchFamily="50" charset="-128"/>
                <a:cs typeface="Meiryo UI" panose="020B0604030504040204" pitchFamily="50" charset="-128"/>
              </a:rPr>
              <a:t>~</a:t>
            </a:r>
            <a:r>
              <a:rPr lang="ja-JP" altLang="en-US" sz="1200">
                <a:latin typeface="Meiryo UI" panose="020B0604030504040204" pitchFamily="50" charset="-128"/>
                <a:ea typeface="Meiryo UI" panose="020B0604030504040204" pitchFamily="50" charset="-128"/>
                <a:cs typeface="Meiryo UI" panose="020B0604030504040204" pitchFamily="50" charset="-128"/>
              </a:rPr>
              <a:t>７</a:t>
            </a:r>
            <a:r>
              <a:rPr lang="en-US" altLang="ja-JP" sz="1200">
                <a:latin typeface="Meiryo UI" panose="020B0604030504040204" pitchFamily="50" charset="-128"/>
                <a:ea typeface="Meiryo UI" panose="020B0604030504040204" pitchFamily="50" charset="-128"/>
                <a:cs typeface="Meiryo UI" panose="020B0604030504040204" pitchFamily="50" charset="-128"/>
              </a:rPr>
              <a:t>	:</a:t>
            </a:r>
            <a:r>
              <a:rPr lang="ja-JP" altLang="en-US" sz="1200">
                <a:latin typeface="Meiryo UI" panose="020B0604030504040204" pitchFamily="50" charset="-128"/>
                <a:ea typeface="Meiryo UI" panose="020B0604030504040204" pitchFamily="50" charset="-128"/>
                <a:cs typeface="Meiryo UI" panose="020B0604030504040204" pitchFamily="50" charset="-128"/>
              </a:rPr>
              <a:t> プッシュボタンに機能を割り当てます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982663"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SS1~3	:</a:t>
            </a:r>
            <a:r>
              <a:rPr lang="ja-JP" altLang="en-US" sz="1200">
                <a:latin typeface="Meiryo UI" panose="020B0604030504040204" pitchFamily="50" charset="-128"/>
                <a:ea typeface="Meiryo UI" panose="020B0604030504040204" pitchFamily="50" charset="-128"/>
                <a:cs typeface="Meiryo UI" panose="020B0604030504040204" pitchFamily="50" charset="-128"/>
              </a:rPr>
              <a:t> スライドスイッチに機能を割り当てます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982663"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Rev.</a:t>
            </a:r>
            <a:r>
              <a:rPr lang="ja-JP" altLang="en-US" sz="1200">
                <a:latin typeface="Meiryo UI" panose="020B0604030504040204" pitchFamily="50" charset="-128"/>
                <a:ea typeface="Meiryo UI" panose="020B0604030504040204" pitchFamily="50" charset="-128"/>
                <a:cs typeface="Meiryo UI" panose="020B0604030504040204" pitchFamily="50" charset="-128"/>
              </a:rPr>
              <a:t>を有効にするとスライドスイッチが反転します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982663"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Dead</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Band</a:t>
            </a:r>
            <a:r>
              <a:rPr lang="ja-JP" altLang="en-US" sz="1200">
                <a:latin typeface="Meiryo UI" panose="020B0604030504040204" pitchFamily="50" charset="-128"/>
                <a:ea typeface="Meiryo UI" panose="020B0604030504040204" pitchFamily="50" charset="-128"/>
                <a:cs typeface="Meiryo UI" panose="020B0604030504040204" pitchFamily="50" charset="-128"/>
              </a:rPr>
              <a:t>に数値を入力すると、中立位置に不感帯を設定できます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br>
              <a:rPr lang="en-US" altLang="ja-JP" sz="1200">
                <a:latin typeface="Meiryo UI" panose="020B0604030504040204" pitchFamily="50" charset="-128"/>
                <a:ea typeface="Meiryo UI" panose="020B0604030504040204" pitchFamily="50" charset="-128"/>
                <a:cs typeface="Meiryo UI" panose="020B0604030504040204" pitchFamily="50" charset="-128"/>
              </a:rPr>
            </a:b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Home	:</a:t>
            </a:r>
            <a:r>
              <a:rPr lang="ja-JP" altLang="en-US" sz="120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変更した値を反映させます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④</a:t>
            </a:r>
            <a:r>
              <a:rPr lang="en-US" altLang="ja-JP" sz="1200">
                <a:latin typeface="Meiryo UI" panose="020B0604030504040204" pitchFamily="50" charset="-128"/>
                <a:ea typeface="Meiryo UI" panose="020B0604030504040204" pitchFamily="50" charset="-128"/>
                <a:cs typeface="Meiryo UI" panose="020B0604030504040204" pitchFamily="50" charset="-128"/>
              </a:rPr>
              <a:t>Reset</a:t>
            </a:r>
            <a:r>
              <a:rPr lang="en-US" altLang="ja-JP" sz="1200" i="1">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t>
            </a:r>
            <a:r>
              <a:rPr lang="ja-JP" altLang="en-US" sz="1200">
                <a:latin typeface="Meiryo UI" panose="020B0604030504040204" pitchFamily="50" charset="-128"/>
                <a:ea typeface="Meiryo UI" panose="020B0604030504040204" pitchFamily="50" charset="-128"/>
                <a:cs typeface="Meiryo UI" panose="020B0604030504040204" pitchFamily="50" charset="-128"/>
              </a:rPr>
              <a:t> 設定を初期値に戻します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6" name="グループ化 25"/>
          <p:cNvGrpSpPr/>
          <p:nvPr/>
        </p:nvGrpSpPr>
        <p:grpSpPr>
          <a:xfrm>
            <a:off x="3028936" y="337258"/>
            <a:ext cx="741835" cy="728258"/>
            <a:chOff x="6028504" y="355342"/>
            <a:chExt cx="741835" cy="728258"/>
          </a:xfrm>
        </p:grpSpPr>
        <p:sp>
          <p:nvSpPr>
            <p:cNvPr id="27" name="角丸四角形 26"/>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2" name="直線矢印コネクタ 31"/>
            <p:cNvCxnSpPr>
              <a:stCxn id="33" idx="4"/>
              <a:endCxn id="27"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円/楕円 32"/>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34" name="グループ化 33"/>
          <p:cNvGrpSpPr/>
          <p:nvPr/>
        </p:nvGrpSpPr>
        <p:grpSpPr>
          <a:xfrm>
            <a:off x="2259502" y="337258"/>
            <a:ext cx="741835" cy="728258"/>
            <a:chOff x="6028504" y="355342"/>
            <a:chExt cx="741835" cy="728258"/>
          </a:xfrm>
        </p:grpSpPr>
        <p:sp>
          <p:nvSpPr>
            <p:cNvPr id="35" name="角丸四角形 34"/>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6" name="直線矢印コネクタ 35"/>
            <p:cNvCxnSpPr>
              <a:stCxn id="37" idx="4"/>
              <a:endCxn id="35"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円/楕円 36"/>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grpSp>
        <p:nvGrpSpPr>
          <p:cNvPr id="17" name="グループ化 16"/>
          <p:cNvGrpSpPr/>
          <p:nvPr/>
        </p:nvGrpSpPr>
        <p:grpSpPr>
          <a:xfrm>
            <a:off x="5507527" y="4004545"/>
            <a:ext cx="855173" cy="699521"/>
            <a:chOff x="6028504" y="384079"/>
            <a:chExt cx="855173" cy="699521"/>
          </a:xfrm>
        </p:grpSpPr>
        <p:sp>
          <p:nvSpPr>
            <p:cNvPr id="18" name="角丸四角形 17"/>
            <p:cNvSpPr/>
            <p:nvPr/>
          </p:nvSpPr>
          <p:spPr>
            <a:xfrm>
              <a:off x="6028504" y="824337"/>
              <a:ext cx="855173"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9" name="直線矢印コネクタ 18"/>
            <p:cNvCxnSpPr>
              <a:stCxn id="20" idx="4"/>
              <a:endCxn id="18" idx="0"/>
            </p:cNvCxnSpPr>
            <p:nvPr/>
          </p:nvCxnSpPr>
          <p:spPr>
            <a:xfrm>
              <a:off x="6456090" y="672079"/>
              <a:ext cx="1" cy="15225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円/楕円 19"/>
            <p:cNvSpPr/>
            <p:nvPr/>
          </p:nvSpPr>
          <p:spPr>
            <a:xfrm>
              <a:off x="6312090" y="384079"/>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4</a:t>
              </a:r>
              <a:endParaRPr lang="ja-JP" altLang="en-US" sz="1800">
                <a:solidFill>
                  <a:srgbClr val="FF0000"/>
                </a:solidFill>
              </a:endParaRPr>
            </a:p>
          </p:txBody>
        </p:sp>
      </p:grpSp>
      <p:sp>
        <p:nvSpPr>
          <p:cNvPr id="15" name="テキスト ボックス 14">
            <a:extLst>
              <a:ext uri="{FF2B5EF4-FFF2-40B4-BE49-F238E27FC236}">
                <a16:creationId xmlns:a16="http://schemas.microsoft.com/office/drawing/2014/main" id="{9054D044-FC81-3AB2-90E6-532B4D6866BE}"/>
              </a:ext>
            </a:extLst>
          </p:cNvPr>
          <p:cNvSpPr txBox="1"/>
          <p:nvPr/>
        </p:nvSpPr>
        <p:spPr>
          <a:xfrm>
            <a:off x="266461" y="5135106"/>
            <a:ext cx="942887" cy="261610"/>
          </a:xfrm>
          <a:prstGeom prst="rect">
            <a:avLst/>
          </a:prstGeom>
          <a:noFill/>
        </p:spPr>
        <p:txBody>
          <a:bodyPr wrap="none" rtlCol="0">
            <a:spAutoFit/>
          </a:bodyPr>
          <a:lstStyle/>
          <a:p>
            <a:r>
              <a:rPr lang="ja-JP" altLang="en-US" sz="1100"/>
              <a:t>スイッチ機能</a:t>
            </a:r>
            <a:endParaRPr kumimoji="1" lang="ja-JP" altLang="en-US" sz="1100"/>
          </a:p>
        </p:txBody>
      </p:sp>
      <p:sp>
        <p:nvSpPr>
          <p:cNvPr id="16" name="テキスト ボックス 15">
            <a:extLst>
              <a:ext uri="{FF2B5EF4-FFF2-40B4-BE49-F238E27FC236}">
                <a16:creationId xmlns:a16="http://schemas.microsoft.com/office/drawing/2014/main" id="{1F7F773D-AB3A-7F90-E0BB-734C6FD52FBE}"/>
              </a:ext>
            </a:extLst>
          </p:cNvPr>
          <p:cNvSpPr txBox="1"/>
          <p:nvPr/>
        </p:nvSpPr>
        <p:spPr>
          <a:xfrm>
            <a:off x="2138593" y="5139260"/>
            <a:ext cx="1399742" cy="261610"/>
          </a:xfrm>
          <a:prstGeom prst="rect">
            <a:avLst/>
          </a:prstGeom>
          <a:noFill/>
        </p:spPr>
        <p:txBody>
          <a:bodyPr wrap="none" rtlCol="0">
            <a:spAutoFit/>
          </a:bodyPr>
          <a:lstStyle/>
          <a:p>
            <a:r>
              <a:rPr kumimoji="1" lang="ja-JP" altLang="en-US" sz="1100"/>
              <a:t>スライドスイッチ機能</a:t>
            </a:r>
          </a:p>
        </p:txBody>
      </p:sp>
      <p:sp>
        <p:nvSpPr>
          <p:cNvPr id="21" name="テキスト ボックス 20">
            <a:extLst>
              <a:ext uri="{FF2B5EF4-FFF2-40B4-BE49-F238E27FC236}">
                <a16:creationId xmlns:a16="http://schemas.microsoft.com/office/drawing/2014/main" id="{D1F39D30-6767-E7E2-4508-FACC35EEE2B4}"/>
              </a:ext>
            </a:extLst>
          </p:cNvPr>
          <p:cNvSpPr txBox="1"/>
          <p:nvPr/>
        </p:nvSpPr>
        <p:spPr>
          <a:xfrm>
            <a:off x="2258495" y="7384657"/>
            <a:ext cx="2198038" cy="369332"/>
          </a:xfrm>
          <a:prstGeom prst="rect">
            <a:avLst/>
          </a:prstGeom>
          <a:noFill/>
        </p:spPr>
        <p:txBody>
          <a:bodyPr wrap="none" rtlCol="0">
            <a:spAutoFit/>
          </a:bodyPr>
          <a:lstStyle/>
          <a:p>
            <a:r>
              <a:rPr kumimoji="1" lang="ja-JP" altLang="en-US" sz="900">
                <a:solidFill>
                  <a:srgbClr val="FF0000"/>
                </a:solidFill>
              </a:rPr>
              <a:t>△</a:t>
            </a:r>
            <a:r>
              <a:rPr kumimoji="1" lang="en-US" altLang="ja-JP" sz="900">
                <a:solidFill>
                  <a:srgbClr val="FF0000"/>
                </a:solidFill>
              </a:rPr>
              <a:t>05</a:t>
            </a:r>
            <a:br>
              <a:rPr kumimoji="1" lang="en-US" altLang="ja-JP" sz="900">
                <a:solidFill>
                  <a:srgbClr val="FF0000"/>
                </a:solidFill>
              </a:rPr>
            </a:br>
            <a:r>
              <a:rPr kumimoji="1" lang="en-US" altLang="ja-JP" sz="900">
                <a:solidFill>
                  <a:srgbClr val="FF0000"/>
                </a:solidFill>
              </a:rPr>
              <a:t>Boom</a:t>
            </a:r>
            <a:r>
              <a:rPr kumimoji="1" lang="ja-JP" altLang="en-US" sz="900">
                <a:solidFill>
                  <a:srgbClr val="FF0000"/>
                </a:solidFill>
              </a:rPr>
              <a:t> </a:t>
            </a:r>
            <a:r>
              <a:rPr kumimoji="1" lang="en-US" altLang="ja-JP" sz="900">
                <a:solidFill>
                  <a:srgbClr val="FF0000"/>
                </a:solidFill>
              </a:rPr>
              <a:t>Swing</a:t>
            </a:r>
            <a:r>
              <a:rPr kumimoji="1" lang="ja-JP" altLang="en-US" sz="900">
                <a:solidFill>
                  <a:srgbClr val="FF0000"/>
                </a:solidFill>
              </a:rPr>
              <a:t>をスライドスイッチ機能に追加</a:t>
            </a:r>
            <a:endParaRPr kumimoji="1" lang="en-US" altLang="ja-JP" sz="900">
              <a:solidFill>
                <a:srgbClr val="FF0000"/>
              </a:solidFill>
            </a:endParaRPr>
          </a:p>
        </p:txBody>
      </p:sp>
      <p:pic>
        <p:nvPicPr>
          <p:cNvPr id="6" name="図 5">
            <a:extLst>
              <a:ext uri="{FF2B5EF4-FFF2-40B4-BE49-F238E27FC236}">
                <a16:creationId xmlns:a16="http://schemas.microsoft.com/office/drawing/2014/main" id="{1BAB340D-8984-793A-EBF9-0AAF1B2CA012}"/>
              </a:ext>
            </a:extLst>
          </p:cNvPr>
          <p:cNvPicPr>
            <a:picLocks noChangeAspect="1"/>
          </p:cNvPicPr>
          <p:nvPr/>
        </p:nvPicPr>
        <p:blipFill>
          <a:blip r:embed="rId3"/>
          <a:stretch>
            <a:fillRect/>
          </a:stretch>
        </p:blipFill>
        <p:spPr>
          <a:xfrm>
            <a:off x="336245" y="5416498"/>
            <a:ext cx="1181265" cy="1495634"/>
          </a:xfrm>
          <a:prstGeom prst="rect">
            <a:avLst/>
          </a:prstGeom>
        </p:spPr>
      </p:pic>
      <p:sp>
        <p:nvSpPr>
          <p:cNvPr id="22" name="テキスト ボックス 21">
            <a:extLst>
              <a:ext uri="{FF2B5EF4-FFF2-40B4-BE49-F238E27FC236}">
                <a16:creationId xmlns:a16="http://schemas.microsoft.com/office/drawing/2014/main" id="{E95B59CB-34A9-DAF2-C12B-523B72303279}"/>
              </a:ext>
            </a:extLst>
          </p:cNvPr>
          <p:cNvSpPr txBox="1"/>
          <p:nvPr/>
        </p:nvSpPr>
        <p:spPr>
          <a:xfrm>
            <a:off x="2258495" y="7676565"/>
            <a:ext cx="2375971" cy="507831"/>
          </a:xfrm>
          <a:prstGeom prst="rect">
            <a:avLst/>
          </a:prstGeom>
          <a:noFill/>
        </p:spPr>
        <p:txBody>
          <a:bodyPr wrap="none" rtlCol="0">
            <a:spAutoFit/>
          </a:bodyPr>
          <a:lstStyle/>
          <a:p>
            <a:r>
              <a:rPr kumimoji="1" lang="ja-JP" altLang="en-US" sz="900">
                <a:solidFill>
                  <a:srgbClr val="FF0000"/>
                </a:solidFill>
              </a:rPr>
              <a:t>△</a:t>
            </a:r>
            <a:r>
              <a:rPr kumimoji="1" lang="en-US" altLang="ja-JP" sz="900">
                <a:solidFill>
                  <a:srgbClr val="FF0000"/>
                </a:solidFill>
              </a:rPr>
              <a:t>08</a:t>
            </a:r>
            <a:br>
              <a:rPr kumimoji="1" lang="en-US" altLang="ja-JP" sz="900">
                <a:solidFill>
                  <a:srgbClr val="FF0000"/>
                </a:solidFill>
              </a:rPr>
            </a:br>
            <a:r>
              <a:rPr lang="en-US" altLang="ja-JP" sz="900">
                <a:solidFill>
                  <a:srgbClr val="FF0000"/>
                </a:solidFill>
              </a:rPr>
              <a:t>Extension</a:t>
            </a:r>
            <a:r>
              <a:rPr lang="ja-JP" altLang="en-US" sz="900">
                <a:solidFill>
                  <a:srgbClr val="FF0000"/>
                </a:solidFill>
              </a:rPr>
              <a:t> </a:t>
            </a:r>
            <a:r>
              <a:rPr lang="en-US" altLang="ja-JP" sz="900">
                <a:solidFill>
                  <a:srgbClr val="FF0000"/>
                </a:solidFill>
              </a:rPr>
              <a:t>Out1-4</a:t>
            </a:r>
            <a:r>
              <a:rPr kumimoji="1" lang="ja-JP" altLang="en-US" sz="900">
                <a:solidFill>
                  <a:srgbClr val="FF0000"/>
                </a:solidFill>
              </a:rPr>
              <a:t>をスイッチ機能に追加</a:t>
            </a:r>
            <a:endParaRPr kumimoji="1" lang="en-US" altLang="ja-JP" sz="900">
              <a:solidFill>
                <a:srgbClr val="FF0000"/>
              </a:solidFill>
            </a:endParaRPr>
          </a:p>
          <a:p>
            <a:r>
              <a:rPr lang="en-US" altLang="ja-JP" sz="900">
                <a:solidFill>
                  <a:srgbClr val="FF0000"/>
                </a:solidFill>
              </a:rPr>
              <a:t>Extension</a:t>
            </a:r>
            <a:r>
              <a:rPr lang="ja-JP" altLang="en-US" sz="900">
                <a:solidFill>
                  <a:srgbClr val="FF0000"/>
                </a:solidFill>
              </a:rPr>
              <a:t> </a:t>
            </a:r>
            <a:r>
              <a:rPr lang="en-US" altLang="ja-JP" sz="900">
                <a:solidFill>
                  <a:srgbClr val="FF0000"/>
                </a:solidFill>
              </a:rPr>
              <a:t>Out5</a:t>
            </a:r>
            <a:r>
              <a:rPr kumimoji="1" lang="ja-JP" altLang="en-US" sz="900">
                <a:solidFill>
                  <a:srgbClr val="FF0000"/>
                </a:solidFill>
              </a:rPr>
              <a:t>をスライドスイッチ機能に追加</a:t>
            </a:r>
            <a:endParaRPr kumimoji="1" lang="en-US" altLang="ja-JP" sz="900">
              <a:solidFill>
                <a:srgbClr val="FF0000"/>
              </a:solidFill>
            </a:endParaRPr>
          </a:p>
        </p:txBody>
      </p:sp>
      <p:pic>
        <p:nvPicPr>
          <p:cNvPr id="24" name="図 23">
            <a:extLst>
              <a:ext uri="{FF2B5EF4-FFF2-40B4-BE49-F238E27FC236}">
                <a16:creationId xmlns:a16="http://schemas.microsoft.com/office/drawing/2014/main" id="{E45F042D-B1BE-73E8-46C7-2018FFD429D0}"/>
              </a:ext>
            </a:extLst>
          </p:cNvPr>
          <p:cNvPicPr>
            <a:picLocks noChangeAspect="1"/>
          </p:cNvPicPr>
          <p:nvPr/>
        </p:nvPicPr>
        <p:blipFill>
          <a:blip r:embed="rId4"/>
          <a:stretch>
            <a:fillRect/>
          </a:stretch>
        </p:blipFill>
        <p:spPr>
          <a:xfrm>
            <a:off x="336245" y="6926921"/>
            <a:ext cx="1200318" cy="1257475"/>
          </a:xfrm>
          <a:prstGeom prst="rect">
            <a:avLst/>
          </a:prstGeom>
        </p:spPr>
      </p:pic>
      <p:pic>
        <p:nvPicPr>
          <p:cNvPr id="28" name="図 27">
            <a:extLst>
              <a:ext uri="{FF2B5EF4-FFF2-40B4-BE49-F238E27FC236}">
                <a16:creationId xmlns:a16="http://schemas.microsoft.com/office/drawing/2014/main" id="{31499429-7BFE-65E4-6504-0864252814E2}"/>
              </a:ext>
            </a:extLst>
          </p:cNvPr>
          <p:cNvPicPr>
            <a:picLocks noChangeAspect="1"/>
          </p:cNvPicPr>
          <p:nvPr/>
        </p:nvPicPr>
        <p:blipFill>
          <a:blip r:embed="rId5"/>
          <a:stretch>
            <a:fillRect/>
          </a:stretch>
        </p:blipFill>
        <p:spPr>
          <a:xfrm>
            <a:off x="2214346" y="5396716"/>
            <a:ext cx="1200318" cy="1962424"/>
          </a:xfrm>
          <a:prstGeom prst="rect">
            <a:avLst/>
          </a:prstGeom>
        </p:spPr>
      </p:pic>
      <p:sp>
        <p:nvSpPr>
          <p:cNvPr id="29" name="テキスト ボックス 28">
            <a:extLst>
              <a:ext uri="{FF2B5EF4-FFF2-40B4-BE49-F238E27FC236}">
                <a16:creationId xmlns:a16="http://schemas.microsoft.com/office/drawing/2014/main" id="{FA280D69-2C13-8619-D1DA-B670065D9B87}"/>
              </a:ext>
            </a:extLst>
          </p:cNvPr>
          <p:cNvSpPr txBox="1"/>
          <p:nvPr/>
        </p:nvSpPr>
        <p:spPr>
          <a:xfrm>
            <a:off x="2258495" y="8114715"/>
            <a:ext cx="2428870" cy="507831"/>
          </a:xfrm>
          <a:prstGeom prst="rect">
            <a:avLst/>
          </a:prstGeom>
          <a:noFill/>
        </p:spPr>
        <p:txBody>
          <a:bodyPr wrap="none" rtlCol="0">
            <a:spAutoFit/>
          </a:bodyPr>
          <a:lstStyle/>
          <a:p>
            <a:r>
              <a:rPr kumimoji="1" lang="ja-JP" altLang="en-US" sz="900">
                <a:solidFill>
                  <a:srgbClr val="FF0000"/>
                </a:solidFill>
              </a:rPr>
              <a:t>△</a:t>
            </a:r>
            <a:r>
              <a:rPr kumimoji="1" lang="en-US" altLang="ja-JP" sz="900">
                <a:solidFill>
                  <a:srgbClr val="FF0000"/>
                </a:solidFill>
              </a:rPr>
              <a:t>09</a:t>
            </a:r>
            <a:br>
              <a:rPr kumimoji="1" lang="en-US" altLang="ja-JP" sz="900">
                <a:solidFill>
                  <a:srgbClr val="FF0000"/>
                </a:solidFill>
              </a:rPr>
            </a:br>
            <a:r>
              <a:rPr kumimoji="1" lang="en-US" altLang="ja-JP" sz="900">
                <a:solidFill>
                  <a:srgbClr val="FF0000"/>
                </a:solidFill>
              </a:rPr>
              <a:t>Boom</a:t>
            </a:r>
            <a:r>
              <a:rPr lang="ja-JP" altLang="en-US" sz="900">
                <a:solidFill>
                  <a:srgbClr val="FF0000"/>
                </a:solidFill>
              </a:rPr>
              <a:t> </a:t>
            </a:r>
            <a:r>
              <a:rPr lang="en-US" altLang="ja-JP" sz="900">
                <a:solidFill>
                  <a:srgbClr val="FF0000"/>
                </a:solidFill>
              </a:rPr>
              <a:t>suspension</a:t>
            </a:r>
            <a:r>
              <a:rPr kumimoji="1" lang="ja-JP" altLang="en-US" sz="900">
                <a:solidFill>
                  <a:srgbClr val="FF0000"/>
                </a:solidFill>
              </a:rPr>
              <a:t>をスイッチ機能に追加</a:t>
            </a:r>
            <a:endParaRPr kumimoji="1" lang="en-US" altLang="ja-JP" sz="900">
              <a:solidFill>
                <a:srgbClr val="FF0000"/>
              </a:solidFill>
            </a:endParaRPr>
          </a:p>
          <a:p>
            <a:r>
              <a:rPr kumimoji="1" lang="en-US" altLang="ja-JP" sz="900">
                <a:solidFill>
                  <a:srgbClr val="FF0000"/>
                </a:solidFill>
              </a:rPr>
              <a:t>Joystick steering</a:t>
            </a:r>
            <a:r>
              <a:rPr kumimoji="1" lang="ja-JP" altLang="en-US" sz="900">
                <a:solidFill>
                  <a:srgbClr val="FF0000"/>
                </a:solidFill>
              </a:rPr>
              <a:t>をスライドスイッチ機能に追加</a:t>
            </a:r>
            <a:endParaRPr kumimoji="1" lang="en-US" altLang="ja-JP" sz="900">
              <a:solidFill>
                <a:srgbClr val="FF0000"/>
              </a:solidFill>
            </a:endParaRPr>
          </a:p>
        </p:txBody>
      </p:sp>
    </p:spTree>
    <p:extLst>
      <p:ext uri="{BB962C8B-B14F-4D97-AF65-F5344CB8AC3E}">
        <p14:creationId xmlns:p14="http://schemas.microsoft.com/office/powerpoint/2010/main" val="22109572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6384A039-AD4D-4DF9-6075-6BE71B8EE6AA}"/>
              </a:ext>
            </a:extLst>
          </p:cNvPr>
          <p:cNvPicPr>
            <a:picLocks noChangeAspect="1"/>
          </p:cNvPicPr>
          <p:nvPr/>
        </p:nvPicPr>
        <p:blipFill>
          <a:blip r:embed="rId2"/>
          <a:stretch>
            <a:fillRect/>
          </a:stretch>
        </p:blipFill>
        <p:spPr>
          <a:xfrm>
            <a:off x="312430" y="487436"/>
            <a:ext cx="6148800" cy="4248000"/>
          </a:xfrm>
          <a:prstGeom prst="rect">
            <a:avLst/>
          </a:prstGeom>
        </p:spPr>
      </p:pic>
      <p:sp>
        <p:nvSpPr>
          <p:cNvPr id="4" name="テキスト ボックス 3"/>
          <p:cNvSpPr txBox="1"/>
          <p:nvPr/>
        </p:nvSpPr>
        <p:spPr>
          <a:xfrm>
            <a:off x="312430" y="79315"/>
            <a:ext cx="5697201"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Operating lever switch(Tilt</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Rotator</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Grip)</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sp>
        <p:nvSpPr>
          <p:cNvPr id="40" name="テキスト ボックス 39"/>
          <p:cNvSpPr txBox="1"/>
          <p:nvPr/>
        </p:nvSpPr>
        <p:spPr>
          <a:xfrm>
            <a:off x="6688138" y="475325"/>
            <a:ext cx="5928569" cy="3077766"/>
          </a:xfrm>
          <a:prstGeom prst="rect">
            <a:avLst/>
          </a:prstGeom>
          <a:solidFill>
            <a:schemeClr val="bg1"/>
          </a:solidFill>
          <a:ln w="635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多機能グリップ（チルトローテータ仕様）のスイッチパターンを設定できます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Left</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Grip	:</a:t>
            </a:r>
            <a:r>
              <a:rPr lang="ja-JP" altLang="en-US" sz="1200">
                <a:latin typeface="Meiryo UI" panose="020B0604030504040204" pitchFamily="50" charset="-128"/>
                <a:ea typeface="Meiryo UI" panose="020B0604030504040204" pitchFamily="50" charset="-128"/>
                <a:cs typeface="Meiryo UI" panose="020B0604030504040204" pitchFamily="50" charset="-128"/>
              </a:rPr>
              <a:t> 左グリップのスイッチを設定します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Right</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Grip	:</a:t>
            </a:r>
            <a:r>
              <a:rPr lang="ja-JP" altLang="en-US" sz="1200">
                <a:latin typeface="Meiryo UI" panose="020B0604030504040204" pitchFamily="50" charset="-128"/>
                <a:ea typeface="Meiryo UI" panose="020B0604030504040204" pitchFamily="50" charset="-128"/>
                <a:cs typeface="Meiryo UI" panose="020B0604030504040204" pitchFamily="50" charset="-128"/>
              </a:rPr>
              <a:t> 右グリップのスイッチを設定します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１</a:t>
            </a:r>
            <a:r>
              <a:rPr lang="en-US" altLang="ja-JP" sz="1200">
                <a:latin typeface="Meiryo UI" panose="020B0604030504040204" pitchFamily="50" charset="-128"/>
                <a:ea typeface="Meiryo UI" panose="020B0604030504040204" pitchFamily="50" charset="-128"/>
                <a:cs typeface="Meiryo UI" panose="020B0604030504040204" pitchFamily="50" charset="-128"/>
              </a:rPr>
              <a:t>~</a:t>
            </a:r>
            <a:r>
              <a:rPr lang="ja-JP" altLang="en-US" sz="1200">
                <a:latin typeface="Meiryo UI" panose="020B0604030504040204" pitchFamily="50" charset="-128"/>
                <a:ea typeface="Meiryo UI" panose="020B0604030504040204" pitchFamily="50" charset="-128"/>
                <a:cs typeface="Meiryo UI" panose="020B0604030504040204" pitchFamily="50" charset="-128"/>
              </a:rPr>
              <a:t>７</a:t>
            </a:r>
            <a:r>
              <a:rPr lang="en-US" altLang="ja-JP" sz="1200">
                <a:latin typeface="Meiryo UI" panose="020B0604030504040204" pitchFamily="50" charset="-128"/>
                <a:ea typeface="Meiryo UI" panose="020B0604030504040204" pitchFamily="50" charset="-128"/>
                <a:cs typeface="Meiryo UI" panose="020B0604030504040204" pitchFamily="50" charset="-128"/>
              </a:rPr>
              <a:t>	:</a:t>
            </a:r>
            <a:r>
              <a:rPr lang="ja-JP" altLang="en-US" sz="1200">
                <a:latin typeface="Meiryo UI" panose="020B0604030504040204" pitchFamily="50" charset="-128"/>
                <a:ea typeface="Meiryo UI" panose="020B0604030504040204" pitchFamily="50" charset="-128"/>
                <a:cs typeface="Meiryo UI" panose="020B0604030504040204" pitchFamily="50" charset="-128"/>
              </a:rPr>
              <a:t> プッシュボタンに機能を割り当てます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982663"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SS1~3	:</a:t>
            </a:r>
            <a:r>
              <a:rPr lang="ja-JP" altLang="en-US" sz="1200">
                <a:latin typeface="Meiryo UI" panose="020B0604030504040204" pitchFamily="50" charset="-128"/>
                <a:ea typeface="Meiryo UI" panose="020B0604030504040204" pitchFamily="50" charset="-128"/>
                <a:cs typeface="Meiryo UI" panose="020B0604030504040204" pitchFamily="50" charset="-128"/>
              </a:rPr>
              <a:t> スライドスイッチに機能を割り当てます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982663"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Rev.</a:t>
            </a:r>
            <a:r>
              <a:rPr lang="ja-JP" altLang="en-US" sz="1200">
                <a:latin typeface="Meiryo UI" panose="020B0604030504040204" pitchFamily="50" charset="-128"/>
                <a:ea typeface="Meiryo UI" panose="020B0604030504040204" pitchFamily="50" charset="-128"/>
                <a:cs typeface="Meiryo UI" panose="020B0604030504040204" pitchFamily="50" charset="-128"/>
              </a:rPr>
              <a:t>を有効にするとスライドスイッチが反転します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982663"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Dead</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Band</a:t>
            </a:r>
            <a:r>
              <a:rPr lang="ja-JP" altLang="en-US" sz="1200">
                <a:latin typeface="Meiryo UI" panose="020B0604030504040204" pitchFamily="50" charset="-128"/>
                <a:ea typeface="Meiryo UI" panose="020B0604030504040204" pitchFamily="50" charset="-128"/>
                <a:cs typeface="Meiryo UI" panose="020B0604030504040204" pitchFamily="50" charset="-128"/>
              </a:rPr>
              <a:t>に数値を入力すると、中立位置に不感帯を設定できます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br>
              <a:rPr lang="en-US" altLang="ja-JP" sz="1200">
                <a:latin typeface="Meiryo UI" panose="020B0604030504040204" pitchFamily="50" charset="-128"/>
                <a:ea typeface="Meiryo UI" panose="020B0604030504040204" pitchFamily="50" charset="-128"/>
                <a:cs typeface="Meiryo UI" panose="020B0604030504040204" pitchFamily="50" charset="-128"/>
              </a:rPr>
            </a:b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Home	:</a:t>
            </a:r>
            <a:r>
              <a:rPr lang="ja-JP" altLang="en-US" sz="120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変更した値を反映させます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④</a:t>
            </a:r>
            <a:r>
              <a:rPr lang="en-US" altLang="ja-JP" sz="1200">
                <a:latin typeface="Meiryo UI" panose="020B0604030504040204" pitchFamily="50" charset="-128"/>
                <a:ea typeface="Meiryo UI" panose="020B0604030504040204" pitchFamily="50" charset="-128"/>
                <a:cs typeface="Meiryo UI" panose="020B0604030504040204" pitchFamily="50" charset="-128"/>
              </a:rPr>
              <a:t>Reset</a:t>
            </a:r>
            <a:r>
              <a:rPr lang="en-US" altLang="ja-JP" sz="1200" i="1">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t>
            </a:r>
            <a:r>
              <a:rPr lang="ja-JP" altLang="en-US" sz="1200">
                <a:latin typeface="Meiryo UI" panose="020B0604030504040204" pitchFamily="50" charset="-128"/>
                <a:ea typeface="Meiryo UI" panose="020B0604030504040204" pitchFamily="50" charset="-128"/>
                <a:cs typeface="Meiryo UI" panose="020B0604030504040204" pitchFamily="50" charset="-128"/>
              </a:rPr>
              <a:t> 設定を初期値に戻します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6" name="グループ化 25"/>
          <p:cNvGrpSpPr/>
          <p:nvPr/>
        </p:nvGrpSpPr>
        <p:grpSpPr>
          <a:xfrm>
            <a:off x="3028936" y="337258"/>
            <a:ext cx="741835" cy="728258"/>
            <a:chOff x="6028504" y="355342"/>
            <a:chExt cx="741835" cy="728258"/>
          </a:xfrm>
        </p:grpSpPr>
        <p:sp>
          <p:nvSpPr>
            <p:cNvPr id="27" name="角丸四角形 26"/>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2" name="直線矢印コネクタ 31"/>
            <p:cNvCxnSpPr>
              <a:stCxn id="33" idx="4"/>
              <a:endCxn id="27"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円/楕円 32"/>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34" name="グループ化 33"/>
          <p:cNvGrpSpPr/>
          <p:nvPr/>
        </p:nvGrpSpPr>
        <p:grpSpPr>
          <a:xfrm>
            <a:off x="2259502" y="337258"/>
            <a:ext cx="741835" cy="728258"/>
            <a:chOff x="6028504" y="355342"/>
            <a:chExt cx="741835" cy="728258"/>
          </a:xfrm>
        </p:grpSpPr>
        <p:sp>
          <p:nvSpPr>
            <p:cNvPr id="35" name="角丸四角形 34"/>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6" name="直線矢印コネクタ 35"/>
            <p:cNvCxnSpPr>
              <a:stCxn id="37" idx="4"/>
              <a:endCxn id="35"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円/楕円 36"/>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grpSp>
        <p:nvGrpSpPr>
          <p:cNvPr id="17" name="グループ化 16"/>
          <p:cNvGrpSpPr/>
          <p:nvPr/>
        </p:nvGrpSpPr>
        <p:grpSpPr>
          <a:xfrm>
            <a:off x="5507527" y="4004545"/>
            <a:ext cx="855173" cy="699521"/>
            <a:chOff x="6028504" y="384079"/>
            <a:chExt cx="855173" cy="699521"/>
          </a:xfrm>
        </p:grpSpPr>
        <p:sp>
          <p:nvSpPr>
            <p:cNvPr id="18" name="角丸四角形 17"/>
            <p:cNvSpPr/>
            <p:nvPr/>
          </p:nvSpPr>
          <p:spPr>
            <a:xfrm>
              <a:off x="6028504" y="824337"/>
              <a:ext cx="855173"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9" name="直線矢印コネクタ 18"/>
            <p:cNvCxnSpPr>
              <a:stCxn id="20" idx="4"/>
              <a:endCxn id="18" idx="0"/>
            </p:cNvCxnSpPr>
            <p:nvPr/>
          </p:nvCxnSpPr>
          <p:spPr>
            <a:xfrm>
              <a:off x="6456090" y="672079"/>
              <a:ext cx="1" cy="15225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円/楕円 19"/>
            <p:cNvSpPr/>
            <p:nvPr/>
          </p:nvSpPr>
          <p:spPr>
            <a:xfrm>
              <a:off x="6312090" y="384079"/>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4</a:t>
              </a:r>
              <a:endParaRPr lang="ja-JP" altLang="en-US" sz="1800">
                <a:solidFill>
                  <a:srgbClr val="FF0000"/>
                </a:solidFill>
              </a:endParaRPr>
            </a:p>
          </p:txBody>
        </p:sp>
      </p:grpSp>
      <p:sp>
        <p:nvSpPr>
          <p:cNvPr id="13" name="テキスト ボックス 12">
            <a:extLst>
              <a:ext uri="{FF2B5EF4-FFF2-40B4-BE49-F238E27FC236}">
                <a16:creationId xmlns:a16="http://schemas.microsoft.com/office/drawing/2014/main" id="{C0910EA0-4F58-FA14-B459-A964B17E8E56}"/>
              </a:ext>
            </a:extLst>
          </p:cNvPr>
          <p:cNvSpPr txBox="1"/>
          <p:nvPr/>
        </p:nvSpPr>
        <p:spPr>
          <a:xfrm>
            <a:off x="266461" y="5135106"/>
            <a:ext cx="942887" cy="261610"/>
          </a:xfrm>
          <a:prstGeom prst="rect">
            <a:avLst/>
          </a:prstGeom>
          <a:noFill/>
        </p:spPr>
        <p:txBody>
          <a:bodyPr wrap="none" rtlCol="0">
            <a:spAutoFit/>
          </a:bodyPr>
          <a:lstStyle/>
          <a:p>
            <a:r>
              <a:rPr lang="ja-JP" altLang="en-US" sz="1100"/>
              <a:t>スイッチ機能</a:t>
            </a:r>
            <a:endParaRPr kumimoji="1" lang="ja-JP" altLang="en-US" sz="1100"/>
          </a:p>
        </p:txBody>
      </p:sp>
      <p:sp>
        <p:nvSpPr>
          <p:cNvPr id="14" name="テキスト ボックス 13">
            <a:extLst>
              <a:ext uri="{FF2B5EF4-FFF2-40B4-BE49-F238E27FC236}">
                <a16:creationId xmlns:a16="http://schemas.microsoft.com/office/drawing/2014/main" id="{BC3E466A-F388-3E31-D7D2-A28AD4B88372}"/>
              </a:ext>
            </a:extLst>
          </p:cNvPr>
          <p:cNvSpPr txBox="1"/>
          <p:nvPr/>
        </p:nvSpPr>
        <p:spPr>
          <a:xfrm>
            <a:off x="2138593" y="5139260"/>
            <a:ext cx="1399742" cy="261610"/>
          </a:xfrm>
          <a:prstGeom prst="rect">
            <a:avLst/>
          </a:prstGeom>
          <a:noFill/>
        </p:spPr>
        <p:txBody>
          <a:bodyPr wrap="none" rtlCol="0">
            <a:spAutoFit/>
          </a:bodyPr>
          <a:lstStyle/>
          <a:p>
            <a:r>
              <a:rPr kumimoji="1" lang="ja-JP" altLang="en-US" sz="1100"/>
              <a:t>スライドスイッチ機能</a:t>
            </a:r>
          </a:p>
        </p:txBody>
      </p:sp>
      <p:sp>
        <p:nvSpPr>
          <p:cNvPr id="15" name="テキスト ボックス 14">
            <a:extLst>
              <a:ext uri="{FF2B5EF4-FFF2-40B4-BE49-F238E27FC236}">
                <a16:creationId xmlns:a16="http://schemas.microsoft.com/office/drawing/2014/main" id="{80102D9C-8EB3-CFBA-5EFB-628774A7546C}"/>
              </a:ext>
            </a:extLst>
          </p:cNvPr>
          <p:cNvSpPr txBox="1"/>
          <p:nvPr/>
        </p:nvSpPr>
        <p:spPr>
          <a:xfrm>
            <a:off x="2162596" y="8155263"/>
            <a:ext cx="2198038" cy="369332"/>
          </a:xfrm>
          <a:prstGeom prst="rect">
            <a:avLst/>
          </a:prstGeom>
          <a:noFill/>
        </p:spPr>
        <p:txBody>
          <a:bodyPr wrap="none" rtlCol="0">
            <a:spAutoFit/>
          </a:bodyPr>
          <a:lstStyle/>
          <a:p>
            <a:r>
              <a:rPr kumimoji="1" lang="ja-JP" altLang="en-US" sz="900">
                <a:solidFill>
                  <a:srgbClr val="FF0000"/>
                </a:solidFill>
              </a:rPr>
              <a:t>△</a:t>
            </a:r>
            <a:r>
              <a:rPr kumimoji="1" lang="en-US" altLang="ja-JP" sz="900">
                <a:solidFill>
                  <a:srgbClr val="FF0000"/>
                </a:solidFill>
              </a:rPr>
              <a:t>05</a:t>
            </a:r>
            <a:br>
              <a:rPr kumimoji="1" lang="en-US" altLang="ja-JP" sz="900">
                <a:solidFill>
                  <a:srgbClr val="FF0000"/>
                </a:solidFill>
              </a:rPr>
            </a:br>
            <a:r>
              <a:rPr kumimoji="1" lang="en-US" altLang="ja-JP" sz="900">
                <a:solidFill>
                  <a:srgbClr val="FF0000"/>
                </a:solidFill>
              </a:rPr>
              <a:t>Boom</a:t>
            </a:r>
            <a:r>
              <a:rPr kumimoji="1" lang="ja-JP" altLang="en-US" sz="900">
                <a:solidFill>
                  <a:srgbClr val="FF0000"/>
                </a:solidFill>
              </a:rPr>
              <a:t> </a:t>
            </a:r>
            <a:r>
              <a:rPr kumimoji="1" lang="en-US" altLang="ja-JP" sz="900">
                <a:solidFill>
                  <a:srgbClr val="FF0000"/>
                </a:solidFill>
              </a:rPr>
              <a:t>Swing</a:t>
            </a:r>
            <a:r>
              <a:rPr kumimoji="1" lang="ja-JP" altLang="en-US" sz="900">
                <a:solidFill>
                  <a:srgbClr val="FF0000"/>
                </a:solidFill>
              </a:rPr>
              <a:t>をスライドスイッチ機能に追加</a:t>
            </a:r>
            <a:endParaRPr kumimoji="1" lang="en-US" altLang="ja-JP" sz="900">
              <a:solidFill>
                <a:srgbClr val="FF0000"/>
              </a:solidFill>
            </a:endParaRPr>
          </a:p>
        </p:txBody>
      </p:sp>
      <p:pic>
        <p:nvPicPr>
          <p:cNvPr id="21" name="図 20">
            <a:extLst>
              <a:ext uri="{FF2B5EF4-FFF2-40B4-BE49-F238E27FC236}">
                <a16:creationId xmlns:a16="http://schemas.microsoft.com/office/drawing/2014/main" id="{1652B8AA-36B4-5C17-0615-10274EDDCDF3}"/>
              </a:ext>
            </a:extLst>
          </p:cNvPr>
          <p:cNvPicPr>
            <a:picLocks noChangeAspect="1"/>
          </p:cNvPicPr>
          <p:nvPr/>
        </p:nvPicPr>
        <p:blipFill rotWithShape="1">
          <a:blip r:embed="rId3"/>
          <a:srcRect b="57379"/>
          <a:stretch/>
        </p:blipFill>
        <p:spPr>
          <a:xfrm>
            <a:off x="328969" y="5396717"/>
            <a:ext cx="1238250" cy="1262560"/>
          </a:xfrm>
          <a:prstGeom prst="rect">
            <a:avLst/>
          </a:prstGeom>
        </p:spPr>
      </p:pic>
      <p:pic>
        <p:nvPicPr>
          <p:cNvPr id="23" name="図 22">
            <a:extLst>
              <a:ext uri="{FF2B5EF4-FFF2-40B4-BE49-F238E27FC236}">
                <a16:creationId xmlns:a16="http://schemas.microsoft.com/office/drawing/2014/main" id="{7F562A35-EF57-FC1D-3049-7C873E21A2C4}"/>
              </a:ext>
            </a:extLst>
          </p:cNvPr>
          <p:cNvPicPr>
            <a:picLocks noChangeAspect="1"/>
          </p:cNvPicPr>
          <p:nvPr/>
        </p:nvPicPr>
        <p:blipFill>
          <a:blip r:embed="rId4"/>
          <a:stretch>
            <a:fillRect/>
          </a:stretch>
        </p:blipFill>
        <p:spPr>
          <a:xfrm>
            <a:off x="2162596" y="5392451"/>
            <a:ext cx="1381125" cy="2533650"/>
          </a:xfrm>
          <a:prstGeom prst="rect">
            <a:avLst/>
          </a:prstGeom>
        </p:spPr>
      </p:pic>
      <p:pic>
        <p:nvPicPr>
          <p:cNvPr id="6" name="図 5">
            <a:extLst>
              <a:ext uri="{FF2B5EF4-FFF2-40B4-BE49-F238E27FC236}">
                <a16:creationId xmlns:a16="http://schemas.microsoft.com/office/drawing/2014/main" id="{F2570AB3-C39F-EBB1-CFAA-3B09E2EAC12D}"/>
              </a:ext>
            </a:extLst>
          </p:cNvPr>
          <p:cNvPicPr>
            <a:picLocks noChangeAspect="1"/>
          </p:cNvPicPr>
          <p:nvPr/>
        </p:nvPicPr>
        <p:blipFill rotWithShape="1">
          <a:blip r:embed="rId3"/>
          <a:srcRect t="42486"/>
          <a:stretch/>
        </p:blipFill>
        <p:spPr>
          <a:xfrm>
            <a:off x="334357" y="7488068"/>
            <a:ext cx="1238250" cy="1703722"/>
          </a:xfrm>
          <a:prstGeom prst="rect">
            <a:avLst/>
          </a:prstGeom>
        </p:spPr>
      </p:pic>
      <p:pic>
        <p:nvPicPr>
          <p:cNvPr id="8" name="図 7">
            <a:extLst>
              <a:ext uri="{FF2B5EF4-FFF2-40B4-BE49-F238E27FC236}">
                <a16:creationId xmlns:a16="http://schemas.microsoft.com/office/drawing/2014/main" id="{AC304E85-C664-4150-9C36-25F9B887ADB9}"/>
              </a:ext>
            </a:extLst>
          </p:cNvPr>
          <p:cNvPicPr>
            <a:picLocks noChangeAspect="1"/>
          </p:cNvPicPr>
          <p:nvPr/>
        </p:nvPicPr>
        <p:blipFill rotWithShape="1">
          <a:blip r:embed="rId5"/>
          <a:srcRect l="1285" r="2431"/>
          <a:stretch/>
        </p:blipFill>
        <p:spPr>
          <a:xfrm>
            <a:off x="328968" y="6659276"/>
            <a:ext cx="1238250" cy="866896"/>
          </a:xfrm>
          <a:prstGeom prst="rect">
            <a:avLst/>
          </a:prstGeom>
        </p:spPr>
      </p:pic>
      <p:pic>
        <p:nvPicPr>
          <p:cNvPr id="16" name="図 15">
            <a:extLst>
              <a:ext uri="{FF2B5EF4-FFF2-40B4-BE49-F238E27FC236}">
                <a16:creationId xmlns:a16="http://schemas.microsoft.com/office/drawing/2014/main" id="{6652E54E-E2B1-0B67-BB09-099E3B6395DA}"/>
              </a:ext>
            </a:extLst>
          </p:cNvPr>
          <p:cNvPicPr>
            <a:picLocks noChangeAspect="1"/>
          </p:cNvPicPr>
          <p:nvPr/>
        </p:nvPicPr>
        <p:blipFill>
          <a:blip r:embed="rId6"/>
          <a:stretch>
            <a:fillRect/>
          </a:stretch>
        </p:blipFill>
        <p:spPr>
          <a:xfrm>
            <a:off x="2160364" y="6659276"/>
            <a:ext cx="1381125" cy="1436741"/>
          </a:xfrm>
          <a:prstGeom prst="rect">
            <a:avLst/>
          </a:prstGeom>
        </p:spPr>
      </p:pic>
      <p:sp>
        <p:nvSpPr>
          <p:cNvPr id="22" name="テキスト ボックス 21">
            <a:extLst>
              <a:ext uri="{FF2B5EF4-FFF2-40B4-BE49-F238E27FC236}">
                <a16:creationId xmlns:a16="http://schemas.microsoft.com/office/drawing/2014/main" id="{A550FC18-AC39-70FF-0602-6396B1365C37}"/>
              </a:ext>
            </a:extLst>
          </p:cNvPr>
          <p:cNvSpPr txBox="1"/>
          <p:nvPr/>
        </p:nvSpPr>
        <p:spPr>
          <a:xfrm>
            <a:off x="2162596" y="8524595"/>
            <a:ext cx="2375971" cy="507831"/>
          </a:xfrm>
          <a:prstGeom prst="rect">
            <a:avLst/>
          </a:prstGeom>
          <a:noFill/>
        </p:spPr>
        <p:txBody>
          <a:bodyPr wrap="none" rtlCol="0">
            <a:spAutoFit/>
          </a:bodyPr>
          <a:lstStyle/>
          <a:p>
            <a:r>
              <a:rPr kumimoji="1" lang="ja-JP" altLang="en-US" sz="900">
                <a:solidFill>
                  <a:srgbClr val="FF0000"/>
                </a:solidFill>
              </a:rPr>
              <a:t>△</a:t>
            </a:r>
            <a:r>
              <a:rPr kumimoji="1" lang="en-US" altLang="ja-JP" sz="900">
                <a:solidFill>
                  <a:srgbClr val="FF0000"/>
                </a:solidFill>
              </a:rPr>
              <a:t>08</a:t>
            </a:r>
            <a:br>
              <a:rPr kumimoji="1" lang="en-US" altLang="ja-JP" sz="900">
                <a:solidFill>
                  <a:srgbClr val="FF0000"/>
                </a:solidFill>
              </a:rPr>
            </a:br>
            <a:r>
              <a:rPr lang="en-US" altLang="ja-JP" sz="900">
                <a:solidFill>
                  <a:srgbClr val="FF0000"/>
                </a:solidFill>
              </a:rPr>
              <a:t>Extension</a:t>
            </a:r>
            <a:r>
              <a:rPr lang="ja-JP" altLang="en-US" sz="900">
                <a:solidFill>
                  <a:srgbClr val="FF0000"/>
                </a:solidFill>
              </a:rPr>
              <a:t> </a:t>
            </a:r>
            <a:r>
              <a:rPr lang="en-US" altLang="ja-JP" sz="900">
                <a:solidFill>
                  <a:srgbClr val="FF0000"/>
                </a:solidFill>
              </a:rPr>
              <a:t>Out1-4</a:t>
            </a:r>
            <a:r>
              <a:rPr kumimoji="1" lang="ja-JP" altLang="en-US" sz="900">
                <a:solidFill>
                  <a:srgbClr val="FF0000"/>
                </a:solidFill>
              </a:rPr>
              <a:t>をスイッチ機能に追加</a:t>
            </a:r>
            <a:endParaRPr kumimoji="1" lang="en-US" altLang="ja-JP" sz="900">
              <a:solidFill>
                <a:srgbClr val="FF0000"/>
              </a:solidFill>
            </a:endParaRPr>
          </a:p>
          <a:p>
            <a:r>
              <a:rPr lang="en-US" altLang="ja-JP" sz="900">
                <a:solidFill>
                  <a:srgbClr val="FF0000"/>
                </a:solidFill>
              </a:rPr>
              <a:t>Extension</a:t>
            </a:r>
            <a:r>
              <a:rPr lang="ja-JP" altLang="en-US" sz="900">
                <a:solidFill>
                  <a:srgbClr val="FF0000"/>
                </a:solidFill>
              </a:rPr>
              <a:t> </a:t>
            </a:r>
            <a:r>
              <a:rPr lang="en-US" altLang="ja-JP" sz="900">
                <a:solidFill>
                  <a:srgbClr val="FF0000"/>
                </a:solidFill>
              </a:rPr>
              <a:t>Out5</a:t>
            </a:r>
            <a:r>
              <a:rPr kumimoji="1" lang="ja-JP" altLang="en-US" sz="900">
                <a:solidFill>
                  <a:srgbClr val="FF0000"/>
                </a:solidFill>
              </a:rPr>
              <a:t>を</a:t>
            </a:r>
            <a:r>
              <a:rPr lang="ja-JP" altLang="en-US" sz="900">
                <a:solidFill>
                  <a:srgbClr val="FF0000"/>
                </a:solidFill>
              </a:rPr>
              <a:t>スライド</a:t>
            </a:r>
            <a:r>
              <a:rPr kumimoji="1" lang="ja-JP" altLang="en-US" sz="900">
                <a:solidFill>
                  <a:srgbClr val="FF0000"/>
                </a:solidFill>
              </a:rPr>
              <a:t>スイッチ機能に追加</a:t>
            </a:r>
            <a:endParaRPr kumimoji="1" lang="en-US" altLang="ja-JP" sz="900">
              <a:solidFill>
                <a:srgbClr val="FF0000"/>
              </a:solidFill>
            </a:endParaRPr>
          </a:p>
        </p:txBody>
      </p:sp>
      <p:sp>
        <p:nvSpPr>
          <p:cNvPr id="2" name="テキスト ボックス 1">
            <a:extLst>
              <a:ext uri="{FF2B5EF4-FFF2-40B4-BE49-F238E27FC236}">
                <a16:creationId xmlns:a16="http://schemas.microsoft.com/office/drawing/2014/main" id="{952F044A-4AE4-4869-B16D-8A8A49EAB2E3}"/>
              </a:ext>
            </a:extLst>
          </p:cNvPr>
          <p:cNvSpPr txBox="1"/>
          <p:nvPr/>
        </p:nvSpPr>
        <p:spPr>
          <a:xfrm>
            <a:off x="2160364" y="9009148"/>
            <a:ext cx="2428870" cy="507831"/>
          </a:xfrm>
          <a:prstGeom prst="rect">
            <a:avLst/>
          </a:prstGeom>
          <a:noFill/>
        </p:spPr>
        <p:txBody>
          <a:bodyPr wrap="none" rtlCol="0">
            <a:spAutoFit/>
          </a:bodyPr>
          <a:lstStyle/>
          <a:p>
            <a:r>
              <a:rPr kumimoji="1" lang="ja-JP" altLang="en-US" sz="900">
                <a:solidFill>
                  <a:srgbClr val="FF0000"/>
                </a:solidFill>
              </a:rPr>
              <a:t>△</a:t>
            </a:r>
            <a:r>
              <a:rPr kumimoji="1" lang="en-US" altLang="ja-JP" sz="900">
                <a:solidFill>
                  <a:srgbClr val="FF0000"/>
                </a:solidFill>
              </a:rPr>
              <a:t>09</a:t>
            </a:r>
            <a:br>
              <a:rPr kumimoji="1" lang="en-US" altLang="ja-JP" sz="900">
                <a:solidFill>
                  <a:srgbClr val="FF0000"/>
                </a:solidFill>
              </a:rPr>
            </a:br>
            <a:r>
              <a:rPr kumimoji="1" lang="en-US" altLang="ja-JP" sz="900">
                <a:solidFill>
                  <a:srgbClr val="FF0000"/>
                </a:solidFill>
              </a:rPr>
              <a:t>Boom</a:t>
            </a:r>
            <a:r>
              <a:rPr lang="ja-JP" altLang="en-US" sz="900">
                <a:solidFill>
                  <a:srgbClr val="FF0000"/>
                </a:solidFill>
              </a:rPr>
              <a:t> </a:t>
            </a:r>
            <a:r>
              <a:rPr lang="en-US" altLang="ja-JP" sz="900">
                <a:solidFill>
                  <a:srgbClr val="FF0000"/>
                </a:solidFill>
              </a:rPr>
              <a:t>suspension</a:t>
            </a:r>
            <a:r>
              <a:rPr kumimoji="1" lang="ja-JP" altLang="en-US" sz="900">
                <a:solidFill>
                  <a:srgbClr val="FF0000"/>
                </a:solidFill>
              </a:rPr>
              <a:t>をスイッチ機能に追加</a:t>
            </a:r>
            <a:endParaRPr kumimoji="1" lang="en-US" altLang="ja-JP" sz="900">
              <a:solidFill>
                <a:srgbClr val="FF0000"/>
              </a:solidFill>
            </a:endParaRPr>
          </a:p>
          <a:p>
            <a:r>
              <a:rPr kumimoji="1" lang="en-US" altLang="ja-JP" sz="900">
                <a:solidFill>
                  <a:srgbClr val="FF0000"/>
                </a:solidFill>
              </a:rPr>
              <a:t>Joystick steering</a:t>
            </a:r>
            <a:r>
              <a:rPr kumimoji="1" lang="ja-JP" altLang="en-US" sz="900">
                <a:solidFill>
                  <a:srgbClr val="FF0000"/>
                </a:solidFill>
              </a:rPr>
              <a:t>をスライドスイッチ機能に追加</a:t>
            </a:r>
            <a:endParaRPr kumimoji="1" lang="en-US" altLang="ja-JP" sz="900">
              <a:solidFill>
                <a:srgbClr val="FF0000"/>
              </a:solidFill>
            </a:endParaRPr>
          </a:p>
        </p:txBody>
      </p:sp>
    </p:spTree>
    <p:extLst>
      <p:ext uri="{BB962C8B-B14F-4D97-AF65-F5344CB8AC3E}">
        <p14:creationId xmlns:p14="http://schemas.microsoft.com/office/powerpoint/2010/main" val="13314211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69" y="479425"/>
            <a:ext cx="6119995" cy="4247996"/>
          </a:xfrm>
          <a:prstGeom prst="rect">
            <a:avLst/>
          </a:prstGeom>
        </p:spPr>
      </p:pic>
      <p:sp>
        <p:nvSpPr>
          <p:cNvPr id="4" name="テキスト ボックス 3"/>
          <p:cNvSpPr txBox="1"/>
          <p:nvPr/>
        </p:nvSpPr>
        <p:spPr>
          <a:xfrm>
            <a:off x="312430" y="79315"/>
            <a:ext cx="2643224"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270deg</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camera</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49628" y="3499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sp>
        <p:nvSpPr>
          <p:cNvPr id="40" name="テキスト ボックス 39"/>
          <p:cNvSpPr txBox="1"/>
          <p:nvPr/>
        </p:nvSpPr>
        <p:spPr>
          <a:xfrm>
            <a:off x="6688138" y="475325"/>
            <a:ext cx="5928569" cy="1292662"/>
          </a:xfrm>
          <a:prstGeom prst="rect">
            <a:avLst/>
          </a:prstGeom>
          <a:solidFill>
            <a:schemeClr val="bg1"/>
          </a:solidFill>
          <a:ln w="6350">
            <a:solidFill>
              <a:schemeClr val="tx1"/>
            </a:solidFill>
          </a:ln>
        </p:spPr>
        <p:txBody>
          <a:bodyPr wrap="square" rtlCol="0">
            <a:spAutoFit/>
          </a:bodyPr>
          <a:lstStyle/>
          <a:p>
            <a:r>
              <a:rPr lang="en-US" altLang="ja-JP" sz="1200">
                <a:latin typeface="Meiryo UI" panose="020B0604030504040204" pitchFamily="50" charset="-128"/>
                <a:ea typeface="Meiryo UI" panose="020B0604030504040204" pitchFamily="50" charset="-128"/>
                <a:cs typeface="Meiryo UI" panose="020B0604030504040204" pitchFamily="50" charset="-128"/>
              </a:rPr>
              <a:t>270°</a:t>
            </a:r>
            <a:r>
              <a:rPr lang="ja-JP" altLang="en-US" sz="1200">
                <a:latin typeface="Meiryo UI" panose="020B0604030504040204" pitchFamily="50" charset="-128"/>
                <a:ea typeface="Meiryo UI" panose="020B0604030504040204" pitchFamily="50" charset="-128"/>
                <a:cs typeface="Meiryo UI" panose="020B0604030504040204" pitchFamily="50" charset="-128"/>
              </a:rPr>
              <a:t>カメラシステムのキャリブレーションを実行できます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Home	:</a:t>
            </a:r>
            <a:r>
              <a:rPr lang="ja-JP" altLang="en-US" sz="120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SET	:</a:t>
            </a:r>
            <a:r>
              <a:rPr lang="ja-JP" altLang="en-US" sz="1200">
                <a:latin typeface="Meiryo UI" panose="020B0604030504040204" pitchFamily="50" charset="-128"/>
                <a:ea typeface="Meiryo UI" panose="020B0604030504040204" pitchFamily="50" charset="-128"/>
                <a:cs typeface="Meiryo UI" panose="020B0604030504040204" pitchFamily="50" charset="-128"/>
              </a:rPr>
              <a:t> キャリブレーションを実行します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SAVE	:</a:t>
            </a:r>
            <a:r>
              <a:rPr lang="ja-JP" altLang="en-US" sz="1200">
                <a:latin typeface="Meiryo UI" panose="020B0604030504040204" pitchFamily="50" charset="-128"/>
                <a:ea typeface="Meiryo UI" panose="020B0604030504040204" pitchFamily="50" charset="-128"/>
                <a:cs typeface="Meiryo UI" panose="020B0604030504040204" pitchFamily="50" charset="-128"/>
              </a:rPr>
              <a:t> キャリブレーションの結果を保存します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17" name="グループ化 16"/>
          <p:cNvGrpSpPr/>
          <p:nvPr/>
        </p:nvGrpSpPr>
        <p:grpSpPr>
          <a:xfrm>
            <a:off x="1522267" y="1307306"/>
            <a:ext cx="1281198" cy="718774"/>
            <a:chOff x="6028504" y="809507"/>
            <a:chExt cx="1281198" cy="718774"/>
          </a:xfrm>
        </p:grpSpPr>
        <p:sp>
          <p:nvSpPr>
            <p:cNvPr id="18" name="角丸四角形 17"/>
            <p:cNvSpPr/>
            <p:nvPr/>
          </p:nvSpPr>
          <p:spPr>
            <a:xfrm>
              <a:off x="6028504" y="809507"/>
              <a:ext cx="855173" cy="29014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sp>
          <p:nvSpPr>
            <p:cNvPr id="20" name="円/楕円 19"/>
            <p:cNvSpPr/>
            <p:nvPr/>
          </p:nvSpPr>
          <p:spPr>
            <a:xfrm>
              <a:off x="7021702" y="811656"/>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sp>
          <p:nvSpPr>
            <p:cNvPr id="29" name="角丸四角形 28"/>
            <p:cNvSpPr/>
            <p:nvPr/>
          </p:nvSpPr>
          <p:spPr>
            <a:xfrm>
              <a:off x="6028504" y="1238132"/>
              <a:ext cx="855173" cy="29014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sp>
          <p:nvSpPr>
            <p:cNvPr id="30" name="円/楕円 29"/>
            <p:cNvSpPr/>
            <p:nvPr/>
          </p:nvSpPr>
          <p:spPr>
            <a:xfrm>
              <a:off x="7021702" y="1240281"/>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cxnSp>
        <p:nvCxnSpPr>
          <p:cNvPr id="22" name="直線矢印コネクタ 21"/>
          <p:cNvCxnSpPr>
            <a:stCxn id="20" idx="2"/>
            <a:endCxn id="18" idx="3"/>
          </p:cNvCxnSpPr>
          <p:nvPr/>
        </p:nvCxnSpPr>
        <p:spPr>
          <a:xfrm flipH="1" flipV="1">
            <a:off x="2377440" y="1452381"/>
            <a:ext cx="138025" cy="107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22041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コンテンツプレースホル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269" y="479425"/>
            <a:ext cx="6119995" cy="4247996"/>
          </a:xfrm>
          <a:prstGeom prst="rect">
            <a:avLst/>
          </a:prstGeom>
        </p:spPr>
      </p:pic>
      <p:sp>
        <p:nvSpPr>
          <p:cNvPr id="4" name="テキスト ボックス 3"/>
          <p:cNvSpPr txBox="1"/>
          <p:nvPr/>
        </p:nvSpPr>
        <p:spPr>
          <a:xfrm>
            <a:off x="312430" y="79315"/>
            <a:ext cx="2807179"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Engine</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auto</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stop</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endParaRPr lang="en-US" altLang="ja-JP" sz="200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sp>
        <p:nvSpPr>
          <p:cNvPr id="40" name="テキスト ボックス 39"/>
          <p:cNvSpPr txBox="1"/>
          <p:nvPr/>
        </p:nvSpPr>
        <p:spPr>
          <a:xfrm>
            <a:off x="6688138" y="475325"/>
            <a:ext cx="5928569" cy="2708434"/>
          </a:xfrm>
          <a:prstGeom prst="rect">
            <a:avLst/>
          </a:prstGeom>
          <a:solidFill>
            <a:schemeClr val="bg1"/>
          </a:solidFill>
          <a:ln w="635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エンジンオートストップの情報と設定を行えます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895350" algn="l"/>
                <a:tab pos="982663"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Idling</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time	:</a:t>
            </a:r>
            <a:r>
              <a:rPr lang="ja-JP" altLang="en-US" sz="1200">
                <a:latin typeface="Meiryo UI" panose="020B0604030504040204" pitchFamily="50" charset="-128"/>
                <a:ea typeface="Meiryo UI" panose="020B0604030504040204" pitchFamily="50" charset="-128"/>
                <a:cs typeface="Meiryo UI" panose="020B0604030504040204" pitchFamily="50" charset="-128"/>
              </a:rPr>
              <a:t> レバーロックを上げた状態で何分間後にエンジンていしするか設定できます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895350" algn="l"/>
                <a:tab pos="982663" algn="l"/>
              </a:tabLst>
            </a:pPr>
            <a:r>
              <a:rPr lang="ja-JP" altLang="en-US"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設定可能範囲 </a:t>
            </a: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0~255</a:t>
            </a:r>
          </a:p>
          <a:p>
            <a:pPr marL="180000">
              <a:tabLst>
                <a:tab pos="982663"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0</a:t>
            </a:r>
            <a:r>
              <a:rPr lang="ja-JP" altLang="en-US"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に設定するとオートストップしなくなります</a:t>
            </a:r>
            <a:endPar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Status	:</a:t>
            </a:r>
            <a:r>
              <a:rPr lang="ja-JP" altLang="en-US" sz="1200">
                <a:latin typeface="Meiryo UI" panose="020B0604030504040204" pitchFamily="50" charset="-128"/>
                <a:ea typeface="Meiryo UI" panose="020B0604030504040204" pitchFamily="50" charset="-128"/>
                <a:cs typeface="Meiryo UI" panose="020B0604030504040204" pitchFamily="50" charset="-128"/>
              </a:rPr>
              <a:t> エンジンオートストップに関係する状態を確認できます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すべて０ならば指定時間後にエンジンが停止します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どれかひとつでも１がある場合、エンジンは停止しません</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Home	:</a:t>
            </a:r>
            <a:r>
              <a:rPr lang="ja-JP" altLang="en-US" sz="120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変更した値を反映させます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6" name="グループ化 25"/>
          <p:cNvGrpSpPr/>
          <p:nvPr/>
        </p:nvGrpSpPr>
        <p:grpSpPr>
          <a:xfrm>
            <a:off x="3028936" y="337258"/>
            <a:ext cx="741835" cy="728258"/>
            <a:chOff x="6028504" y="355342"/>
            <a:chExt cx="741835" cy="728258"/>
          </a:xfrm>
        </p:grpSpPr>
        <p:sp>
          <p:nvSpPr>
            <p:cNvPr id="27" name="角丸四角形 26"/>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2" name="直線矢印コネクタ 31"/>
            <p:cNvCxnSpPr>
              <a:stCxn id="33" idx="4"/>
              <a:endCxn id="27"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円/楕円 32"/>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34" name="グループ化 33"/>
          <p:cNvGrpSpPr/>
          <p:nvPr/>
        </p:nvGrpSpPr>
        <p:grpSpPr>
          <a:xfrm>
            <a:off x="2259502" y="337258"/>
            <a:ext cx="741835" cy="728258"/>
            <a:chOff x="6028504" y="355342"/>
            <a:chExt cx="741835" cy="728258"/>
          </a:xfrm>
        </p:grpSpPr>
        <p:sp>
          <p:nvSpPr>
            <p:cNvPr id="35" name="角丸四角形 34"/>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6" name="直線矢印コネクタ 35"/>
            <p:cNvCxnSpPr>
              <a:stCxn id="37" idx="4"/>
              <a:endCxn id="35"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円/楕円 36"/>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spTree>
    <p:extLst>
      <p:ext uri="{BB962C8B-B14F-4D97-AF65-F5344CB8AC3E}">
        <p14:creationId xmlns:p14="http://schemas.microsoft.com/office/powerpoint/2010/main" val="22397976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4" name="図 23">
            <a:extLst>
              <a:ext uri="{FF2B5EF4-FFF2-40B4-BE49-F238E27FC236}">
                <a16:creationId xmlns:a16="http://schemas.microsoft.com/office/drawing/2014/main" id="{E36BD61C-8531-F8C1-0155-2918A4CAE612}"/>
              </a:ext>
            </a:extLst>
          </p:cNvPr>
          <p:cNvPicPr>
            <a:picLocks noChangeAspect="1"/>
          </p:cNvPicPr>
          <p:nvPr/>
        </p:nvPicPr>
        <p:blipFill>
          <a:blip r:embed="rId2"/>
          <a:srcRect r="15161" b="23367"/>
          <a:stretch>
            <a:fillRect/>
          </a:stretch>
        </p:blipFill>
        <p:spPr>
          <a:xfrm>
            <a:off x="312430" y="468795"/>
            <a:ext cx="6068203" cy="4188374"/>
          </a:xfrm>
          <a:prstGeom prst="rect">
            <a:avLst/>
          </a:prstGeom>
        </p:spPr>
      </p:pic>
      <p:pic>
        <p:nvPicPr>
          <p:cNvPr id="14" name="図 13" descr="グラフィカル ユーザー インターフェイス&#10;&#10;自動的に生成された説明">
            <a:extLst>
              <a:ext uri="{FF2B5EF4-FFF2-40B4-BE49-F238E27FC236}">
                <a16:creationId xmlns:a16="http://schemas.microsoft.com/office/drawing/2014/main" id="{D7578305-D63A-CD81-91F0-FDF9ADAD72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150" y="4911063"/>
            <a:ext cx="4227132" cy="2920385"/>
          </a:xfrm>
          <a:prstGeom prst="rect">
            <a:avLst/>
          </a:prstGeom>
        </p:spPr>
      </p:pic>
      <p:grpSp>
        <p:nvGrpSpPr>
          <p:cNvPr id="18" name="グループ化 17">
            <a:extLst>
              <a:ext uri="{FF2B5EF4-FFF2-40B4-BE49-F238E27FC236}">
                <a16:creationId xmlns:a16="http://schemas.microsoft.com/office/drawing/2014/main" id="{03DCCB57-F7EB-4333-ED08-F6D903D71B18}"/>
              </a:ext>
            </a:extLst>
          </p:cNvPr>
          <p:cNvGrpSpPr/>
          <p:nvPr/>
        </p:nvGrpSpPr>
        <p:grpSpPr>
          <a:xfrm>
            <a:off x="3826049" y="7455363"/>
            <a:ext cx="2814677" cy="1808579"/>
            <a:chOff x="389396" y="5192303"/>
            <a:chExt cx="3381375" cy="2046697"/>
          </a:xfrm>
        </p:grpSpPr>
        <p:pic>
          <p:nvPicPr>
            <p:cNvPr id="6" name="図 5" descr="グラフィカル ユーザー インターフェイス, テキスト&#10;&#10;自動的に生成された説明">
              <a:extLst>
                <a:ext uri="{FF2B5EF4-FFF2-40B4-BE49-F238E27FC236}">
                  <a16:creationId xmlns:a16="http://schemas.microsoft.com/office/drawing/2014/main" id="{687AC255-B3F4-EE3E-D2A8-885BEE11DB85}"/>
                </a:ext>
              </a:extLst>
            </p:cNvPr>
            <p:cNvPicPr>
              <a:picLocks noChangeAspect="1"/>
            </p:cNvPicPr>
            <p:nvPr/>
          </p:nvPicPr>
          <p:blipFill rotWithShape="1">
            <a:blip r:embed="rId4">
              <a:extLst>
                <a:ext uri="{28A0092B-C50C-407E-A947-70E740481C1C}">
                  <a14:useLocalDpi xmlns:a14="http://schemas.microsoft.com/office/drawing/2010/main" val="0"/>
                </a:ext>
              </a:extLst>
            </a:blip>
            <a:srcRect l="58285" t="62979" r="851" b="2166"/>
            <a:stretch/>
          </p:blipFill>
          <p:spPr>
            <a:xfrm>
              <a:off x="389396" y="5192303"/>
              <a:ext cx="3381375" cy="1992551"/>
            </a:xfrm>
            <a:prstGeom prst="rect">
              <a:avLst/>
            </a:prstGeom>
          </p:spPr>
        </p:pic>
        <p:pic>
          <p:nvPicPr>
            <p:cNvPr id="16" name="図 15" descr="グラフィカル ユーザー インターフェイス, テキスト, アプリケーション&#10;&#10;自動的に生成された説明">
              <a:extLst>
                <a:ext uri="{FF2B5EF4-FFF2-40B4-BE49-F238E27FC236}">
                  <a16:creationId xmlns:a16="http://schemas.microsoft.com/office/drawing/2014/main" id="{972507B7-05E2-4741-BC9F-BC80426D5207}"/>
                </a:ext>
              </a:extLst>
            </p:cNvPr>
            <p:cNvPicPr>
              <a:picLocks noChangeAspect="1"/>
            </p:cNvPicPr>
            <p:nvPr/>
          </p:nvPicPr>
          <p:blipFill rotWithShape="1">
            <a:blip r:embed="rId5">
              <a:extLst>
                <a:ext uri="{28A0092B-C50C-407E-A947-70E740481C1C}">
                  <a14:useLocalDpi xmlns:a14="http://schemas.microsoft.com/office/drawing/2010/main" val="0"/>
                </a:ext>
              </a:extLst>
            </a:blip>
            <a:srcRect l="2956" t="65088" r="71626" b="6763"/>
            <a:stretch/>
          </p:blipFill>
          <p:spPr>
            <a:xfrm>
              <a:off x="1640612" y="6624638"/>
              <a:ext cx="889597" cy="614362"/>
            </a:xfrm>
            <a:prstGeom prst="rect">
              <a:avLst/>
            </a:prstGeom>
          </p:spPr>
        </p:pic>
      </p:grpSp>
      <p:sp>
        <p:nvSpPr>
          <p:cNvPr id="4" name="テキスト ボックス 3"/>
          <p:cNvSpPr txBox="1"/>
          <p:nvPr/>
        </p:nvSpPr>
        <p:spPr>
          <a:xfrm>
            <a:off x="312430" y="79315"/>
            <a:ext cx="2460930"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Option</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setting</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20926"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sp>
        <p:nvSpPr>
          <p:cNvPr id="40" name="テキスト ボックス 39"/>
          <p:cNvSpPr txBox="1"/>
          <p:nvPr/>
        </p:nvSpPr>
        <p:spPr>
          <a:xfrm>
            <a:off x="6438410" y="475325"/>
            <a:ext cx="6178297" cy="8371523"/>
          </a:xfrm>
          <a:prstGeom prst="rect">
            <a:avLst/>
          </a:prstGeom>
          <a:solidFill>
            <a:schemeClr val="bg1"/>
          </a:solidFill>
          <a:ln w="6350">
            <a:solidFill>
              <a:schemeClr val="tx1"/>
            </a:solidFill>
          </a:ln>
        </p:spPr>
        <p:txBody>
          <a:bodyPr wrap="square" rtlCol="0">
            <a:spAutoFit/>
          </a:bodyPr>
          <a:lstStyle/>
          <a:p>
            <a:r>
              <a:rPr lang="ja-JP" altLang="en-US" sz="1200" dirty="0">
                <a:latin typeface="Meiryo UI" panose="020B0604030504040204" pitchFamily="50" charset="-128"/>
                <a:ea typeface="Meiryo UI" panose="020B0604030504040204" pitchFamily="50" charset="-128"/>
                <a:cs typeface="Meiryo UI" panose="020B0604030504040204" pitchFamily="50" charset="-128"/>
              </a:rPr>
              <a:t>オプション機能の確認と設定ができます</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dirty="0">
                <a:latin typeface="Meiryo UI" panose="020B0604030504040204" pitchFamily="50" charset="-128"/>
                <a:ea typeface="Meiryo UI" panose="020B0604030504040204" pitchFamily="50" charset="-128"/>
                <a:cs typeface="Meiryo UI" panose="020B0604030504040204" pitchFamily="50" charset="-128"/>
              </a:rPr>
              <a:t>◆</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Option</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Setting</a:t>
            </a:r>
          </a:p>
          <a:p>
            <a:pPr marL="180000">
              <a:tabLst>
                <a:tab pos="1790700"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AUX1	: AUX1</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仕様時にチェックを入れてください</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790700"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AUX2	: AUX2</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仕様時にチェックを入れてください</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790700"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AUX4	:</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AUX4</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仕様時にチェックを入れてください</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790700"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Outrigger	:</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アウトリガー仕様時にチェックを入れてください</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790700"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4WS	:</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4WS</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仕様時にチェックを入れてください</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790700"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Tow</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piece boom	:</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２ピースブーム時にチェックを入れてください</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790700"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AUX1 pressure fix	:</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圧力調整仕様時にチェックを入れてください</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790700"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AUX2 pressure fix	:</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AUX2</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圧力調整仕様時にチェックを入れてください</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790700"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Multi function grip	:</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多機能グリップ仕様時にチェックをいれてください</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790700"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Tilt rotate	:</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チルトローテータ仕様時にチェックを入れてください</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790700"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Reverse Fan	:</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逆回転ファン仕様時にチェックを入れてください</a:t>
            </a:r>
            <a:br>
              <a:rPr lang="en-US" altLang="ja-JP" sz="1200" dirty="0">
                <a:latin typeface="Meiryo UI" panose="020B0604030504040204" pitchFamily="50" charset="-128"/>
                <a:ea typeface="Meiryo UI" panose="020B0604030504040204" pitchFamily="50" charset="-128"/>
                <a:cs typeface="Meiryo UI" panose="020B0604030504040204" pitchFamily="50" charset="-128"/>
              </a:rPr>
            </a:br>
            <a:r>
              <a:rPr lang="en-US" altLang="ja-JP" sz="1200" dirty="0">
                <a:latin typeface="Meiryo UI" panose="020B0604030504040204" pitchFamily="50" charset="-128"/>
                <a:ea typeface="Meiryo UI" panose="020B0604030504040204" pitchFamily="50" charset="-128"/>
                <a:cs typeface="Meiryo UI" panose="020B0604030504040204" pitchFamily="50" charset="-128"/>
              </a:rPr>
              <a:t>270deg</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camera	:</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270</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度カメラ仕様時にチェックをいれてください</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790700"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AUX1 High</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Pressure	:</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高圧仕様時にチェックを入れてください</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790700"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Extension Output	: </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拡張出力機能を有効にする場合にチェックを入れてください</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790700"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Joystick</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steering	:</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ジョイスティックステアリング機能を有効にする場合にチェックを入れてくだ</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	</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さい</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790700"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Boom</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suspension	:</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ブームサスペンション機能を有効にする場合にチェックを入れてください</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790700" algn="l"/>
              </a:tabLst>
            </a:pPr>
            <a:r>
              <a:rPr lang="en-US" altLang="ja-JP" sz="12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Digging brake	: </a:t>
            </a:r>
            <a:r>
              <a:rPr lang="ja-JP" altLang="en-US" sz="12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ディギングブレーキ仕様時にチェックをいれてください</a:t>
            </a:r>
            <a:endParaRPr lang="en-US" altLang="ja-JP" sz="12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dirty="0">
                <a:latin typeface="Meiryo UI" panose="020B0604030504040204" pitchFamily="50" charset="-128"/>
                <a:ea typeface="Meiryo UI" panose="020B0604030504040204" pitchFamily="50" charset="-128"/>
                <a:cs typeface="Meiryo UI" panose="020B0604030504040204" pitchFamily="50" charset="-128"/>
              </a:rPr>
              <a:t>◆</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Function</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Setting</a:t>
            </a:r>
          </a:p>
          <a:p>
            <a:pPr marL="180000">
              <a:tabLst>
                <a:tab pos="1619250"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Engine auto stop	:</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エンジンオートストップを有効にする場合にチェックを入れてください</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619250"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Auto grease	:</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オートグリスを有効にする場合にチェックを入れてください</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619250"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Display Rotation	:</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ディスプレイ横画面切替を有効にする場合にチェックを入れてください</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619250"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LED Pack 2	:</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LED</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Pack</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２を有効にする場合にチェックを入れてください</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619250"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Auto</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reverse</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fan	:</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オートリバースファンを有効にする場合はチェックをいれてください</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619250"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Auto</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decal	:</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オートデセルを有効にする場合はチェックをいれてください</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619250"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Auto</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camera	:</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オートカメラを有効にする場合はチェックをいれてください</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619250"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auto</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pressure</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release :AUX1</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自動圧抜き機能を有効にする場合にチェックを入れて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	</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ください</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619250" algn="l"/>
              </a:tabLst>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AUX2 auto pressure release :AUX2</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自動圧抜き機能を有効にする場合にチェックを入れて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	</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ください</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strike="sngStrike" dirty="0">
                <a:latin typeface="Meiryo UI" panose="020B0604030504040204" pitchFamily="50" charset="-128"/>
                <a:ea typeface="Meiryo UI" panose="020B0604030504040204" pitchFamily="50" charset="-128"/>
                <a:cs typeface="Meiryo UI" panose="020B0604030504040204" pitchFamily="50" charset="-128"/>
              </a:rPr>
              <a:t>◆</a:t>
            </a:r>
            <a:r>
              <a:rPr lang="en-US" altLang="ja-JP" sz="1200" strike="sngStrike" dirty="0">
                <a:latin typeface="Meiryo UI" panose="020B0604030504040204" pitchFamily="50" charset="-128"/>
                <a:ea typeface="Meiryo UI" panose="020B0604030504040204" pitchFamily="50" charset="-128"/>
                <a:cs typeface="Meiryo UI" panose="020B0604030504040204" pitchFamily="50" charset="-128"/>
              </a:rPr>
              <a:t>Change speed limit</a:t>
            </a:r>
            <a:r>
              <a:rPr lang="ja-JP" altLang="en-US" sz="1200" strike="sngStrike"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strike="sngStrike" dirty="0">
                <a:latin typeface="Meiryo UI" panose="020B0604030504040204" pitchFamily="50" charset="-128"/>
                <a:ea typeface="Meiryo UI" panose="020B0604030504040204" pitchFamily="50" charset="-128"/>
                <a:cs typeface="Meiryo UI" panose="020B0604030504040204" pitchFamily="50" charset="-128"/>
              </a:rPr>
              <a:t>(</a:t>
            </a:r>
            <a:r>
              <a:rPr lang="ja-JP" altLang="en-US" sz="1200" strike="sngStrike" dirty="0">
                <a:latin typeface="Meiryo UI" panose="020B0604030504040204" pitchFamily="50" charset="-128"/>
                <a:ea typeface="Meiryo UI" panose="020B0604030504040204" pitchFamily="50" charset="-128"/>
                <a:cs typeface="Meiryo UI" panose="020B0604030504040204" pitchFamily="50" charset="-128"/>
              </a:rPr>
              <a:t>コントローラバージョンが</a:t>
            </a:r>
            <a:r>
              <a:rPr lang="en-US" altLang="ja-JP" sz="1200" strike="sngStrike" dirty="0">
                <a:latin typeface="Meiryo UI" panose="020B0604030504040204" pitchFamily="50" charset="-128"/>
                <a:ea typeface="Meiryo UI" panose="020B0604030504040204" pitchFamily="50" charset="-128"/>
                <a:cs typeface="Meiryo UI" panose="020B0604030504040204" pitchFamily="50" charset="-128"/>
              </a:rPr>
              <a:t>V1.03</a:t>
            </a:r>
            <a:r>
              <a:rPr lang="ja-JP" altLang="en-US" sz="1200" strike="sngStrike" dirty="0">
                <a:latin typeface="Meiryo UI" panose="020B0604030504040204" pitchFamily="50" charset="-128"/>
                <a:ea typeface="Meiryo UI" panose="020B0604030504040204" pitchFamily="50" charset="-128"/>
                <a:cs typeface="Meiryo UI" panose="020B0604030504040204" pitchFamily="50" charset="-128"/>
              </a:rPr>
              <a:t>以前の場合のみ表示される）</a:t>
            </a:r>
            <a:endParaRPr lang="en-US" altLang="ja-JP" sz="1200" strike="sngStrike"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619250" algn="l"/>
              </a:tabLst>
            </a:pPr>
            <a:r>
              <a:rPr lang="en-US" altLang="ja-JP" sz="1200" strike="sngStrike" dirty="0">
                <a:latin typeface="Meiryo UI" panose="020B0604030504040204" pitchFamily="50" charset="-128"/>
                <a:ea typeface="Meiryo UI" panose="020B0604030504040204" pitchFamily="50" charset="-128"/>
                <a:cs typeface="Meiryo UI" panose="020B0604030504040204" pitchFamily="50" charset="-128"/>
              </a:rPr>
              <a:t>confirm	:</a:t>
            </a:r>
            <a:r>
              <a:rPr lang="ja-JP" altLang="en-US" sz="1200" strike="sngStrike" dirty="0">
                <a:latin typeface="Meiryo UI" panose="020B0604030504040204" pitchFamily="50" charset="-128"/>
                <a:ea typeface="Meiryo UI" panose="020B0604030504040204" pitchFamily="50" charset="-128"/>
                <a:cs typeface="Meiryo UI" panose="020B0604030504040204" pitchFamily="50" charset="-128"/>
              </a:rPr>
              <a:t> 速度制限を変更する場合は“</a:t>
            </a:r>
            <a:r>
              <a:rPr lang="en-US" altLang="ja-JP" sz="1200" strike="sngStrike" dirty="0">
                <a:latin typeface="Meiryo UI" panose="020B0604030504040204" pitchFamily="50" charset="-128"/>
                <a:ea typeface="Meiryo UI" panose="020B0604030504040204" pitchFamily="50" charset="-128"/>
                <a:cs typeface="Meiryo UI" panose="020B0604030504040204" pitchFamily="50" charset="-128"/>
              </a:rPr>
              <a:t>confirm”</a:t>
            </a:r>
            <a:r>
              <a:rPr lang="ja-JP" altLang="en-US" sz="1200" strike="sngStrike" dirty="0">
                <a:latin typeface="Meiryo UI" panose="020B0604030504040204" pitchFamily="50" charset="-128"/>
                <a:ea typeface="Meiryo UI" panose="020B0604030504040204" pitchFamily="50" charset="-128"/>
                <a:cs typeface="Meiryo UI" panose="020B0604030504040204" pitchFamily="50" charset="-128"/>
              </a:rPr>
              <a:t>ボタンをおしてください</a:t>
            </a:r>
            <a:endParaRPr lang="en-US" altLang="ja-JP" sz="1200" strike="sngStrike"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619250" algn="l"/>
              </a:tabLst>
            </a:pPr>
            <a:r>
              <a:rPr lang="en-US" altLang="ja-JP" sz="1200" strike="sngStrike" dirty="0">
                <a:latin typeface="Meiryo UI" panose="020B0604030504040204" pitchFamily="50" charset="-128"/>
                <a:ea typeface="Meiryo UI" panose="020B0604030504040204" pitchFamily="50" charset="-128"/>
                <a:cs typeface="Meiryo UI" panose="020B0604030504040204" pitchFamily="50" charset="-128"/>
              </a:rPr>
              <a:t>Limit</a:t>
            </a:r>
            <a:r>
              <a:rPr lang="ja-JP" altLang="en-US" sz="1200" strike="sngStrike"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strike="sngStrike" dirty="0">
                <a:latin typeface="Meiryo UI" panose="020B0604030504040204" pitchFamily="50" charset="-128"/>
                <a:ea typeface="Meiryo UI" panose="020B0604030504040204" pitchFamily="50" charset="-128"/>
                <a:cs typeface="Meiryo UI" panose="020B0604030504040204" pitchFamily="50" charset="-128"/>
              </a:rPr>
              <a:t>20km/h	:</a:t>
            </a:r>
            <a:r>
              <a:rPr lang="ja-JP" altLang="en-US" sz="1200" strike="sngStrike"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strike="sngStrike" dirty="0">
                <a:latin typeface="Meiryo UI" panose="020B0604030504040204" pitchFamily="50" charset="-128"/>
                <a:ea typeface="Meiryo UI" panose="020B0604030504040204" pitchFamily="50" charset="-128"/>
                <a:cs typeface="Meiryo UI" panose="020B0604030504040204" pitchFamily="50" charset="-128"/>
              </a:rPr>
              <a:t>“confirm</a:t>
            </a:r>
            <a:r>
              <a:rPr lang="ja-JP" altLang="en-US" sz="1200" strike="sngStrike" dirty="0">
                <a:latin typeface="Meiryo UI" panose="020B0604030504040204" pitchFamily="50" charset="-128"/>
                <a:ea typeface="Meiryo UI" panose="020B0604030504040204" pitchFamily="50" charset="-128"/>
                <a:cs typeface="Meiryo UI" panose="020B0604030504040204" pitchFamily="50" charset="-128"/>
              </a:rPr>
              <a:t>”ボタンを押すと表示され、速度制限を変更できます</a:t>
            </a:r>
            <a:endParaRPr lang="en-US" altLang="ja-JP" sz="1200" strike="sngStrike" dirty="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Home	:</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変更した値を反映させます</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6" name="グループ化 25"/>
          <p:cNvGrpSpPr/>
          <p:nvPr/>
        </p:nvGrpSpPr>
        <p:grpSpPr>
          <a:xfrm>
            <a:off x="3028936" y="337258"/>
            <a:ext cx="741835" cy="728258"/>
            <a:chOff x="6028504" y="355342"/>
            <a:chExt cx="741835" cy="728258"/>
          </a:xfrm>
        </p:grpSpPr>
        <p:sp>
          <p:nvSpPr>
            <p:cNvPr id="27" name="角丸四角形 26"/>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2" name="直線矢印コネクタ 31"/>
            <p:cNvCxnSpPr>
              <a:stCxn id="33" idx="4"/>
              <a:endCxn id="27"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円/楕円 32"/>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34" name="グループ化 33"/>
          <p:cNvGrpSpPr/>
          <p:nvPr/>
        </p:nvGrpSpPr>
        <p:grpSpPr>
          <a:xfrm>
            <a:off x="2259502" y="337258"/>
            <a:ext cx="741835" cy="728258"/>
            <a:chOff x="6028504" y="355342"/>
            <a:chExt cx="741835" cy="728258"/>
          </a:xfrm>
        </p:grpSpPr>
        <p:sp>
          <p:nvSpPr>
            <p:cNvPr id="35" name="角丸四角形 34"/>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6" name="直線矢印コネクタ 35"/>
            <p:cNvCxnSpPr>
              <a:stCxn id="37" idx="4"/>
              <a:endCxn id="35"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円/楕円 36"/>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sp>
        <p:nvSpPr>
          <p:cNvPr id="7" name="矢印: 折線 6">
            <a:extLst>
              <a:ext uri="{FF2B5EF4-FFF2-40B4-BE49-F238E27FC236}">
                <a16:creationId xmlns:a16="http://schemas.microsoft.com/office/drawing/2014/main" id="{35C78437-174A-0DEA-A8E6-46ED45DB9834}"/>
              </a:ext>
            </a:extLst>
          </p:cNvPr>
          <p:cNvSpPr/>
          <p:nvPr/>
        </p:nvSpPr>
        <p:spPr>
          <a:xfrm flipV="1">
            <a:off x="3001337" y="7989446"/>
            <a:ext cx="704298" cy="651781"/>
          </a:xfrm>
          <a:prstGeom prst="bentArrow">
            <a:avLst>
              <a:gd name="adj1" fmla="val 31967"/>
              <a:gd name="adj2" fmla="val 31175"/>
              <a:gd name="adj3" fmla="val 33542"/>
              <a:gd name="adj4" fmla="val 4944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8" name="テキスト ボックス 7">
            <a:extLst>
              <a:ext uri="{FF2B5EF4-FFF2-40B4-BE49-F238E27FC236}">
                <a16:creationId xmlns:a16="http://schemas.microsoft.com/office/drawing/2014/main" id="{47AD10AA-21A1-EF9C-C77E-3FC7DB2CB00B}"/>
              </a:ext>
            </a:extLst>
          </p:cNvPr>
          <p:cNvSpPr txBox="1"/>
          <p:nvPr/>
        </p:nvSpPr>
        <p:spPr>
          <a:xfrm>
            <a:off x="11685197" y="6103847"/>
            <a:ext cx="415498" cy="230832"/>
          </a:xfrm>
          <a:prstGeom prst="rect">
            <a:avLst/>
          </a:prstGeom>
          <a:noFill/>
        </p:spPr>
        <p:txBody>
          <a:bodyPr wrap="none" rtlCol="0">
            <a:spAutoFit/>
          </a:bodyPr>
          <a:lstStyle/>
          <a:p>
            <a:r>
              <a:rPr kumimoji="1" lang="ja-JP" altLang="en-US" sz="900">
                <a:solidFill>
                  <a:srgbClr val="FF0000"/>
                </a:solidFill>
              </a:rPr>
              <a:t>△</a:t>
            </a:r>
            <a:r>
              <a:rPr kumimoji="1" lang="en-US" altLang="ja-JP" sz="900">
                <a:solidFill>
                  <a:srgbClr val="FF0000"/>
                </a:solidFill>
              </a:rPr>
              <a:t>06</a:t>
            </a:r>
          </a:p>
        </p:txBody>
      </p:sp>
      <p:sp>
        <p:nvSpPr>
          <p:cNvPr id="19" name="テキスト ボックス 18">
            <a:extLst>
              <a:ext uri="{FF2B5EF4-FFF2-40B4-BE49-F238E27FC236}">
                <a16:creationId xmlns:a16="http://schemas.microsoft.com/office/drawing/2014/main" id="{74DE2D87-C74B-91BA-8613-5B6A39D06580}"/>
              </a:ext>
            </a:extLst>
          </p:cNvPr>
          <p:cNvSpPr txBox="1"/>
          <p:nvPr/>
        </p:nvSpPr>
        <p:spPr>
          <a:xfrm>
            <a:off x="6184872" y="3385972"/>
            <a:ext cx="525092" cy="276999"/>
          </a:xfrm>
          <a:prstGeom prst="rect">
            <a:avLst/>
          </a:prstGeom>
          <a:noFill/>
        </p:spPr>
        <p:txBody>
          <a:bodyPr wrap="square" rtlCol="0">
            <a:spAutoFit/>
          </a:bodyPr>
          <a:lstStyle/>
          <a:p>
            <a:r>
              <a:rPr kumimoji="1" lang="ja-JP" altLang="en-US" sz="1200">
                <a:solidFill>
                  <a:srgbClr val="FF0000"/>
                </a:solidFill>
              </a:rPr>
              <a:t>△</a:t>
            </a:r>
            <a:r>
              <a:rPr kumimoji="1" lang="en-US" altLang="ja-JP" sz="1200">
                <a:solidFill>
                  <a:srgbClr val="FF0000"/>
                </a:solidFill>
              </a:rPr>
              <a:t>08</a:t>
            </a:r>
          </a:p>
        </p:txBody>
      </p:sp>
      <p:sp>
        <p:nvSpPr>
          <p:cNvPr id="20" name="テキスト ボックス 19">
            <a:extLst>
              <a:ext uri="{FF2B5EF4-FFF2-40B4-BE49-F238E27FC236}">
                <a16:creationId xmlns:a16="http://schemas.microsoft.com/office/drawing/2014/main" id="{39D77134-C74B-0DD8-E1AA-54402C7618FD}"/>
              </a:ext>
            </a:extLst>
          </p:cNvPr>
          <p:cNvSpPr txBox="1"/>
          <p:nvPr/>
        </p:nvSpPr>
        <p:spPr>
          <a:xfrm>
            <a:off x="6135843" y="5887550"/>
            <a:ext cx="525092" cy="276999"/>
          </a:xfrm>
          <a:prstGeom prst="rect">
            <a:avLst/>
          </a:prstGeom>
          <a:noFill/>
        </p:spPr>
        <p:txBody>
          <a:bodyPr wrap="square" rtlCol="0">
            <a:spAutoFit/>
          </a:bodyPr>
          <a:lstStyle/>
          <a:p>
            <a:r>
              <a:rPr kumimoji="1" lang="ja-JP" altLang="en-US" sz="1200">
                <a:solidFill>
                  <a:srgbClr val="FF0000"/>
                </a:solidFill>
              </a:rPr>
              <a:t>△</a:t>
            </a:r>
            <a:r>
              <a:rPr kumimoji="1" lang="en-US" altLang="ja-JP" sz="1200">
                <a:solidFill>
                  <a:srgbClr val="FF0000"/>
                </a:solidFill>
              </a:rPr>
              <a:t>08</a:t>
            </a:r>
          </a:p>
        </p:txBody>
      </p:sp>
      <p:sp>
        <p:nvSpPr>
          <p:cNvPr id="21" name="右中かっこ 20">
            <a:extLst>
              <a:ext uri="{FF2B5EF4-FFF2-40B4-BE49-F238E27FC236}">
                <a16:creationId xmlns:a16="http://schemas.microsoft.com/office/drawing/2014/main" id="{B3CC5393-E92D-D503-9471-946B62BFBE9F}"/>
              </a:ext>
            </a:extLst>
          </p:cNvPr>
          <p:cNvSpPr/>
          <p:nvPr/>
        </p:nvSpPr>
        <p:spPr>
          <a:xfrm flipH="1">
            <a:off x="6561739" y="5868888"/>
            <a:ext cx="78987" cy="314325"/>
          </a:xfrm>
          <a:prstGeom prst="rightBrace">
            <a:avLst>
              <a:gd name="adj1" fmla="val 15451"/>
              <a:gd name="adj2" fmla="val 50000"/>
            </a:avLst>
          </a:prstGeom>
          <a:ln w="12700" cap="rnd">
            <a:solidFill>
              <a:srgbClr val="FF0000"/>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237A8EB1-F603-C9B2-420C-CCC3DF078D00}"/>
              </a:ext>
            </a:extLst>
          </p:cNvPr>
          <p:cNvSpPr txBox="1"/>
          <p:nvPr/>
        </p:nvSpPr>
        <p:spPr>
          <a:xfrm>
            <a:off x="6184872" y="3925905"/>
            <a:ext cx="525092" cy="276999"/>
          </a:xfrm>
          <a:prstGeom prst="rect">
            <a:avLst/>
          </a:prstGeom>
        </p:spPr>
        <p:txBody>
          <a:bodyPr wrap="square" rtlCol="0">
            <a:spAutoFit/>
          </a:bodyPr>
          <a:lstStyle/>
          <a:p>
            <a:r>
              <a:rPr kumimoji="1" lang="ja-JP" altLang="en-US" sz="1200" dirty="0">
                <a:solidFill>
                  <a:srgbClr val="FF0000"/>
                </a:solidFill>
              </a:rPr>
              <a:t>△</a:t>
            </a:r>
            <a:r>
              <a:rPr kumimoji="1" lang="en-US" altLang="ja-JP" sz="1200" dirty="0">
                <a:solidFill>
                  <a:srgbClr val="FF0000"/>
                </a:solidFill>
              </a:rPr>
              <a:t>09</a:t>
            </a:r>
          </a:p>
        </p:txBody>
      </p:sp>
      <p:sp>
        <p:nvSpPr>
          <p:cNvPr id="9" name="テキスト ボックス 8">
            <a:extLst>
              <a:ext uri="{FF2B5EF4-FFF2-40B4-BE49-F238E27FC236}">
                <a16:creationId xmlns:a16="http://schemas.microsoft.com/office/drawing/2014/main" id="{7C86DA61-2EE5-B9D3-2A26-D749A10DF1CB}"/>
              </a:ext>
            </a:extLst>
          </p:cNvPr>
          <p:cNvSpPr txBox="1"/>
          <p:nvPr/>
        </p:nvSpPr>
        <p:spPr>
          <a:xfrm>
            <a:off x="6184872" y="3556041"/>
            <a:ext cx="525092" cy="276999"/>
          </a:xfrm>
          <a:prstGeom prst="rect">
            <a:avLst/>
          </a:prstGeom>
        </p:spPr>
        <p:txBody>
          <a:bodyPr wrap="square" rtlCol="0">
            <a:spAutoFit/>
          </a:bodyPr>
          <a:lstStyle/>
          <a:p>
            <a:r>
              <a:rPr kumimoji="1" lang="ja-JP" altLang="en-US" sz="1200">
                <a:solidFill>
                  <a:srgbClr val="FF0000"/>
                </a:solidFill>
              </a:rPr>
              <a:t>△</a:t>
            </a:r>
            <a:r>
              <a:rPr kumimoji="1" lang="en-US" altLang="ja-JP" sz="1200">
                <a:solidFill>
                  <a:srgbClr val="FF0000"/>
                </a:solidFill>
              </a:rPr>
              <a:t>09</a:t>
            </a:r>
          </a:p>
        </p:txBody>
      </p:sp>
      <p:grpSp>
        <p:nvGrpSpPr>
          <p:cNvPr id="5" name="グループ化 4">
            <a:extLst>
              <a:ext uri="{FF2B5EF4-FFF2-40B4-BE49-F238E27FC236}">
                <a16:creationId xmlns:a16="http://schemas.microsoft.com/office/drawing/2014/main" id="{22C9F1FC-6884-E20B-AE26-9E1B8053BFD4}"/>
              </a:ext>
            </a:extLst>
          </p:cNvPr>
          <p:cNvGrpSpPr/>
          <p:nvPr/>
        </p:nvGrpSpPr>
        <p:grpSpPr>
          <a:xfrm>
            <a:off x="522962" y="4935121"/>
            <a:ext cx="5760000" cy="3964593"/>
            <a:chOff x="522962" y="4935121"/>
            <a:chExt cx="5760000" cy="3964593"/>
          </a:xfrm>
        </p:grpSpPr>
        <p:cxnSp>
          <p:nvCxnSpPr>
            <p:cNvPr id="13" name="直線コネクタ 12">
              <a:extLst>
                <a:ext uri="{FF2B5EF4-FFF2-40B4-BE49-F238E27FC236}">
                  <a16:creationId xmlns:a16="http://schemas.microsoft.com/office/drawing/2014/main" id="{8E9C4CA9-604D-ACDA-E762-176582B23F31}"/>
                </a:ext>
              </a:extLst>
            </p:cNvPr>
            <p:cNvCxnSpPr/>
            <p:nvPr/>
          </p:nvCxnSpPr>
          <p:spPr>
            <a:xfrm>
              <a:off x="522962" y="4939714"/>
              <a:ext cx="5760000" cy="396000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BD6F9E80-207C-3772-CE74-800A86DBCB52}"/>
                </a:ext>
              </a:extLst>
            </p:cNvPr>
            <p:cNvCxnSpPr>
              <a:cxnSpLocks/>
            </p:cNvCxnSpPr>
            <p:nvPr/>
          </p:nvCxnSpPr>
          <p:spPr>
            <a:xfrm flipV="1">
              <a:off x="522962" y="4935121"/>
              <a:ext cx="5760000" cy="396000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7" name="テキスト ボックス 16">
            <a:extLst>
              <a:ext uri="{FF2B5EF4-FFF2-40B4-BE49-F238E27FC236}">
                <a16:creationId xmlns:a16="http://schemas.microsoft.com/office/drawing/2014/main" id="{EB292FC3-9C41-7E6A-3759-26EC99631DE8}"/>
              </a:ext>
            </a:extLst>
          </p:cNvPr>
          <p:cNvSpPr txBox="1"/>
          <p:nvPr/>
        </p:nvSpPr>
        <p:spPr>
          <a:xfrm>
            <a:off x="3028936" y="6776621"/>
            <a:ext cx="901319" cy="276999"/>
          </a:xfrm>
          <a:prstGeom prst="rect">
            <a:avLst/>
          </a:prstGeom>
          <a:solidFill>
            <a:schemeClr val="bg1"/>
          </a:solidFill>
        </p:spPr>
        <p:txBody>
          <a:bodyPr wrap="square" rtlCol="0">
            <a:spAutoFit/>
          </a:bodyPr>
          <a:lstStyle/>
          <a:p>
            <a:r>
              <a:rPr kumimoji="1" lang="ja-JP" altLang="en-US" sz="1200" dirty="0">
                <a:solidFill>
                  <a:srgbClr val="FF0000"/>
                </a:solidFill>
              </a:rPr>
              <a:t>△</a:t>
            </a:r>
            <a:r>
              <a:rPr kumimoji="1" lang="en-US" altLang="ja-JP" sz="1200" dirty="0">
                <a:solidFill>
                  <a:srgbClr val="FF0000"/>
                </a:solidFill>
              </a:rPr>
              <a:t>11</a:t>
            </a:r>
            <a:r>
              <a:rPr kumimoji="1" lang="ja-JP" altLang="en-US" sz="1200" dirty="0">
                <a:solidFill>
                  <a:srgbClr val="FF0000"/>
                </a:solidFill>
              </a:rPr>
              <a:t>削除</a:t>
            </a:r>
            <a:endParaRPr kumimoji="1" lang="en-US" altLang="ja-JP" sz="1200" dirty="0">
              <a:solidFill>
                <a:srgbClr val="FF0000"/>
              </a:solidFill>
            </a:endParaRPr>
          </a:p>
        </p:txBody>
      </p:sp>
      <p:sp>
        <p:nvSpPr>
          <p:cNvPr id="22" name="テキスト ボックス 21">
            <a:extLst>
              <a:ext uri="{FF2B5EF4-FFF2-40B4-BE49-F238E27FC236}">
                <a16:creationId xmlns:a16="http://schemas.microsoft.com/office/drawing/2014/main" id="{556E4398-3A42-2A0E-9072-F64115224717}"/>
              </a:ext>
            </a:extLst>
          </p:cNvPr>
          <p:cNvSpPr txBox="1"/>
          <p:nvPr/>
        </p:nvSpPr>
        <p:spPr>
          <a:xfrm>
            <a:off x="5734212" y="6624451"/>
            <a:ext cx="901319" cy="276999"/>
          </a:xfrm>
          <a:prstGeom prst="rect">
            <a:avLst/>
          </a:prstGeom>
          <a:noFill/>
        </p:spPr>
        <p:txBody>
          <a:bodyPr wrap="square" rtlCol="0">
            <a:spAutoFit/>
          </a:bodyPr>
          <a:lstStyle/>
          <a:p>
            <a:r>
              <a:rPr kumimoji="1" lang="ja-JP" altLang="en-US" sz="1200" dirty="0">
                <a:solidFill>
                  <a:srgbClr val="FF0000"/>
                </a:solidFill>
              </a:rPr>
              <a:t>△</a:t>
            </a:r>
            <a:r>
              <a:rPr kumimoji="1" lang="en-US" altLang="ja-JP" sz="1200" dirty="0">
                <a:solidFill>
                  <a:srgbClr val="FF0000"/>
                </a:solidFill>
              </a:rPr>
              <a:t>11</a:t>
            </a:r>
            <a:r>
              <a:rPr kumimoji="1" lang="ja-JP" altLang="en-US" sz="1200" dirty="0">
                <a:solidFill>
                  <a:srgbClr val="FF0000"/>
                </a:solidFill>
              </a:rPr>
              <a:t>削除</a:t>
            </a:r>
            <a:endParaRPr kumimoji="1" lang="en-US" altLang="ja-JP" sz="1200" dirty="0">
              <a:solidFill>
                <a:srgbClr val="FF0000"/>
              </a:solidFill>
            </a:endParaRPr>
          </a:p>
        </p:txBody>
      </p:sp>
      <p:sp>
        <p:nvSpPr>
          <p:cNvPr id="25" name="テキスト ボックス 24">
            <a:extLst>
              <a:ext uri="{FF2B5EF4-FFF2-40B4-BE49-F238E27FC236}">
                <a16:creationId xmlns:a16="http://schemas.microsoft.com/office/drawing/2014/main" id="{D611DEDE-035E-C1A0-308A-18CA0F836D0A}"/>
              </a:ext>
            </a:extLst>
          </p:cNvPr>
          <p:cNvSpPr txBox="1"/>
          <p:nvPr/>
        </p:nvSpPr>
        <p:spPr>
          <a:xfrm>
            <a:off x="6184872" y="4110992"/>
            <a:ext cx="525092" cy="276999"/>
          </a:xfrm>
          <a:prstGeom prst="rect">
            <a:avLst/>
          </a:prstGeom>
        </p:spPr>
        <p:txBody>
          <a:bodyPr wrap="square" rtlCol="0">
            <a:spAutoFit/>
          </a:bodyPr>
          <a:lstStyle/>
          <a:p>
            <a:r>
              <a:rPr kumimoji="1" lang="ja-JP" altLang="en-US" sz="1200" dirty="0">
                <a:solidFill>
                  <a:srgbClr val="FF0000"/>
                </a:solidFill>
              </a:rPr>
              <a:t>△</a:t>
            </a:r>
            <a:r>
              <a:rPr kumimoji="1" lang="en-US" altLang="ja-JP" sz="1200" dirty="0">
                <a:solidFill>
                  <a:srgbClr val="FF0000"/>
                </a:solidFill>
              </a:rPr>
              <a:t>13</a:t>
            </a:r>
          </a:p>
        </p:txBody>
      </p:sp>
    </p:spTree>
    <p:extLst>
      <p:ext uri="{BB962C8B-B14F-4D97-AF65-F5344CB8AC3E}">
        <p14:creationId xmlns:p14="http://schemas.microsoft.com/office/powerpoint/2010/main" val="34502086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93E84B6A-29CB-7112-8955-4CA4BF3C10F2}"/>
              </a:ext>
            </a:extLst>
          </p:cNvPr>
          <p:cNvPicPr>
            <a:picLocks noChangeAspect="1"/>
          </p:cNvPicPr>
          <p:nvPr/>
        </p:nvPicPr>
        <p:blipFill>
          <a:blip r:embed="rId2"/>
          <a:stretch>
            <a:fillRect/>
          </a:stretch>
        </p:blipFill>
        <p:spPr>
          <a:xfrm>
            <a:off x="324270" y="475325"/>
            <a:ext cx="6130762" cy="4252095"/>
          </a:xfrm>
          <a:prstGeom prst="rect">
            <a:avLst/>
          </a:prstGeom>
        </p:spPr>
      </p:pic>
      <p:sp>
        <p:nvSpPr>
          <p:cNvPr id="4" name="テキスト ボックス 3"/>
          <p:cNvSpPr txBox="1"/>
          <p:nvPr/>
        </p:nvSpPr>
        <p:spPr>
          <a:xfrm>
            <a:off x="312430" y="79315"/>
            <a:ext cx="1234633" cy="400110"/>
          </a:xfrm>
          <a:prstGeom prst="rect">
            <a:avLst/>
          </a:prstGeom>
          <a:noFill/>
        </p:spPr>
        <p:txBody>
          <a:bodyPr wrap="none" rtlCol="0">
            <a:spAutoFit/>
          </a:bodyPr>
          <a:lstStyle/>
          <a:p>
            <a:r>
              <a:rPr lang="en-US" altLang="ja-JP" sz="2000" err="1">
                <a:latin typeface="Meiryo UI" panose="020B0604030504040204" pitchFamily="50" charset="-128"/>
                <a:ea typeface="Meiryo UI" panose="020B0604030504040204" pitchFamily="50" charset="-128"/>
                <a:cs typeface="Meiryo UI" panose="020B0604030504040204" pitchFamily="50" charset="-128"/>
              </a:rPr>
              <a:t>Misc</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sp>
        <p:nvSpPr>
          <p:cNvPr id="40" name="テキスト ボックス 39"/>
          <p:cNvSpPr txBox="1"/>
          <p:nvPr/>
        </p:nvSpPr>
        <p:spPr>
          <a:xfrm>
            <a:off x="6688138" y="475325"/>
            <a:ext cx="5928569" cy="4555093"/>
          </a:xfrm>
          <a:prstGeom prst="rect">
            <a:avLst/>
          </a:prstGeom>
          <a:solidFill>
            <a:schemeClr val="bg1"/>
          </a:solidFill>
          <a:ln w="635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間欠ワイパー、スイッチランプに関する機能の確認と設定ができます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err="1">
                <a:latin typeface="Meiryo UI" panose="020B0604030504040204" pitchFamily="50" charset="-128"/>
                <a:ea typeface="Meiryo UI" panose="020B0604030504040204" pitchFamily="50" charset="-128"/>
                <a:cs typeface="Meiryo UI" panose="020B0604030504040204" pitchFamily="50" charset="-128"/>
              </a:rPr>
              <a:t>Misc</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Wiper</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interval time	: </a:t>
            </a:r>
            <a:r>
              <a:rPr lang="ja-JP" altLang="en-US" sz="1200">
                <a:latin typeface="Meiryo UI" panose="020B0604030504040204" pitchFamily="50" charset="-128"/>
                <a:ea typeface="Meiryo UI" panose="020B0604030504040204" pitchFamily="50" charset="-128"/>
                <a:cs typeface="Meiryo UI" panose="020B0604030504040204" pitchFamily="50" charset="-128"/>
              </a:rPr>
              <a:t>間欠ワイパー時、ワイパーが一回動作する間隔</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Illumination brightness	:</a:t>
            </a:r>
            <a:r>
              <a:rPr lang="ja-JP" altLang="en-US" sz="1200">
                <a:latin typeface="Meiryo UI" panose="020B0604030504040204" pitchFamily="50" charset="-128"/>
                <a:ea typeface="Meiryo UI" panose="020B0604030504040204" pitchFamily="50" charset="-128"/>
                <a:cs typeface="Meiryo UI" panose="020B0604030504040204" pitchFamily="50" charset="-128"/>
              </a:rPr>
              <a:t> ライト</a:t>
            </a:r>
            <a:r>
              <a:rPr lang="en-US" altLang="ja-JP" sz="1200">
                <a:latin typeface="Meiryo UI" panose="020B0604030504040204" pitchFamily="50" charset="-128"/>
                <a:ea typeface="Meiryo UI" panose="020B0604030504040204" pitchFamily="50" charset="-128"/>
                <a:cs typeface="Meiryo UI" panose="020B0604030504040204" pitchFamily="50" charset="-128"/>
              </a:rPr>
              <a:t>ON</a:t>
            </a:r>
            <a:r>
              <a:rPr lang="ja-JP" altLang="en-US" sz="1200">
                <a:latin typeface="Meiryo UI" panose="020B0604030504040204" pitchFamily="50" charset="-128"/>
                <a:ea typeface="Meiryo UI" panose="020B0604030504040204" pitchFamily="50" charset="-128"/>
                <a:cs typeface="Meiryo UI" panose="020B0604030504040204" pitchFamily="50" charset="-128"/>
              </a:rPr>
              <a:t>時の照光スイッチの明るさ</a:t>
            </a:r>
            <a:r>
              <a:rPr lang="en-US" altLang="ja-JP" sz="1200">
                <a:latin typeface="Meiryo UI" panose="020B0604030504040204" pitchFamily="50" charset="-128"/>
                <a:ea typeface="Meiryo UI" panose="020B0604030504040204" pitchFamily="50" charset="-128"/>
                <a:cs typeface="Meiryo UI" panose="020B0604030504040204" pitchFamily="50" charset="-128"/>
              </a:rPr>
              <a:t>(0-100%)</a:t>
            </a:r>
          </a:p>
          <a:p>
            <a:pPr marL="180000">
              <a:tabLst>
                <a:tab pos="1971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Cluster Password	:</a:t>
            </a:r>
            <a:r>
              <a:rPr lang="ja-JP" altLang="en-US" sz="1200">
                <a:latin typeface="Meiryo UI" panose="020B0604030504040204" pitchFamily="50" charset="-128"/>
                <a:ea typeface="Meiryo UI" panose="020B0604030504040204" pitchFamily="50" charset="-128"/>
                <a:cs typeface="Meiryo UI" panose="020B0604030504040204" pitchFamily="50" charset="-128"/>
              </a:rPr>
              <a:t> クラスタで設定したパスワードを表示します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360000">
              <a:tabLst>
                <a:tab pos="161925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例</a:t>
            </a:r>
            <a:r>
              <a:rPr lang="en-US" altLang="ja-JP" sz="1200">
                <a:latin typeface="Meiryo UI" panose="020B0604030504040204" pitchFamily="50" charset="-128"/>
                <a:ea typeface="Meiryo UI" panose="020B0604030504040204" pitchFamily="50" charset="-128"/>
                <a:cs typeface="Meiryo UI" panose="020B0604030504040204" pitchFamily="50" charset="-128"/>
              </a:rPr>
              <a:t>:</a:t>
            </a:r>
          </a:p>
          <a:p>
            <a:pPr marL="360000">
              <a:tabLst>
                <a:tab pos="161925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“1”</a:t>
            </a:r>
            <a:r>
              <a:rPr lang="ja-JP" altLang="en-US" sz="1200">
                <a:latin typeface="Meiryo UI" panose="020B0604030504040204" pitchFamily="50" charset="-128"/>
                <a:ea typeface="Meiryo UI" panose="020B0604030504040204" pitchFamily="50" charset="-128"/>
                <a:cs typeface="Meiryo UI" panose="020B0604030504040204" pitchFamily="50" charset="-128"/>
              </a:rPr>
              <a:t>と表示されたら、パスワードは</a:t>
            </a:r>
            <a:r>
              <a:rPr lang="en-US" altLang="ja-JP" sz="1200">
                <a:latin typeface="Meiryo UI" panose="020B0604030504040204" pitchFamily="50" charset="-128"/>
                <a:ea typeface="Meiryo UI" panose="020B0604030504040204" pitchFamily="50" charset="-128"/>
                <a:cs typeface="Meiryo UI" panose="020B0604030504040204" pitchFamily="50" charset="-128"/>
              </a:rPr>
              <a:t>”0001”</a:t>
            </a:r>
            <a:r>
              <a:rPr lang="ja-JP" altLang="en-US" sz="1200">
                <a:latin typeface="Meiryo UI" panose="020B0604030504040204" pitchFamily="50" charset="-128"/>
                <a:ea typeface="Meiryo UI" panose="020B0604030504040204" pitchFamily="50" charset="-128"/>
                <a:cs typeface="Meiryo UI" panose="020B0604030504040204" pitchFamily="50" charset="-128"/>
              </a:rPr>
              <a:t>が設定されています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360000">
              <a:tabLst>
                <a:tab pos="161925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“65535”</a:t>
            </a:r>
            <a:r>
              <a:rPr lang="ja-JP" altLang="en-US" sz="1200">
                <a:latin typeface="Meiryo UI" panose="020B0604030504040204" pitchFamily="50" charset="-128"/>
                <a:ea typeface="Meiryo UI" panose="020B0604030504040204" pitchFamily="50" charset="-128"/>
                <a:cs typeface="Meiryo UI" panose="020B0604030504040204" pitchFamily="50" charset="-128"/>
              </a:rPr>
              <a:t>が表示された場合は、パスワードは設定されていません</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360000">
              <a:tabLst>
                <a:tab pos="1619250" algn="l"/>
              </a:tabLst>
            </a:pP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0669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Engine</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auto</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stop</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time	:</a:t>
            </a:r>
            <a:r>
              <a:rPr lang="ja-JP" altLang="en-US" sz="1200">
                <a:latin typeface="Meiryo UI" panose="020B0604030504040204" pitchFamily="50" charset="-128"/>
                <a:ea typeface="Meiryo UI" panose="020B0604030504040204" pitchFamily="50" charset="-128"/>
                <a:cs typeface="Meiryo UI" panose="020B0604030504040204" pitchFamily="50" charset="-128"/>
              </a:rPr>
              <a:t> エンジンオートストップの時間を設定できます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0669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After light time	:</a:t>
            </a:r>
            <a:r>
              <a:rPr lang="ja-JP" altLang="en-US" sz="1200">
                <a:latin typeface="Meiryo UI" panose="020B0604030504040204" pitchFamily="50" charset="-128"/>
                <a:ea typeface="Meiryo UI" panose="020B0604030504040204" pitchFamily="50" charset="-128"/>
                <a:cs typeface="Meiryo UI" panose="020B0604030504040204" pitchFamily="50" charset="-128"/>
              </a:rPr>
              <a:t> 残照機能の作動時間を設定できます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066925" algn="l"/>
              </a:tabLst>
            </a:pP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Startup swing/adjust mode :</a:t>
            </a:r>
            <a:r>
              <a:rPr lang="ja-JP" altLang="en-US"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起動時のスイングアジャストモードを設定できます。</a:t>
            </a:r>
            <a:endPar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marL="128574">
              <a:tabLst>
                <a:tab pos="1476405" algn="l"/>
              </a:tabLst>
            </a:pPr>
            <a:r>
              <a:rPr lang="ja-JP" altLang="en-US"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Swing…</a:t>
            </a:r>
            <a:r>
              <a:rPr lang="ja-JP" altLang="en-US"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起動時スイングモードになります。</a:t>
            </a:r>
            <a:endPar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marL="128574">
              <a:tabLst>
                <a:tab pos="1476405" algn="l"/>
              </a:tabLst>
            </a:pPr>
            <a:r>
              <a:rPr lang="ja-JP" altLang="en-US"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Adjust…</a:t>
            </a:r>
            <a:r>
              <a:rPr lang="ja-JP" altLang="en-US"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起動時アジャストモードになります。</a:t>
            </a:r>
            <a:endPar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marL="128574">
              <a:tabLst>
                <a:tab pos="1476405" algn="l"/>
              </a:tabLst>
            </a:pPr>
            <a:r>
              <a:rPr lang="ja-JP" altLang="en-US"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Keep…</a:t>
            </a:r>
            <a:r>
              <a:rPr lang="ja-JP" altLang="en-US"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前回</a:t>
            </a:r>
            <a:r>
              <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ACC OFF</a:t>
            </a:r>
            <a:r>
              <a:rPr lang="ja-JP" altLang="en-US" sz="1200">
                <a:solidFill>
                  <a:srgbClr val="FF0000"/>
                </a:solidFill>
                <a:latin typeface="Meiryo UI" panose="020B0604030504040204" pitchFamily="50" charset="-128"/>
                <a:ea typeface="Meiryo UI" panose="020B0604030504040204" pitchFamily="50" charset="-128"/>
                <a:cs typeface="Meiryo UI" panose="020B0604030504040204" pitchFamily="50" charset="-128"/>
              </a:rPr>
              <a:t>時のモードを保持します。</a:t>
            </a:r>
            <a:endParaRPr lang="en-US" altLang="ja-JP" sz="120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marL="180000">
              <a:tabLst>
                <a:tab pos="2066925" algn="l"/>
              </a:tabLst>
            </a:pP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Home	:</a:t>
            </a:r>
            <a:r>
              <a:rPr lang="ja-JP" altLang="en-US" sz="120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変更した値を反映させます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④</a:t>
            </a:r>
            <a:r>
              <a:rPr lang="en-US" altLang="ja-JP" sz="1200">
                <a:latin typeface="Meiryo UI" panose="020B0604030504040204" pitchFamily="50" charset="-128"/>
                <a:ea typeface="Meiryo UI" panose="020B0604030504040204" pitchFamily="50" charset="-128"/>
                <a:cs typeface="Meiryo UI" panose="020B0604030504040204" pitchFamily="50" charset="-128"/>
              </a:rPr>
              <a:t>Reset	:</a:t>
            </a:r>
            <a:r>
              <a:rPr lang="ja-JP" altLang="en-US" sz="1200">
                <a:latin typeface="Meiryo UI" panose="020B0604030504040204" pitchFamily="50" charset="-128"/>
                <a:ea typeface="Meiryo UI" panose="020B0604030504040204" pitchFamily="50" charset="-128"/>
                <a:cs typeface="Meiryo UI" panose="020B0604030504040204" pitchFamily="50" charset="-128"/>
              </a:rPr>
              <a:t> すべてのパラーメタが初期状態にもどります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6" name="グループ化 25"/>
          <p:cNvGrpSpPr/>
          <p:nvPr/>
        </p:nvGrpSpPr>
        <p:grpSpPr>
          <a:xfrm>
            <a:off x="3028936" y="337258"/>
            <a:ext cx="741835" cy="728258"/>
            <a:chOff x="6028504" y="355342"/>
            <a:chExt cx="741835" cy="728258"/>
          </a:xfrm>
        </p:grpSpPr>
        <p:sp>
          <p:nvSpPr>
            <p:cNvPr id="27" name="角丸四角形 26"/>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2" name="直線矢印コネクタ 31"/>
            <p:cNvCxnSpPr>
              <a:stCxn id="33" idx="4"/>
              <a:endCxn id="27"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円/楕円 32"/>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34" name="グループ化 33"/>
          <p:cNvGrpSpPr/>
          <p:nvPr/>
        </p:nvGrpSpPr>
        <p:grpSpPr>
          <a:xfrm>
            <a:off x="2259502" y="337258"/>
            <a:ext cx="741835" cy="728258"/>
            <a:chOff x="6028504" y="355342"/>
            <a:chExt cx="741835" cy="728258"/>
          </a:xfrm>
        </p:grpSpPr>
        <p:sp>
          <p:nvSpPr>
            <p:cNvPr id="35" name="角丸四角形 34"/>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6" name="直線矢印コネクタ 35"/>
            <p:cNvCxnSpPr>
              <a:stCxn id="37" idx="4"/>
              <a:endCxn id="35"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円/楕円 36"/>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grpSp>
        <p:nvGrpSpPr>
          <p:cNvPr id="17" name="グループ化 16"/>
          <p:cNvGrpSpPr/>
          <p:nvPr/>
        </p:nvGrpSpPr>
        <p:grpSpPr>
          <a:xfrm>
            <a:off x="4752961" y="3845507"/>
            <a:ext cx="822339" cy="714588"/>
            <a:chOff x="6028504" y="369012"/>
            <a:chExt cx="822339" cy="714588"/>
          </a:xfrm>
        </p:grpSpPr>
        <p:sp>
          <p:nvSpPr>
            <p:cNvPr id="18" name="角丸四角形 17"/>
            <p:cNvSpPr/>
            <p:nvPr/>
          </p:nvSpPr>
          <p:spPr>
            <a:xfrm>
              <a:off x="6028504" y="824337"/>
              <a:ext cx="822339"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9" name="直線矢印コネクタ 18"/>
            <p:cNvCxnSpPr>
              <a:stCxn id="20" idx="4"/>
              <a:endCxn id="18" idx="0"/>
            </p:cNvCxnSpPr>
            <p:nvPr/>
          </p:nvCxnSpPr>
          <p:spPr>
            <a:xfrm>
              <a:off x="6439673" y="657012"/>
              <a:ext cx="1" cy="16732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円/楕円 19"/>
            <p:cNvSpPr/>
            <p:nvPr/>
          </p:nvSpPr>
          <p:spPr>
            <a:xfrm>
              <a:off x="6295673" y="36901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4</a:t>
              </a:r>
              <a:endParaRPr lang="ja-JP" altLang="en-US" sz="1800">
                <a:solidFill>
                  <a:srgbClr val="FF0000"/>
                </a:solidFill>
              </a:endParaRPr>
            </a:p>
          </p:txBody>
        </p:sp>
      </p:grpSp>
      <p:sp>
        <p:nvSpPr>
          <p:cNvPr id="8" name="テキスト ボックス 7">
            <a:extLst>
              <a:ext uri="{FF2B5EF4-FFF2-40B4-BE49-F238E27FC236}">
                <a16:creationId xmlns:a16="http://schemas.microsoft.com/office/drawing/2014/main" id="{24E443C7-4C89-AA49-311A-ED7F8D3E9ED7}"/>
              </a:ext>
            </a:extLst>
          </p:cNvPr>
          <p:cNvSpPr txBox="1"/>
          <p:nvPr/>
        </p:nvSpPr>
        <p:spPr>
          <a:xfrm>
            <a:off x="6466872" y="2645901"/>
            <a:ext cx="525092" cy="276999"/>
          </a:xfrm>
          <a:prstGeom prst="rect">
            <a:avLst/>
          </a:prstGeom>
          <a:noFill/>
        </p:spPr>
        <p:txBody>
          <a:bodyPr wrap="square" rtlCol="0">
            <a:spAutoFit/>
          </a:bodyPr>
          <a:lstStyle/>
          <a:p>
            <a:r>
              <a:rPr kumimoji="1" lang="ja-JP" altLang="en-US" sz="1200">
                <a:solidFill>
                  <a:srgbClr val="FF0000"/>
                </a:solidFill>
              </a:rPr>
              <a:t>△</a:t>
            </a:r>
            <a:r>
              <a:rPr lang="en-US" altLang="ja-JP" sz="1200">
                <a:solidFill>
                  <a:srgbClr val="FF0000"/>
                </a:solidFill>
              </a:rPr>
              <a:t>11</a:t>
            </a:r>
            <a:endParaRPr kumimoji="1" lang="en-US" altLang="ja-JP" sz="1200">
              <a:solidFill>
                <a:srgbClr val="FF0000"/>
              </a:solidFill>
            </a:endParaRPr>
          </a:p>
        </p:txBody>
      </p:sp>
    </p:spTree>
    <p:extLst>
      <p:ext uri="{BB962C8B-B14F-4D97-AF65-F5344CB8AC3E}">
        <p14:creationId xmlns:p14="http://schemas.microsoft.com/office/powerpoint/2010/main" val="32384081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EA9E143B-5AB2-DBB5-7DA0-6DDDBB3614BD}"/>
              </a:ext>
            </a:extLst>
          </p:cNvPr>
          <p:cNvPicPr>
            <a:picLocks noChangeAspect="1"/>
          </p:cNvPicPr>
          <p:nvPr/>
        </p:nvPicPr>
        <p:blipFill>
          <a:blip r:embed="rId2"/>
          <a:stretch>
            <a:fillRect/>
          </a:stretch>
        </p:blipFill>
        <p:spPr>
          <a:xfrm>
            <a:off x="324270" y="475325"/>
            <a:ext cx="6111643" cy="4234951"/>
          </a:xfrm>
          <a:prstGeom prst="rect">
            <a:avLst/>
          </a:prstGeom>
        </p:spPr>
      </p:pic>
      <p:sp>
        <p:nvSpPr>
          <p:cNvPr id="4" name="テキスト ボックス 3"/>
          <p:cNvSpPr txBox="1"/>
          <p:nvPr/>
        </p:nvSpPr>
        <p:spPr>
          <a:xfrm>
            <a:off x="312430" y="79315"/>
            <a:ext cx="2858475"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Extension Output</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sp>
        <p:nvSpPr>
          <p:cNvPr id="40" name="テキスト ボックス 39"/>
          <p:cNvSpPr txBox="1"/>
          <p:nvPr/>
        </p:nvSpPr>
        <p:spPr>
          <a:xfrm>
            <a:off x="6476164" y="370626"/>
            <a:ext cx="6283794" cy="8156079"/>
          </a:xfrm>
          <a:prstGeom prst="rect">
            <a:avLst/>
          </a:prstGeom>
          <a:solidFill>
            <a:schemeClr val="bg1"/>
          </a:solidFill>
          <a:ln w="635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拡張出力に関する機能の確認と設定ができます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Enable Extension Output</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t>
            </a:r>
            <a:r>
              <a:rPr lang="ja-JP" altLang="en-US" sz="1200">
                <a:latin typeface="Meiryo UI" panose="020B0604030504040204" pitchFamily="50" charset="-128"/>
                <a:ea typeface="Meiryo UI" panose="020B0604030504040204" pitchFamily="50" charset="-128"/>
                <a:cs typeface="Meiryo UI" panose="020B0604030504040204" pitchFamily="50" charset="-128"/>
              </a:rPr>
              <a:t>拡張出力機能を使用したいときにチェックを入れてください</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Main controller C1P41 &amp; C2P40</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t>
            </a:r>
            <a:r>
              <a:rPr lang="ja-JP" altLang="en-US" sz="1200">
                <a:latin typeface="Meiryo UI" panose="020B0604030504040204" pitchFamily="50" charset="-128"/>
                <a:ea typeface="Meiryo UI" panose="020B0604030504040204" pitchFamily="50" charset="-128"/>
                <a:cs typeface="Meiryo UI" panose="020B0604030504040204" pitchFamily="50" charset="-128"/>
              </a:rPr>
              <a:t>各ピンの出力設定ができます</a:t>
            </a:r>
            <a:br>
              <a:rPr lang="en-US" altLang="ja-JP" sz="1200">
                <a:latin typeface="Meiryo UI" panose="020B0604030504040204" pitchFamily="50" charset="-128"/>
                <a:ea typeface="Meiryo UI" panose="020B0604030504040204" pitchFamily="50" charset="-128"/>
                <a:cs typeface="Meiryo UI" panose="020B0604030504040204" pitchFamily="50" charset="-128"/>
              </a:rPr>
            </a:b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mode</a:t>
            </a:r>
          </a:p>
          <a:p>
            <a:pPr marL="180000">
              <a:tabLst>
                <a:tab pos="206692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not</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use	:</a:t>
            </a:r>
            <a:r>
              <a:rPr lang="ja-JP" altLang="en-US" sz="1200">
                <a:latin typeface="Meiryo UI" panose="020B0604030504040204" pitchFamily="50" charset="-128"/>
                <a:ea typeface="Meiryo UI" panose="020B0604030504040204" pitchFamily="50" charset="-128"/>
                <a:cs typeface="Meiryo UI" panose="020B0604030504040204" pitchFamily="50" charset="-128"/>
              </a:rPr>
              <a:t>未使用</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0669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 out1 &amp; out2	:</a:t>
            </a:r>
            <a:r>
              <a:rPr lang="ja-JP" altLang="en-US" sz="1200">
                <a:latin typeface="Meiryo UI" panose="020B0604030504040204" pitchFamily="50" charset="-128"/>
                <a:ea typeface="Meiryo UI" panose="020B0604030504040204" pitchFamily="50" charset="-128"/>
                <a:cs typeface="Meiryo UI" panose="020B0604030504040204" pitchFamily="50" charset="-128"/>
              </a:rPr>
              <a:t>多機能グリップに割り当てた</a:t>
            </a:r>
            <a:r>
              <a:rPr lang="en-US" altLang="ja-JP" sz="1200">
                <a:latin typeface="Meiryo UI" panose="020B0604030504040204" pitchFamily="50" charset="-128"/>
                <a:ea typeface="Meiryo UI" panose="020B0604030504040204" pitchFamily="50" charset="-128"/>
                <a:cs typeface="Meiryo UI" panose="020B0604030504040204" pitchFamily="50" charset="-128"/>
              </a:rPr>
              <a:t>out1(C1P41)</a:t>
            </a:r>
            <a:r>
              <a:rPr lang="ja-JP" altLang="en-US" sz="1200">
                <a:latin typeface="Meiryo UI" panose="020B0604030504040204" pitchFamily="50" charset="-128"/>
                <a:ea typeface="Meiryo UI" panose="020B0604030504040204" pitchFamily="50" charset="-128"/>
                <a:cs typeface="Meiryo UI" panose="020B0604030504040204" pitchFamily="50" charset="-128"/>
              </a:rPr>
              <a:t>と</a:t>
            </a:r>
            <a:r>
              <a:rPr lang="en-US" altLang="ja-JP" sz="1200">
                <a:latin typeface="Meiryo UI" panose="020B0604030504040204" pitchFamily="50" charset="-128"/>
                <a:ea typeface="Meiryo UI" panose="020B0604030504040204" pitchFamily="50" charset="-128"/>
                <a:cs typeface="Meiryo UI" panose="020B0604030504040204" pitchFamily="50" charset="-128"/>
              </a:rPr>
              <a:t>out2(C2P40)</a:t>
            </a:r>
            <a:r>
              <a:rPr lang="ja-JP" altLang="en-US" sz="1200">
                <a:latin typeface="Meiryo UI" panose="020B0604030504040204" pitchFamily="50" charset="-128"/>
                <a:ea typeface="Meiryo UI" panose="020B0604030504040204" pitchFamily="50" charset="-128"/>
                <a:cs typeface="Meiryo UI" panose="020B0604030504040204" pitchFamily="50" charset="-128"/>
              </a:rPr>
              <a:t>の</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0669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	 </a:t>
            </a:r>
            <a:r>
              <a:rPr lang="ja-JP" altLang="en-US" sz="1200">
                <a:latin typeface="Meiryo UI" panose="020B0604030504040204" pitchFamily="50" charset="-128"/>
                <a:ea typeface="Meiryo UI" panose="020B0604030504040204" pitchFamily="50" charset="-128"/>
                <a:cs typeface="Meiryo UI" panose="020B0604030504040204" pitchFamily="50" charset="-128"/>
              </a:rPr>
              <a:t>操作に応じて</a:t>
            </a:r>
            <a:r>
              <a:rPr lang="en-US" altLang="ja-JP" sz="1200">
                <a:latin typeface="Meiryo UI" panose="020B0604030504040204" pitchFamily="50" charset="-128"/>
                <a:ea typeface="Meiryo UI" panose="020B0604030504040204" pitchFamily="50" charset="-128"/>
                <a:cs typeface="Meiryo UI" panose="020B0604030504040204" pitchFamily="50" charset="-128"/>
              </a:rPr>
              <a:t>ON/OFF</a:t>
            </a:r>
            <a:r>
              <a:rPr lang="ja-JP" altLang="en-US" sz="1200">
                <a:latin typeface="Meiryo UI" panose="020B0604030504040204" pitchFamily="50" charset="-128"/>
                <a:ea typeface="Meiryo UI" panose="020B0604030504040204" pitchFamily="50" charset="-128"/>
                <a:cs typeface="Meiryo UI" panose="020B0604030504040204" pitchFamily="50" charset="-128"/>
              </a:rPr>
              <a:t>出力します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0669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 out5(PWM)	:</a:t>
            </a:r>
            <a:r>
              <a:rPr lang="ja-JP" altLang="en-US" sz="1200">
                <a:latin typeface="Meiryo UI" panose="020B0604030504040204" pitchFamily="50" charset="-128"/>
                <a:ea typeface="Meiryo UI" panose="020B0604030504040204" pitchFamily="50" charset="-128"/>
                <a:cs typeface="Meiryo UI" panose="020B0604030504040204" pitchFamily="50" charset="-128"/>
              </a:rPr>
              <a:t>多機能ブリップに割り当てた</a:t>
            </a:r>
            <a:r>
              <a:rPr lang="en-US" altLang="ja-JP" sz="1200">
                <a:latin typeface="Meiryo UI" panose="020B0604030504040204" pitchFamily="50" charset="-128"/>
                <a:ea typeface="Meiryo UI" panose="020B0604030504040204" pitchFamily="50" charset="-128"/>
                <a:cs typeface="Meiryo UI" panose="020B0604030504040204" pitchFamily="50" charset="-128"/>
              </a:rPr>
              <a:t>out5</a:t>
            </a:r>
            <a:r>
              <a:rPr lang="ja-JP" altLang="en-US" sz="1200">
                <a:latin typeface="Meiryo UI" panose="020B0604030504040204" pitchFamily="50" charset="-128"/>
                <a:ea typeface="Meiryo UI" panose="020B0604030504040204" pitchFamily="50" charset="-128"/>
                <a:cs typeface="Meiryo UI" panose="020B0604030504040204" pitchFamily="50" charset="-128"/>
              </a:rPr>
              <a:t>の操作量に応じて</a:t>
            </a:r>
            <a:r>
              <a:rPr lang="en-US" altLang="ja-JP" sz="1200">
                <a:latin typeface="Meiryo UI" panose="020B0604030504040204" pitchFamily="50" charset="-128"/>
                <a:ea typeface="Meiryo UI" panose="020B0604030504040204" pitchFamily="50" charset="-128"/>
                <a:cs typeface="Meiryo UI" panose="020B0604030504040204" pitchFamily="50" charset="-128"/>
              </a:rPr>
              <a:t>PWM</a:t>
            </a:r>
            <a:r>
              <a:rPr lang="ja-JP" altLang="en-US" sz="1200">
                <a:latin typeface="Meiryo UI" panose="020B0604030504040204" pitchFamily="50" charset="-128"/>
                <a:ea typeface="Meiryo UI" panose="020B0604030504040204" pitchFamily="50" charset="-128"/>
                <a:cs typeface="Meiryo UI" panose="020B0604030504040204" pitchFamily="50" charset="-128"/>
              </a:rPr>
              <a:t>出</a:t>
            </a:r>
            <a:r>
              <a:rPr lang="en-US" altLang="ja-JP" sz="1200">
                <a:latin typeface="Meiryo UI" panose="020B0604030504040204" pitchFamily="50" charset="-128"/>
                <a:ea typeface="Meiryo UI" panose="020B0604030504040204" pitchFamily="50" charset="-128"/>
                <a:cs typeface="Meiryo UI" panose="020B0604030504040204" pitchFamily="50" charset="-128"/>
              </a:rPr>
              <a:t>	 </a:t>
            </a:r>
            <a:r>
              <a:rPr lang="ja-JP" altLang="en-US" sz="1200">
                <a:latin typeface="Meiryo UI" panose="020B0604030504040204" pitchFamily="50" charset="-128"/>
                <a:ea typeface="Meiryo UI" panose="020B0604030504040204" pitchFamily="50" charset="-128"/>
                <a:cs typeface="Meiryo UI" panose="020B0604030504040204" pitchFamily="50" charset="-128"/>
              </a:rPr>
              <a:t>力します</a:t>
            </a:r>
            <a:r>
              <a:rPr lang="en-US" altLang="ja-JP" sz="1200">
                <a:latin typeface="Meiryo UI" panose="020B0604030504040204" pitchFamily="50" charset="-128"/>
                <a:ea typeface="Meiryo UI" panose="020B0604030504040204" pitchFamily="50" charset="-128"/>
                <a:cs typeface="Meiryo UI" panose="020B0604030504040204" pitchFamily="50" charset="-128"/>
              </a:rPr>
              <a:t>(C1P41</a:t>
            </a: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A</a:t>
            </a:r>
            <a:r>
              <a:rPr lang="ja-JP" altLang="en-US" sz="1200">
                <a:latin typeface="Meiryo UI" panose="020B0604030504040204" pitchFamily="50" charset="-128"/>
                <a:ea typeface="Meiryo UI" panose="020B0604030504040204" pitchFamily="50" charset="-128"/>
                <a:cs typeface="Meiryo UI" panose="020B0604030504040204" pitchFamily="50" charset="-128"/>
              </a:rPr>
              <a:t>側、</a:t>
            </a:r>
            <a:r>
              <a:rPr lang="en-US" altLang="ja-JP" sz="1200">
                <a:latin typeface="Meiryo UI" panose="020B0604030504040204" pitchFamily="50" charset="-128"/>
                <a:ea typeface="Meiryo UI" panose="020B0604030504040204" pitchFamily="50" charset="-128"/>
                <a:cs typeface="Meiryo UI" panose="020B0604030504040204" pitchFamily="50" charset="-128"/>
              </a:rPr>
              <a:t>C2P40</a:t>
            </a: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B</a:t>
            </a:r>
            <a:r>
              <a:rPr lang="ja-JP" altLang="en-US" sz="1200">
                <a:latin typeface="Meiryo UI" panose="020B0604030504040204" pitchFamily="50" charset="-128"/>
                <a:ea typeface="Meiryo UI" panose="020B0604030504040204" pitchFamily="50" charset="-128"/>
                <a:cs typeface="Meiryo UI" panose="020B0604030504040204" pitchFamily="50" charset="-128"/>
              </a:rPr>
              <a:t>側</a:t>
            </a:r>
            <a:r>
              <a:rPr lang="en-US" altLang="ja-JP" sz="1200">
                <a:latin typeface="Meiryo UI" panose="020B0604030504040204" pitchFamily="50" charset="-128"/>
                <a:ea typeface="Meiryo UI" panose="020B0604030504040204" pitchFamily="50" charset="-128"/>
                <a:cs typeface="Meiryo UI" panose="020B0604030504040204" pitchFamily="50" charset="-128"/>
              </a:rPr>
              <a:t>)</a:t>
            </a:r>
          </a:p>
          <a:p>
            <a:pPr marL="180000">
              <a:tabLst>
                <a:tab pos="206692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out 1 detent	:out1</a:t>
            </a:r>
            <a:r>
              <a:rPr lang="ja-JP" altLang="en-US" sz="1200">
                <a:latin typeface="Meiryo UI" panose="020B0604030504040204" pitchFamily="50" charset="-128"/>
                <a:ea typeface="Meiryo UI" panose="020B0604030504040204" pitchFamily="50" charset="-128"/>
                <a:cs typeface="Meiryo UI" panose="020B0604030504040204" pitchFamily="50" charset="-128"/>
              </a:rPr>
              <a:t>のディテント機能を使用したいときにチェックを入れてください</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06692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out 2 detent	:out2</a:t>
            </a:r>
            <a:r>
              <a:rPr lang="ja-JP" altLang="en-US" sz="1200">
                <a:latin typeface="Meiryo UI" panose="020B0604030504040204" pitchFamily="50" charset="-128"/>
                <a:ea typeface="Meiryo UI" panose="020B0604030504040204" pitchFamily="50" charset="-128"/>
                <a:cs typeface="Meiryo UI" panose="020B0604030504040204" pitchFamily="50" charset="-128"/>
              </a:rPr>
              <a:t>のディテント機能を使用したいときにチェックを入れてください</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06692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combination	:</a:t>
            </a:r>
            <a:r>
              <a:rPr lang="ja-JP" altLang="en-US" sz="1200">
                <a:latin typeface="Meiryo UI" panose="020B0604030504040204" pitchFamily="50" charset="-128"/>
                <a:ea typeface="Meiryo UI" panose="020B0604030504040204" pitchFamily="50" charset="-128"/>
                <a:cs typeface="Meiryo UI" panose="020B0604030504040204" pitchFamily="50" charset="-128"/>
              </a:rPr>
              <a:t>ディテント出力中にもう一方の</a:t>
            </a:r>
            <a:r>
              <a:rPr lang="en-US" altLang="ja-JP" sz="1200" err="1">
                <a:latin typeface="Meiryo UI" panose="020B0604030504040204" pitchFamily="50" charset="-128"/>
                <a:ea typeface="Meiryo UI" panose="020B0604030504040204" pitchFamily="50" charset="-128"/>
                <a:cs typeface="Meiryo UI" panose="020B0604030504040204" pitchFamily="50" charset="-128"/>
              </a:rPr>
              <a:t>Sw</a:t>
            </a:r>
            <a:r>
              <a:rPr lang="ja-JP" altLang="en-US" sz="1200">
                <a:latin typeface="Meiryo UI" panose="020B0604030504040204" pitchFamily="50" charset="-128"/>
                <a:ea typeface="Meiryo UI" panose="020B0604030504040204" pitchFamily="50" charset="-128"/>
                <a:cs typeface="Meiryo UI" panose="020B0604030504040204" pitchFamily="50" charset="-128"/>
              </a:rPr>
              <a:t>を操作した時にディテント出力を</a:t>
            </a:r>
            <a:r>
              <a:rPr lang="en-US" altLang="ja-JP" sz="1200">
                <a:latin typeface="Meiryo UI" panose="020B0604030504040204" pitchFamily="50" charset="-128"/>
                <a:ea typeface="Meiryo UI" panose="020B0604030504040204" pitchFamily="50" charset="-128"/>
                <a:cs typeface="Meiryo UI" panose="020B0604030504040204" pitchFamily="50" charset="-128"/>
              </a:rPr>
              <a:t>	</a:t>
            </a:r>
            <a:r>
              <a:rPr lang="ja-JP" altLang="en-US" sz="1200">
                <a:latin typeface="Meiryo UI" panose="020B0604030504040204" pitchFamily="50" charset="-128"/>
                <a:ea typeface="Meiryo UI" panose="020B0604030504040204" pitchFamily="50" charset="-128"/>
                <a:cs typeface="Meiryo UI" panose="020B0604030504040204" pitchFamily="50" charset="-128"/>
              </a:rPr>
              <a:t> 停止する機能です。使用したい時にチェックを入れてください</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06692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Out5(PWM) time lamp filter</a:t>
            </a:r>
          </a:p>
          <a:p>
            <a:pPr marL="180000">
              <a:tabLst>
                <a:tab pos="206692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increase	:</a:t>
            </a:r>
            <a:r>
              <a:rPr lang="ja-JP" altLang="en-US" sz="1200">
                <a:latin typeface="Meiryo UI" panose="020B0604030504040204" pitchFamily="50" charset="-128"/>
                <a:ea typeface="Meiryo UI" panose="020B0604030504040204" pitchFamily="50" charset="-128"/>
                <a:cs typeface="Meiryo UI" panose="020B0604030504040204" pitchFamily="50" charset="-128"/>
              </a:rPr>
              <a:t>出力に対するランプフィルタのパラメータ</a:t>
            </a:r>
            <a:r>
              <a:rPr lang="en-US" altLang="ja-JP" sz="1200">
                <a:latin typeface="Meiryo UI" panose="020B0604030504040204" pitchFamily="50" charset="-128"/>
                <a:ea typeface="Meiryo UI" panose="020B0604030504040204" pitchFamily="50" charset="-128"/>
                <a:cs typeface="Meiryo UI" panose="020B0604030504040204" pitchFamily="50" charset="-128"/>
              </a:rPr>
              <a:t>(</a:t>
            </a:r>
            <a:r>
              <a:rPr lang="ja-JP" altLang="en-US" sz="1200">
                <a:latin typeface="Meiryo UI" panose="020B0604030504040204" pitchFamily="50" charset="-128"/>
                <a:ea typeface="Meiryo UI" panose="020B0604030504040204" pitchFamily="50" charset="-128"/>
                <a:cs typeface="Meiryo UI" panose="020B0604030504040204" pitchFamily="50" charset="-128"/>
              </a:rPr>
              <a:t>増加分</a:t>
            </a:r>
            <a:r>
              <a:rPr lang="en-US" altLang="ja-JP" sz="1200">
                <a:latin typeface="Meiryo UI" panose="020B0604030504040204" pitchFamily="50" charset="-128"/>
                <a:ea typeface="Meiryo UI" panose="020B0604030504040204" pitchFamily="50" charset="-128"/>
                <a:cs typeface="Meiryo UI" panose="020B0604030504040204" pitchFamily="50" charset="-128"/>
              </a:rPr>
              <a:t>)</a:t>
            </a:r>
            <a:r>
              <a:rPr lang="ja-JP" altLang="en-US" sz="1200">
                <a:latin typeface="Meiryo UI" panose="020B0604030504040204" pitchFamily="50" charset="-128"/>
                <a:ea typeface="Meiryo UI" panose="020B0604030504040204" pitchFamily="50" charset="-128"/>
                <a:cs typeface="Meiryo UI" panose="020B0604030504040204" pitchFamily="50" charset="-128"/>
              </a:rPr>
              <a:t>を変更できます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0669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 decrease	:</a:t>
            </a:r>
            <a:r>
              <a:rPr lang="ja-JP" altLang="en-US" sz="1200">
                <a:latin typeface="Meiryo UI" panose="020B0604030504040204" pitchFamily="50" charset="-128"/>
                <a:ea typeface="Meiryo UI" panose="020B0604030504040204" pitchFamily="50" charset="-128"/>
                <a:cs typeface="Meiryo UI" panose="020B0604030504040204" pitchFamily="50" charset="-128"/>
              </a:rPr>
              <a:t>出力に対するランプフィルタのパラメータ</a:t>
            </a:r>
            <a:r>
              <a:rPr lang="en-US" altLang="ja-JP" sz="1200">
                <a:latin typeface="Meiryo UI" panose="020B0604030504040204" pitchFamily="50" charset="-128"/>
                <a:ea typeface="Meiryo UI" panose="020B0604030504040204" pitchFamily="50" charset="-128"/>
                <a:cs typeface="Meiryo UI" panose="020B0604030504040204" pitchFamily="50" charset="-128"/>
              </a:rPr>
              <a:t>(</a:t>
            </a:r>
            <a:r>
              <a:rPr lang="ja-JP" altLang="en-US" sz="1200">
                <a:latin typeface="Meiryo UI" panose="020B0604030504040204" pitchFamily="50" charset="-128"/>
                <a:ea typeface="Meiryo UI" panose="020B0604030504040204" pitchFamily="50" charset="-128"/>
                <a:cs typeface="Meiryo UI" panose="020B0604030504040204" pitchFamily="50" charset="-128"/>
              </a:rPr>
              <a:t>減少分</a:t>
            </a:r>
            <a:r>
              <a:rPr lang="en-US" altLang="ja-JP" sz="1200">
                <a:latin typeface="Meiryo UI" panose="020B0604030504040204" pitchFamily="50" charset="-128"/>
                <a:ea typeface="Meiryo UI" panose="020B0604030504040204" pitchFamily="50" charset="-128"/>
                <a:cs typeface="Meiryo UI" panose="020B0604030504040204" pitchFamily="50" charset="-128"/>
              </a:rPr>
              <a:t>)</a:t>
            </a:r>
            <a:r>
              <a:rPr lang="ja-JP" altLang="en-US" sz="1200">
                <a:latin typeface="Meiryo UI" panose="020B0604030504040204" pitchFamily="50" charset="-128"/>
                <a:ea typeface="Meiryo UI" panose="020B0604030504040204" pitchFamily="50" charset="-128"/>
                <a:cs typeface="Meiryo UI" panose="020B0604030504040204" pitchFamily="50" charset="-128"/>
              </a:rPr>
              <a:t>を変更できます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066925" algn="l"/>
              </a:tabLst>
            </a:pP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0669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Current	:Extension Output</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5 current</a:t>
            </a:r>
            <a:r>
              <a:rPr lang="ja-JP" altLang="en-US" sz="1200">
                <a:latin typeface="Meiryo UI" panose="020B0604030504040204" pitchFamily="50" charset="-128"/>
                <a:ea typeface="Meiryo UI" panose="020B0604030504040204" pitchFamily="50" charset="-128"/>
                <a:cs typeface="Meiryo UI" panose="020B0604030504040204" pitchFamily="50" charset="-128"/>
              </a:rPr>
              <a:t>画面に遷移します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Sub controller C1P36 &amp; C1P37  :</a:t>
            </a:r>
            <a:r>
              <a:rPr lang="ja-JP" altLang="en-US" sz="1200">
                <a:latin typeface="Meiryo UI" panose="020B0604030504040204" pitchFamily="50" charset="-128"/>
                <a:ea typeface="Meiryo UI" panose="020B0604030504040204" pitchFamily="50" charset="-128"/>
                <a:cs typeface="Meiryo UI" panose="020B0604030504040204" pitchFamily="50" charset="-128"/>
              </a:rPr>
              <a:t>各ピンの出力設定ができます</a:t>
            </a:r>
            <a:br>
              <a:rPr lang="en-US" altLang="ja-JP" sz="1200">
                <a:latin typeface="Meiryo UI" panose="020B0604030504040204" pitchFamily="50" charset="-128"/>
                <a:ea typeface="Meiryo UI" panose="020B0604030504040204" pitchFamily="50" charset="-128"/>
                <a:cs typeface="Meiryo UI" panose="020B0604030504040204" pitchFamily="50" charset="-128"/>
              </a:rPr>
            </a:b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mode</a:t>
            </a:r>
          </a:p>
          <a:p>
            <a:pPr marL="180000">
              <a:tabLst>
                <a:tab pos="206692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not</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use	:</a:t>
            </a:r>
            <a:r>
              <a:rPr lang="ja-JP" altLang="en-US" sz="1200">
                <a:latin typeface="Meiryo UI" panose="020B0604030504040204" pitchFamily="50" charset="-128"/>
                <a:ea typeface="Meiryo UI" panose="020B0604030504040204" pitchFamily="50" charset="-128"/>
                <a:cs typeface="Meiryo UI" panose="020B0604030504040204" pitchFamily="50" charset="-128"/>
              </a:rPr>
              <a:t>未使用</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0669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 out3 &amp; out4	:</a:t>
            </a:r>
            <a:r>
              <a:rPr lang="ja-JP" altLang="en-US" sz="1200">
                <a:latin typeface="Meiryo UI" panose="020B0604030504040204" pitchFamily="50" charset="-128"/>
                <a:ea typeface="Meiryo UI" panose="020B0604030504040204" pitchFamily="50" charset="-128"/>
                <a:cs typeface="Meiryo UI" panose="020B0604030504040204" pitchFamily="50" charset="-128"/>
              </a:rPr>
              <a:t>多機能グリップに割り当てた</a:t>
            </a:r>
            <a:r>
              <a:rPr lang="en-US" altLang="ja-JP" sz="1200">
                <a:latin typeface="Meiryo UI" panose="020B0604030504040204" pitchFamily="50" charset="-128"/>
                <a:ea typeface="Meiryo UI" panose="020B0604030504040204" pitchFamily="50" charset="-128"/>
                <a:cs typeface="Meiryo UI" panose="020B0604030504040204" pitchFamily="50" charset="-128"/>
              </a:rPr>
              <a:t>out3(C1P36)</a:t>
            </a:r>
            <a:r>
              <a:rPr lang="ja-JP" altLang="en-US" sz="1200">
                <a:latin typeface="Meiryo UI" panose="020B0604030504040204" pitchFamily="50" charset="-128"/>
                <a:ea typeface="Meiryo UI" panose="020B0604030504040204" pitchFamily="50" charset="-128"/>
                <a:cs typeface="Meiryo UI" panose="020B0604030504040204" pitchFamily="50" charset="-128"/>
              </a:rPr>
              <a:t>と</a:t>
            </a:r>
            <a:r>
              <a:rPr lang="en-US" altLang="ja-JP" sz="1200">
                <a:latin typeface="Meiryo UI" panose="020B0604030504040204" pitchFamily="50" charset="-128"/>
                <a:ea typeface="Meiryo UI" panose="020B0604030504040204" pitchFamily="50" charset="-128"/>
                <a:cs typeface="Meiryo UI" panose="020B0604030504040204" pitchFamily="50" charset="-128"/>
              </a:rPr>
              <a:t>out4 (C1P37)</a:t>
            </a:r>
            <a:r>
              <a:rPr lang="ja-JP" altLang="en-US" sz="1200">
                <a:latin typeface="Meiryo UI" panose="020B0604030504040204" pitchFamily="50" charset="-128"/>
                <a:ea typeface="Meiryo UI" panose="020B0604030504040204" pitchFamily="50" charset="-128"/>
                <a:cs typeface="Meiryo UI" panose="020B0604030504040204" pitchFamily="50" charset="-128"/>
              </a:rPr>
              <a:t>の</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0669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	</a:t>
            </a:r>
            <a:r>
              <a:rPr lang="ja-JP" altLang="en-US" sz="1200">
                <a:latin typeface="Meiryo UI" panose="020B0604030504040204" pitchFamily="50" charset="-128"/>
                <a:ea typeface="Meiryo UI" panose="020B0604030504040204" pitchFamily="50" charset="-128"/>
                <a:cs typeface="Meiryo UI" panose="020B0604030504040204" pitchFamily="50" charset="-128"/>
              </a:rPr>
              <a:t>操作に応じて</a:t>
            </a:r>
            <a:r>
              <a:rPr lang="en-US" altLang="ja-JP" sz="1200">
                <a:latin typeface="Meiryo UI" panose="020B0604030504040204" pitchFamily="50" charset="-128"/>
                <a:ea typeface="Meiryo UI" panose="020B0604030504040204" pitchFamily="50" charset="-128"/>
                <a:cs typeface="Meiryo UI" panose="020B0604030504040204" pitchFamily="50" charset="-128"/>
              </a:rPr>
              <a:t>ON/OFF</a:t>
            </a:r>
            <a:r>
              <a:rPr lang="ja-JP" altLang="en-US" sz="1200">
                <a:latin typeface="Meiryo UI" panose="020B0604030504040204" pitchFamily="50" charset="-128"/>
                <a:ea typeface="Meiryo UI" panose="020B0604030504040204" pitchFamily="50" charset="-128"/>
                <a:cs typeface="Meiryo UI" panose="020B0604030504040204" pitchFamily="50" charset="-128"/>
              </a:rPr>
              <a:t>出力します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0669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 out3 &amp; gear1 	:</a:t>
            </a:r>
            <a:r>
              <a:rPr lang="ja-JP" altLang="en-US" sz="1200">
                <a:latin typeface="Meiryo UI" panose="020B0604030504040204" pitchFamily="50" charset="-128"/>
                <a:ea typeface="Meiryo UI" panose="020B0604030504040204" pitchFamily="50" charset="-128"/>
                <a:cs typeface="Meiryo UI" panose="020B0604030504040204" pitchFamily="50" charset="-128"/>
              </a:rPr>
              <a:t>多機能グリップに割り当てた</a:t>
            </a:r>
            <a:r>
              <a:rPr lang="en-US" altLang="ja-JP" sz="1200">
                <a:latin typeface="Meiryo UI" panose="020B0604030504040204" pitchFamily="50" charset="-128"/>
                <a:ea typeface="Meiryo UI" panose="020B0604030504040204" pitchFamily="50" charset="-128"/>
                <a:cs typeface="Meiryo UI" panose="020B0604030504040204" pitchFamily="50" charset="-128"/>
              </a:rPr>
              <a:t>out3</a:t>
            </a:r>
            <a:r>
              <a:rPr lang="ja-JP" altLang="en-US" sz="1200">
                <a:latin typeface="Meiryo UI" panose="020B0604030504040204" pitchFamily="50" charset="-128"/>
                <a:ea typeface="Meiryo UI" panose="020B0604030504040204" pitchFamily="50" charset="-128"/>
                <a:cs typeface="Meiryo UI" panose="020B0604030504040204" pitchFamily="50" charset="-128"/>
              </a:rPr>
              <a:t>の操作に応じて</a:t>
            </a:r>
            <a:r>
              <a:rPr lang="en-US" altLang="ja-JP" sz="1200">
                <a:latin typeface="Meiryo UI" panose="020B0604030504040204" pitchFamily="50" charset="-128"/>
                <a:ea typeface="Meiryo UI" panose="020B0604030504040204" pitchFamily="50" charset="-128"/>
                <a:cs typeface="Meiryo UI" panose="020B0604030504040204" pitchFamily="50" charset="-128"/>
              </a:rPr>
              <a:t>C1P36</a:t>
            </a:r>
            <a:r>
              <a:rPr lang="ja-JP" altLang="en-US" sz="1200">
                <a:latin typeface="Meiryo UI" panose="020B0604030504040204" pitchFamily="50" charset="-128"/>
                <a:ea typeface="Meiryo UI" panose="020B0604030504040204" pitchFamily="50" charset="-128"/>
                <a:cs typeface="Meiryo UI" panose="020B0604030504040204" pitchFamily="50" charset="-128"/>
              </a:rPr>
              <a:t>に</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206692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	 ON/OFF</a:t>
            </a:r>
            <a:r>
              <a:rPr lang="ja-JP" altLang="en-US" sz="1200">
                <a:latin typeface="Meiryo UI" panose="020B0604030504040204" pitchFamily="50" charset="-128"/>
                <a:ea typeface="Meiryo UI" panose="020B0604030504040204" pitchFamily="50" charset="-128"/>
                <a:cs typeface="Meiryo UI" panose="020B0604030504040204" pitchFamily="50" charset="-128"/>
              </a:rPr>
              <a:t>出力します。変速ギアの状態に応じて</a:t>
            </a:r>
            <a:r>
              <a:rPr lang="en-US" altLang="ja-JP" sz="1200">
                <a:latin typeface="Meiryo UI" panose="020B0604030504040204" pitchFamily="50" charset="-128"/>
                <a:ea typeface="Meiryo UI" panose="020B0604030504040204" pitchFamily="50" charset="-128"/>
                <a:cs typeface="Meiryo UI" panose="020B0604030504040204" pitchFamily="50" charset="-128"/>
              </a:rPr>
              <a:t>C1P37</a:t>
            </a:r>
            <a:r>
              <a:rPr lang="ja-JP" altLang="en-US" sz="1200">
                <a:latin typeface="Meiryo UI" panose="020B0604030504040204" pitchFamily="50" charset="-128"/>
                <a:ea typeface="Meiryo UI" panose="020B0604030504040204" pitchFamily="50" charset="-128"/>
                <a:cs typeface="Meiryo UI" panose="020B0604030504040204" pitchFamily="50" charset="-128"/>
              </a:rPr>
              <a:t>に</a:t>
            </a:r>
            <a:r>
              <a:rPr lang="en-US" altLang="ja-JP" sz="1200">
                <a:latin typeface="Meiryo UI" panose="020B0604030504040204" pitchFamily="50" charset="-128"/>
                <a:ea typeface="Meiryo UI" panose="020B0604030504040204" pitchFamily="50" charset="-128"/>
                <a:cs typeface="Meiryo UI" panose="020B0604030504040204" pitchFamily="50" charset="-128"/>
              </a:rPr>
              <a:t>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ON/OFF</a:t>
            </a:r>
            <a:r>
              <a:rPr lang="ja-JP" altLang="en-US" sz="1200">
                <a:latin typeface="Meiryo UI" panose="020B0604030504040204" pitchFamily="50" charset="-128"/>
                <a:ea typeface="Meiryo UI" panose="020B0604030504040204" pitchFamily="50" charset="-128"/>
                <a:cs typeface="Meiryo UI" panose="020B0604030504040204" pitchFamily="50" charset="-128"/>
              </a:rPr>
              <a:t>出力します。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Output monitor  :</a:t>
            </a:r>
            <a:r>
              <a:rPr lang="ja-JP" altLang="en-US" sz="1200">
                <a:latin typeface="Meiryo UI" panose="020B0604030504040204" pitchFamily="50" charset="-128"/>
                <a:ea typeface="Meiryo UI" panose="020B0604030504040204" pitchFamily="50" charset="-128"/>
                <a:cs typeface="Meiryo UI" panose="020B0604030504040204" pitchFamily="50" charset="-128"/>
              </a:rPr>
              <a:t>各ピンへの出力状態を確認できます</a:t>
            </a:r>
            <a:br>
              <a:rPr lang="en-US" altLang="ja-JP" sz="1200">
                <a:latin typeface="Meiryo UI" panose="020B0604030504040204" pitchFamily="50" charset="-128"/>
                <a:ea typeface="Meiryo UI" panose="020B0604030504040204" pitchFamily="50" charset="-128"/>
                <a:cs typeface="Meiryo UI" panose="020B0604030504040204" pitchFamily="50" charset="-128"/>
              </a:rPr>
            </a:b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out 1 :out1</a:t>
            </a:r>
            <a:r>
              <a:rPr lang="ja-JP" altLang="en-US" sz="1200">
                <a:latin typeface="Meiryo UI" panose="020B0604030504040204" pitchFamily="50" charset="-128"/>
                <a:ea typeface="Meiryo UI" panose="020B0604030504040204" pitchFamily="50" charset="-128"/>
                <a:cs typeface="Meiryo UI" panose="020B0604030504040204" pitchFamily="50" charset="-128"/>
              </a:rPr>
              <a:t>の出力</a:t>
            </a:r>
            <a:br>
              <a:rPr lang="en-US" altLang="ja-JP" sz="1200">
                <a:latin typeface="Meiryo UI" panose="020B0604030504040204" pitchFamily="50" charset="-128"/>
                <a:ea typeface="Meiryo UI" panose="020B0604030504040204" pitchFamily="50" charset="-128"/>
                <a:cs typeface="Meiryo UI" panose="020B0604030504040204" pitchFamily="50" charset="-128"/>
              </a:rPr>
            </a:b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out 2 :out2</a:t>
            </a:r>
            <a:r>
              <a:rPr lang="ja-JP" altLang="en-US" sz="1200">
                <a:latin typeface="Meiryo UI" panose="020B0604030504040204" pitchFamily="50" charset="-128"/>
                <a:ea typeface="Meiryo UI" panose="020B0604030504040204" pitchFamily="50" charset="-128"/>
                <a:cs typeface="Meiryo UI" panose="020B0604030504040204" pitchFamily="50" charset="-128"/>
              </a:rPr>
              <a:t>の出力</a:t>
            </a:r>
            <a:br>
              <a:rPr lang="en-US" altLang="ja-JP" sz="1200">
                <a:latin typeface="Meiryo UI" panose="020B0604030504040204" pitchFamily="50" charset="-128"/>
                <a:ea typeface="Meiryo UI" panose="020B0604030504040204" pitchFamily="50" charset="-128"/>
                <a:cs typeface="Meiryo UI" panose="020B0604030504040204" pitchFamily="50" charset="-128"/>
              </a:rPr>
            </a:b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out 3 :out3</a:t>
            </a:r>
            <a:r>
              <a:rPr lang="ja-JP" altLang="en-US" sz="1200">
                <a:latin typeface="Meiryo UI" panose="020B0604030504040204" pitchFamily="50" charset="-128"/>
                <a:ea typeface="Meiryo UI" panose="020B0604030504040204" pitchFamily="50" charset="-128"/>
                <a:cs typeface="Meiryo UI" panose="020B0604030504040204" pitchFamily="50" charset="-128"/>
              </a:rPr>
              <a:t>の出力</a:t>
            </a:r>
            <a:br>
              <a:rPr lang="en-US" altLang="ja-JP" sz="1200">
                <a:latin typeface="Meiryo UI" panose="020B0604030504040204" pitchFamily="50" charset="-128"/>
                <a:ea typeface="Meiryo UI" panose="020B0604030504040204" pitchFamily="50" charset="-128"/>
                <a:cs typeface="Meiryo UI" panose="020B0604030504040204" pitchFamily="50" charset="-128"/>
              </a:rPr>
            </a:b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out 4 :out4</a:t>
            </a:r>
            <a:r>
              <a:rPr lang="ja-JP" altLang="en-US" sz="1200">
                <a:latin typeface="Meiryo UI" panose="020B0604030504040204" pitchFamily="50" charset="-128"/>
                <a:ea typeface="Meiryo UI" panose="020B0604030504040204" pitchFamily="50" charset="-128"/>
                <a:cs typeface="Meiryo UI" panose="020B0604030504040204" pitchFamily="50" charset="-128"/>
              </a:rPr>
              <a:t>の出力</a:t>
            </a:r>
            <a:br>
              <a:rPr lang="en-US" altLang="ja-JP" sz="1200">
                <a:latin typeface="Meiryo UI" panose="020B0604030504040204" pitchFamily="50" charset="-128"/>
                <a:ea typeface="Meiryo UI" panose="020B0604030504040204" pitchFamily="50" charset="-128"/>
                <a:cs typeface="Meiryo UI" panose="020B0604030504040204" pitchFamily="50" charset="-128"/>
              </a:rPr>
            </a:b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out 5(PWM) A :out5 A</a:t>
            </a:r>
            <a:r>
              <a:rPr lang="ja-JP" altLang="en-US" sz="1200">
                <a:latin typeface="Meiryo UI" panose="020B0604030504040204" pitchFamily="50" charset="-128"/>
                <a:ea typeface="Meiryo UI" panose="020B0604030504040204" pitchFamily="50" charset="-128"/>
                <a:cs typeface="Meiryo UI" panose="020B0604030504040204" pitchFamily="50" charset="-128"/>
              </a:rPr>
              <a:t>への出力電流</a:t>
            </a:r>
            <a:br>
              <a:rPr lang="en-US" altLang="ja-JP" sz="1200">
                <a:latin typeface="Meiryo UI" panose="020B0604030504040204" pitchFamily="50" charset="-128"/>
                <a:ea typeface="Meiryo UI" panose="020B0604030504040204" pitchFamily="50" charset="-128"/>
                <a:cs typeface="Meiryo UI" panose="020B0604030504040204" pitchFamily="50" charset="-128"/>
              </a:rPr>
            </a:b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out 5(PWM) B :out5 B</a:t>
            </a:r>
            <a:r>
              <a:rPr lang="ja-JP" altLang="en-US" sz="1200">
                <a:latin typeface="Meiryo UI" panose="020B0604030504040204" pitchFamily="50" charset="-128"/>
                <a:ea typeface="Meiryo UI" panose="020B0604030504040204" pitchFamily="50" charset="-128"/>
                <a:cs typeface="Meiryo UI" panose="020B0604030504040204" pitchFamily="50" charset="-128"/>
              </a:rPr>
              <a:t>への出力電流</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Home	:</a:t>
            </a:r>
            <a:r>
              <a:rPr lang="ja-JP" altLang="en-US" sz="120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変更した値を反映させます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④</a:t>
            </a:r>
            <a:r>
              <a:rPr lang="en-US" altLang="ja-JP" sz="1200">
                <a:latin typeface="Meiryo UI" panose="020B0604030504040204" pitchFamily="50" charset="-128"/>
                <a:ea typeface="Meiryo UI" panose="020B0604030504040204" pitchFamily="50" charset="-128"/>
                <a:cs typeface="Meiryo UI" panose="020B0604030504040204" pitchFamily="50" charset="-128"/>
              </a:rPr>
              <a:t>Reset	:</a:t>
            </a:r>
            <a:r>
              <a:rPr lang="ja-JP" altLang="en-US" sz="1200">
                <a:latin typeface="Meiryo UI" panose="020B0604030504040204" pitchFamily="50" charset="-128"/>
                <a:ea typeface="Meiryo UI" panose="020B0604030504040204" pitchFamily="50" charset="-128"/>
                <a:cs typeface="Meiryo UI" panose="020B0604030504040204" pitchFamily="50" charset="-128"/>
              </a:rPr>
              <a:t> すべてのパラメータが初期状態にもどります　</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6" name="グループ化 25"/>
          <p:cNvGrpSpPr/>
          <p:nvPr/>
        </p:nvGrpSpPr>
        <p:grpSpPr>
          <a:xfrm>
            <a:off x="3028936" y="337258"/>
            <a:ext cx="741835" cy="728258"/>
            <a:chOff x="6028504" y="355342"/>
            <a:chExt cx="741835" cy="728258"/>
          </a:xfrm>
        </p:grpSpPr>
        <p:sp>
          <p:nvSpPr>
            <p:cNvPr id="27" name="角丸四角形 26"/>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2" name="直線矢印コネクタ 31"/>
            <p:cNvCxnSpPr>
              <a:stCxn id="33" idx="4"/>
              <a:endCxn id="27"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円/楕円 32"/>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34" name="グループ化 33"/>
          <p:cNvGrpSpPr/>
          <p:nvPr/>
        </p:nvGrpSpPr>
        <p:grpSpPr>
          <a:xfrm>
            <a:off x="2259502" y="337258"/>
            <a:ext cx="741835" cy="728258"/>
            <a:chOff x="6028504" y="355342"/>
            <a:chExt cx="741835" cy="728258"/>
          </a:xfrm>
        </p:grpSpPr>
        <p:sp>
          <p:nvSpPr>
            <p:cNvPr id="35" name="角丸四角形 34"/>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6" name="直線矢印コネクタ 35"/>
            <p:cNvCxnSpPr>
              <a:stCxn id="37" idx="4"/>
              <a:endCxn id="35"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円/楕円 36"/>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grpSp>
        <p:nvGrpSpPr>
          <p:cNvPr id="17" name="グループ化 16"/>
          <p:cNvGrpSpPr/>
          <p:nvPr/>
        </p:nvGrpSpPr>
        <p:grpSpPr>
          <a:xfrm>
            <a:off x="4825567" y="358461"/>
            <a:ext cx="822339" cy="714588"/>
            <a:chOff x="6028504" y="369012"/>
            <a:chExt cx="822339" cy="714588"/>
          </a:xfrm>
        </p:grpSpPr>
        <p:sp>
          <p:nvSpPr>
            <p:cNvPr id="18" name="角丸四角形 17"/>
            <p:cNvSpPr/>
            <p:nvPr/>
          </p:nvSpPr>
          <p:spPr>
            <a:xfrm>
              <a:off x="6028504" y="824337"/>
              <a:ext cx="822339"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9" name="直線矢印コネクタ 18"/>
            <p:cNvCxnSpPr>
              <a:stCxn id="20" idx="4"/>
              <a:endCxn id="18" idx="0"/>
            </p:cNvCxnSpPr>
            <p:nvPr/>
          </p:nvCxnSpPr>
          <p:spPr>
            <a:xfrm>
              <a:off x="6439673" y="657012"/>
              <a:ext cx="1" cy="16732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円/楕円 19"/>
            <p:cNvSpPr/>
            <p:nvPr/>
          </p:nvSpPr>
          <p:spPr>
            <a:xfrm>
              <a:off x="6295673" y="36901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4</a:t>
              </a:r>
              <a:endParaRPr lang="ja-JP" altLang="en-US" sz="1800">
                <a:solidFill>
                  <a:srgbClr val="FF0000"/>
                </a:solidFill>
              </a:endParaRPr>
            </a:p>
          </p:txBody>
        </p:sp>
      </p:grpSp>
      <p:sp>
        <p:nvSpPr>
          <p:cNvPr id="9" name="テキスト ボックス 8">
            <a:extLst>
              <a:ext uri="{FF2B5EF4-FFF2-40B4-BE49-F238E27FC236}">
                <a16:creationId xmlns:a16="http://schemas.microsoft.com/office/drawing/2014/main" id="{EBFB5797-1AD1-51F6-85FA-CCD6B0A7E154}"/>
              </a:ext>
            </a:extLst>
          </p:cNvPr>
          <p:cNvSpPr txBox="1"/>
          <p:nvPr/>
        </p:nvSpPr>
        <p:spPr>
          <a:xfrm>
            <a:off x="0" y="-9676"/>
            <a:ext cx="995785" cy="253916"/>
          </a:xfrm>
          <a:prstGeom prst="rect">
            <a:avLst/>
          </a:prstGeom>
          <a:noFill/>
        </p:spPr>
        <p:txBody>
          <a:bodyPr wrap="none" rtlCol="0">
            <a:spAutoFit/>
          </a:bodyPr>
          <a:lstStyle/>
          <a:p>
            <a:r>
              <a:rPr kumimoji="1" lang="ja-JP" altLang="en-US" sz="1050">
                <a:solidFill>
                  <a:srgbClr val="FF0000"/>
                </a:solidFill>
              </a:rPr>
              <a:t>△</a:t>
            </a:r>
            <a:r>
              <a:rPr kumimoji="1" lang="en-US" altLang="ja-JP" sz="1050">
                <a:solidFill>
                  <a:srgbClr val="FF0000"/>
                </a:solidFill>
              </a:rPr>
              <a:t>08</a:t>
            </a:r>
            <a:r>
              <a:rPr kumimoji="1" lang="ja-JP" altLang="en-US" sz="1050">
                <a:solidFill>
                  <a:srgbClr val="FF0000"/>
                </a:solidFill>
              </a:rPr>
              <a:t>新規追加</a:t>
            </a:r>
          </a:p>
        </p:txBody>
      </p:sp>
    </p:spTree>
    <p:extLst>
      <p:ext uri="{BB962C8B-B14F-4D97-AF65-F5344CB8AC3E}">
        <p14:creationId xmlns:p14="http://schemas.microsoft.com/office/powerpoint/2010/main" val="61438766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9C2FBA4C-C4B1-B2DD-6299-CFC131D22059}"/>
              </a:ext>
            </a:extLst>
          </p:cNvPr>
          <p:cNvPicPr>
            <a:picLocks noChangeAspect="1"/>
          </p:cNvPicPr>
          <p:nvPr/>
        </p:nvPicPr>
        <p:blipFill>
          <a:blip r:embed="rId2"/>
          <a:stretch>
            <a:fillRect/>
          </a:stretch>
        </p:blipFill>
        <p:spPr>
          <a:xfrm>
            <a:off x="250368" y="450941"/>
            <a:ext cx="6162624" cy="4325275"/>
          </a:xfrm>
          <a:prstGeom prst="rect">
            <a:avLst/>
          </a:prstGeom>
        </p:spPr>
      </p:pic>
      <p:sp>
        <p:nvSpPr>
          <p:cNvPr id="4" name="テキスト ボックス 3"/>
          <p:cNvSpPr txBox="1"/>
          <p:nvPr/>
        </p:nvSpPr>
        <p:spPr>
          <a:xfrm>
            <a:off x="312430" y="79315"/>
            <a:ext cx="4177747"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Extension Output</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5 current</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sp>
        <p:nvSpPr>
          <p:cNvPr id="40" name="テキスト ボックス 39"/>
          <p:cNvSpPr txBox="1"/>
          <p:nvPr/>
        </p:nvSpPr>
        <p:spPr>
          <a:xfrm>
            <a:off x="6688138" y="475325"/>
            <a:ext cx="5928569" cy="2000548"/>
          </a:xfrm>
          <a:prstGeom prst="rect">
            <a:avLst/>
          </a:prstGeom>
          <a:solidFill>
            <a:schemeClr val="bg1"/>
          </a:solidFill>
          <a:ln w="6350">
            <a:solidFill>
              <a:schemeClr val="tx1"/>
            </a:solidFill>
          </a:ln>
        </p:spPr>
        <p:txBody>
          <a:bodyPr wrap="square" rtlCol="0">
            <a:spAutoFit/>
          </a:bodyPr>
          <a:lstStyle/>
          <a:p>
            <a:r>
              <a:rPr lang="en-US" altLang="ja-JP" sz="1200">
                <a:latin typeface="Meiryo UI" panose="020B0604030504040204" pitchFamily="50" charset="-128"/>
                <a:ea typeface="Meiryo UI" panose="020B0604030504040204" pitchFamily="50" charset="-128"/>
                <a:cs typeface="Meiryo UI" panose="020B0604030504040204" pitchFamily="50" charset="-128"/>
              </a:rPr>
              <a:t>Extension</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Output5</a:t>
            </a:r>
            <a:r>
              <a:rPr lang="ja-JP" altLang="en-US" sz="1200">
                <a:latin typeface="Meiryo UI" panose="020B0604030504040204" pitchFamily="50" charset="-128"/>
                <a:ea typeface="Meiryo UI" panose="020B0604030504040204" pitchFamily="50" charset="-128"/>
                <a:cs typeface="Meiryo UI" panose="020B0604030504040204" pitchFamily="50" charset="-128"/>
              </a:rPr>
              <a:t>の操作量に対する出力電流値の確認、設定ができます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Signal</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area</a:t>
            </a:r>
          </a:p>
          <a:p>
            <a:pPr marL="180000">
              <a:tabLst>
                <a:tab pos="3556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X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output5 </a:t>
            </a:r>
            <a:r>
              <a:rPr lang="ja-JP" altLang="en-US" sz="1200">
                <a:latin typeface="Meiryo UI" panose="020B0604030504040204" pitchFamily="50" charset="-128"/>
                <a:ea typeface="Meiryo UI" panose="020B0604030504040204" pitchFamily="50" charset="-128"/>
                <a:cs typeface="Meiryo UI" panose="020B0604030504040204" pitchFamily="50" charset="-128"/>
              </a:rPr>
              <a:t>操作量</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355600"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Y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output5 </a:t>
            </a:r>
            <a:r>
              <a:rPr lang="ja-JP" altLang="en-US" sz="1200">
                <a:latin typeface="Meiryo UI" panose="020B0604030504040204" pitchFamily="50" charset="-128"/>
                <a:ea typeface="Meiryo UI" panose="020B0604030504040204" pitchFamily="50" charset="-128"/>
                <a:cs typeface="Meiryo UI" panose="020B0604030504040204" pitchFamily="50" charset="-128"/>
              </a:rPr>
              <a:t>出力電流値</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9060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Back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Extension Output</a:t>
            </a:r>
            <a:r>
              <a:rPr lang="ja-JP" altLang="en-US" sz="120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9060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変更した値を反映させます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90600"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6" name="グループ化 25"/>
          <p:cNvGrpSpPr/>
          <p:nvPr/>
        </p:nvGrpSpPr>
        <p:grpSpPr>
          <a:xfrm>
            <a:off x="3028936" y="337258"/>
            <a:ext cx="741835" cy="728258"/>
            <a:chOff x="6028504" y="355342"/>
            <a:chExt cx="741835" cy="728258"/>
          </a:xfrm>
        </p:grpSpPr>
        <p:sp>
          <p:nvSpPr>
            <p:cNvPr id="27" name="角丸四角形 26"/>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2" name="直線矢印コネクタ 31"/>
            <p:cNvCxnSpPr>
              <a:stCxn id="33" idx="4"/>
              <a:endCxn id="27"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円/楕円 32"/>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34" name="グループ化 33"/>
          <p:cNvGrpSpPr/>
          <p:nvPr/>
        </p:nvGrpSpPr>
        <p:grpSpPr>
          <a:xfrm>
            <a:off x="2259502" y="337258"/>
            <a:ext cx="741835" cy="728258"/>
            <a:chOff x="6028504" y="355342"/>
            <a:chExt cx="741835" cy="728258"/>
          </a:xfrm>
        </p:grpSpPr>
        <p:sp>
          <p:nvSpPr>
            <p:cNvPr id="35" name="角丸四角形 34"/>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6" name="直線矢印コネクタ 35"/>
            <p:cNvCxnSpPr>
              <a:stCxn id="37" idx="4"/>
              <a:endCxn id="35"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円/楕円 36"/>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sp>
        <p:nvSpPr>
          <p:cNvPr id="2" name="テキスト ボックス 1">
            <a:extLst>
              <a:ext uri="{FF2B5EF4-FFF2-40B4-BE49-F238E27FC236}">
                <a16:creationId xmlns:a16="http://schemas.microsoft.com/office/drawing/2014/main" id="{A0530348-9B2C-ABB0-1025-F2127991EA43}"/>
              </a:ext>
            </a:extLst>
          </p:cNvPr>
          <p:cNvSpPr txBox="1"/>
          <p:nvPr/>
        </p:nvSpPr>
        <p:spPr>
          <a:xfrm>
            <a:off x="0" y="-9676"/>
            <a:ext cx="995785" cy="253916"/>
          </a:xfrm>
          <a:prstGeom prst="rect">
            <a:avLst/>
          </a:prstGeom>
          <a:noFill/>
        </p:spPr>
        <p:txBody>
          <a:bodyPr wrap="none" rtlCol="0">
            <a:spAutoFit/>
          </a:bodyPr>
          <a:lstStyle/>
          <a:p>
            <a:r>
              <a:rPr kumimoji="1" lang="ja-JP" altLang="en-US" sz="1050">
                <a:solidFill>
                  <a:srgbClr val="FF0000"/>
                </a:solidFill>
              </a:rPr>
              <a:t>△</a:t>
            </a:r>
            <a:r>
              <a:rPr kumimoji="1" lang="en-US" altLang="ja-JP" sz="1050">
                <a:solidFill>
                  <a:srgbClr val="FF0000"/>
                </a:solidFill>
              </a:rPr>
              <a:t>08</a:t>
            </a:r>
            <a:r>
              <a:rPr kumimoji="1" lang="ja-JP" altLang="en-US" sz="1050">
                <a:solidFill>
                  <a:srgbClr val="FF0000"/>
                </a:solidFill>
              </a:rPr>
              <a:t>新規追加</a:t>
            </a:r>
          </a:p>
        </p:txBody>
      </p:sp>
    </p:spTree>
    <p:extLst>
      <p:ext uri="{BB962C8B-B14F-4D97-AF65-F5344CB8AC3E}">
        <p14:creationId xmlns:p14="http://schemas.microsoft.com/office/powerpoint/2010/main" val="249081914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 name="図 13">
            <a:extLst>
              <a:ext uri="{FF2B5EF4-FFF2-40B4-BE49-F238E27FC236}">
                <a16:creationId xmlns:a16="http://schemas.microsoft.com/office/drawing/2014/main" id="{F45B1225-B5FF-4A6F-85A5-E45ACB3A9259}"/>
              </a:ext>
            </a:extLst>
          </p:cNvPr>
          <p:cNvPicPr>
            <a:picLocks noChangeAspect="1"/>
          </p:cNvPicPr>
          <p:nvPr/>
        </p:nvPicPr>
        <p:blipFill rotWithShape="1">
          <a:blip r:embed="rId2"/>
          <a:srcRect t="1819" b="1"/>
          <a:stretch/>
        </p:blipFill>
        <p:spPr>
          <a:xfrm>
            <a:off x="337398" y="502183"/>
            <a:ext cx="6098516" cy="4191303"/>
          </a:xfrm>
          <a:prstGeom prst="rect">
            <a:avLst/>
          </a:prstGeom>
        </p:spPr>
      </p:pic>
      <p:sp>
        <p:nvSpPr>
          <p:cNvPr id="4" name="テキスト ボックス 3"/>
          <p:cNvSpPr txBox="1"/>
          <p:nvPr/>
        </p:nvSpPr>
        <p:spPr>
          <a:xfrm>
            <a:off x="312430" y="79315"/>
            <a:ext cx="2896819"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Joystick</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Steering</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p:cNvGrpSpPr/>
          <p:nvPr/>
        </p:nvGrpSpPr>
        <p:grpSpPr>
          <a:xfrm>
            <a:off x="5694078" y="337258"/>
            <a:ext cx="741835" cy="728258"/>
            <a:chOff x="6028504" y="355342"/>
            <a:chExt cx="741835" cy="728258"/>
          </a:xfrm>
        </p:grpSpPr>
        <p:sp>
          <p:nvSpPr>
            <p:cNvPr id="10" name="角丸四角形 9"/>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sp>
        <p:nvSpPr>
          <p:cNvPr id="40" name="テキスト ボックス 39"/>
          <p:cNvSpPr txBox="1"/>
          <p:nvPr/>
        </p:nvSpPr>
        <p:spPr>
          <a:xfrm>
            <a:off x="6476164" y="370626"/>
            <a:ext cx="6283794" cy="5447645"/>
          </a:xfrm>
          <a:prstGeom prst="rect">
            <a:avLst/>
          </a:prstGeom>
          <a:solidFill>
            <a:schemeClr val="bg1"/>
          </a:solidFill>
          <a:ln w="635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ジョイスティックステアリングに関する機能の確認と設定ができます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defTabSz="762000">
              <a:spcBef>
                <a:spcPts val="1200"/>
              </a:spcBef>
            </a:pPr>
            <a:r>
              <a:rPr lang="en-US" altLang="ja-JP" sz="1200">
                <a:latin typeface="Meiryo UI" panose="020B0604030504040204" pitchFamily="50" charset="-128"/>
                <a:ea typeface="Meiryo UI" panose="020B0604030504040204" pitchFamily="50" charset="-128"/>
                <a:cs typeface="Meiryo UI" panose="020B0604030504040204" pitchFamily="50" charset="-128"/>
              </a:rPr>
              <a:t>Controller Status	</a:t>
            </a:r>
            <a:r>
              <a:rPr lang="ja-JP" altLang="en-US" sz="1200">
                <a:latin typeface="Meiryo UI" panose="020B0604030504040204" pitchFamily="50" charset="-128"/>
                <a:ea typeface="Meiryo UI" panose="020B0604030504040204" pitchFamily="50" charset="-128"/>
                <a:cs typeface="Meiryo UI" panose="020B0604030504040204" pitchFamily="50" charset="-128"/>
              </a:rPr>
              <a:t>：ジョイスティックステアリングコントローラの状態を確認できます</a:t>
            </a:r>
            <a:br>
              <a:rPr lang="en-US" altLang="ja-JP" sz="1200">
                <a:latin typeface="Meiryo UI" panose="020B0604030504040204" pitchFamily="50" charset="-128"/>
                <a:ea typeface="Meiryo UI" panose="020B0604030504040204" pitchFamily="50" charset="-128"/>
                <a:cs typeface="Meiryo UI" panose="020B0604030504040204" pitchFamily="50" charset="-128"/>
              </a:rPr>
            </a:br>
            <a:r>
              <a:rPr lang="ja-JP" altLang="en-US" sz="1200">
                <a:latin typeface="Meiryo UI" panose="020B0604030504040204" pitchFamily="50" charset="-128"/>
                <a:ea typeface="Meiryo UI" panose="020B0604030504040204" pitchFamily="50" charset="-128"/>
                <a:cs typeface="Meiryo UI" panose="020B0604030504040204" pitchFamily="50" charset="-128"/>
              </a:rPr>
              <a:t>　・ </a:t>
            </a:r>
            <a:r>
              <a:rPr lang="en-US" altLang="ja-JP" sz="1200">
                <a:latin typeface="Meiryo UI" panose="020B0604030504040204" pitchFamily="50" charset="-128"/>
                <a:ea typeface="Meiryo UI" panose="020B0604030504040204" pitchFamily="50" charset="-128"/>
                <a:cs typeface="Meiryo UI" panose="020B0604030504040204" pitchFamily="50" charset="-128"/>
              </a:rPr>
              <a:t>Request Spool Position	</a:t>
            </a:r>
            <a:br>
              <a:rPr lang="en-US" altLang="ja-JP" sz="1200">
                <a:latin typeface="Meiryo UI" panose="020B0604030504040204" pitchFamily="50" charset="-128"/>
                <a:ea typeface="Meiryo UI" panose="020B0604030504040204" pitchFamily="50" charset="-128"/>
                <a:cs typeface="Meiryo UI" panose="020B0604030504040204" pitchFamily="50" charset="-128"/>
              </a:rPr>
            </a:br>
            <a:r>
              <a:rPr lang="ja-JP" altLang="en-US" sz="1200">
                <a:latin typeface="Meiryo UI" panose="020B0604030504040204" pitchFamily="50" charset="-128"/>
                <a:ea typeface="Meiryo UI" panose="020B0604030504040204" pitchFamily="50" charset="-128"/>
                <a:cs typeface="Meiryo UI" panose="020B0604030504040204" pitchFamily="50" charset="-128"/>
              </a:rPr>
              <a:t>　・ </a:t>
            </a:r>
            <a:r>
              <a:rPr lang="en-US" altLang="ja-JP" sz="1200">
                <a:latin typeface="Meiryo UI" panose="020B0604030504040204" pitchFamily="50" charset="-128"/>
                <a:ea typeface="Meiryo UI" panose="020B0604030504040204" pitchFamily="50" charset="-128"/>
                <a:cs typeface="Meiryo UI" panose="020B0604030504040204" pitchFamily="50" charset="-128"/>
              </a:rPr>
              <a:t>Actual Spool </a:t>
            </a:r>
            <a:r>
              <a:rPr lang="en-US" altLang="ja-JP" sz="1200" err="1">
                <a:latin typeface="Meiryo UI" panose="020B0604030504040204" pitchFamily="50" charset="-128"/>
                <a:ea typeface="Meiryo UI" panose="020B0604030504040204" pitchFamily="50" charset="-128"/>
                <a:cs typeface="Meiryo UI" panose="020B0604030504040204" pitchFamily="50" charset="-128"/>
              </a:rPr>
              <a:t>Positio</a:t>
            </a:r>
            <a:br>
              <a:rPr lang="en-US" altLang="ja-JP" sz="1200">
                <a:latin typeface="Meiryo UI" panose="020B0604030504040204" pitchFamily="50" charset="-128"/>
                <a:ea typeface="Meiryo UI" panose="020B0604030504040204" pitchFamily="50" charset="-128"/>
                <a:cs typeface="Meiryo UI" panose="020B0604030504040204" pitchFamily="50" charset="-128"/>
              </a:rPr>
            </a:br>
            <a:r>
              <a:rPr lang="ja-JP" altLang="en-US" sz="1200">
                <a:latin typeface="Meiryo UI" panose="020B0604030504040204" pitchFamily="50" charset="-128"/>
                <a:ea typeface="Meiryo UI" panose="020B0604030504040204" pitchFamily="50" charset="-128"/>
                <a:cs typeface="Meiryo UI" panose="020B0604030504040204" pitchFamily="50" charset="-128"/>
              </a:rPr>
              <a:t>　・ </a:t>
            </a:r>
            <a:r>
              <a:rPr lang="en-US" altLang="ja-JP" sz="1200">
                <a:latin typeface="Meiryo UI" panose="020B0604030504040204" pitchFamily="50" charset="-128"/>
                <a:ea typeface="Meiryo UI" panose="020B0604030504040204" pitchFamily="50" charset="-128"/>
                <a:cs typeface="Meiryo UI" panose="020B0604030504040204" pitchFamily="50" charset="-128"/>
              </a:rPr>
              <a:t>Cut off coil switch</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br>
              <a:rPr lang="en-US" altLang="ja-JP" sz="1200">
                <a:latin typeface="Meiryo UI" panose="020B0604030504040204" pitchFamily="50" charset="-128"/>
                <a:ea typeface="Meiryo UI" panose="020B0604030504040204" pitchFamily="50" charset="-128"/>
                <a:cs typeface="Meiryo UI" panose="020B0604030504040204" pitchFamily="50" charset="-128"/>
              </a:rPr>
            </a:br>
            <a:r>
              <a:rPr lang="ja-JP" altLang="en-US" sz="1200">
                <a:latin typeface="Meiryo UI" panose="020B0604030504040204" pitchFamily="50" charset="-128"/>
                <a:ea typeface="Meiryo UI" panose="020B0604030504040204" pitchFamily="50" charset="-128"/>
                <a:cs typeface="Meiryo UI" panose="020B0604030504040204" pitchFamily="50" charset="-128"/>
              </a:rPr>
              <a:t>  ・ </a:t>
            </a:r>
            <a:r>
              <a:rPr lang="en-US" altLang="ja-JP" sz="1200">
                <a:latin typeface="Meiryo UI" panose="020B0604030504040204" pitchFamily="50" charset="-128"/>
                <a:ea typeface="Meiryo UI" panose="020B0604030504040204" pitchFamily="50" charset="-128"/>
                <a:cs typeface="Meiryo UI" panose="020B0604030504040204" pitchFamily="50" charset="-128"/>
              </a:rPr>
              <a:t>PCB Temperature	</a:t>
            </a:r>
            <a:br>
              <a:rPr lang="en-US" altLang="ja-JP" sz="1200">
                <a:latin typeface="Meiryo UI" panose="020B0604030504040204" pitchFamily="50" charset="-128"/>
                <a:ea typeface="Meiryo UI" panose="020B0604030504040204" pitchFamily="50" charset="-128"/>
                <a:cs typeface="Meiryo UI" panose="020B0604030504040204" pitchFamily="50" charset="-128"/>
              </a:rPr>
            </a:br>
            <a:r>
              <a:rPr lang="ja-JP" altLang="en-US" sz="1200">
                <a:latin typeface="Meiryo UI" panose="020B0604030504040204" pitchFamily="50" charset="-128"/>
                <a:ea typeface="Meiryo UI" panose="020B0604030504040204" pitchFamily="50" charset="-128"/>
                <a:cs typeface="Meiryo UI" panose="020B0604030504040204" pitchFamily="50" charset="-128"/>
              </a:rPr>
              <a:t>　・ </a:t>
            </a:r>
            <a:r>
              <a:rPr lang="en-US" altLang="ja-JP" sz="1200">
                <a:latin typeface="Meiryo UI" panose="020B0604030504040204" pitchFamily="50" charset="-128"/>
                <a:ea typeface="Meiryo UI" panose="020B0604030504040204" pitchFamily="50" charset="-128"/>
                <a:cs typeface="Meiryo UI" panose="020B0604030504040204" pitchFamily="50" charset="-128"/>
              </a:rPr>
              <a:t>Battery voltage	</a:t>
            </a:r>
            <a:br>
              <a:rPr lang="en-US" altLang="ja-JP" sz="1200">
                <a:latin typeface="Meiryo UI" panose="020B0604030504040204" pitchFamily="50" charset="-128"/>
                <a:ea typeface="Meiryo UI" panose="020B0604030504040204" pitchFamily="50" charset="-128"/>
                <a:cs typeface="Meiryo UI" panose="020B0604030504040204" pitchFamily="50" charset="-128"/>
              </a:rPr>
            </a:br>
            <a:r>
              <a:rPr lang="ja-JP" altLang="en-US" sz="1200">
                <a:latin typeface="Meiryo UI" panose="020B0604030504040204" pitchFamily="50" charset="-128"/>
                <a:ea typeface="Meiryo UI" panose="020B0604030504040204" pitchFamily="50" charset="-128"/>
                <a:cs typeface="Meiryo UI" panose="020B0604030504040204" pitchFamily="50" charset="-128"/>
              </a:rPr>
              <a:t>　・ </a:t>
            </a:r>
            <a:r>
              <a:rPr lang="en-US" altLang="ja-JP" sz="1200">
                <a:latin typeface="Meiryo UI" panose="020B0604030504040204" pitchFamily="50" charset="-128"/>
                <a:ea typeface="Meiryo UI" panose="020B0604030504040204" pitchFamily="50" charset="-128"/>
                <a:cs typeface="Meiryo UI" panose="020B0604030504040204" pitchFamily="50" charset="-128"/>
              </a:rPr>
              <a:t>Sensor supply voltage	</a:t>
            </a:r>
            <a:br>
              <a:rPr lang="en-US" altLang="ja-JP" sz="1200">
                <a:latin typeface="Meiryo UI" panose="020B0604030504040204" pitchFamily="50" charset="-128"/>
                <a:ea typeface="Meiryo UI" panose="020B0604030504040204" pitchFamily="50" charset="-128"/>
                <a:cs typeface="Meiryo UI" panose="020B0604030504040204" pitchFamily="50" charset="-128"/>
              </a:rPr>
            </a:br>
            <a:r>
              <a:rPr lang="ja-JP" altLang="en-US" sz="1200">
                <a:latin typeface="Meiryo UI" panose="020B0604030504040204" pitchFamily="50" charset="-128"/>
                <a:ea typeface="Meiryo UI" panose="020B0604030504040204" pitchFamily="50" charset="-128"/>
                <a:cs typeface="Meiryo UI" panose="020B0604030504040204" pitchFamily="50" charset="-128"/>
              </a:rPr>
              <a:t>　・ </a:t>
            </a:r>
            <a:r>
              <a:rPr lang="en-US" altLang="ja-JP" sz="1200">
                <a:latin typeface="Meiryo UI" panose="020B0604030504040204" pitchFamily="50" charset="-128"/>
                <a:ea typeface="Meiryo UI" panose="020B0604030504040204" pitchFamily="50" charset="-128"/>
                <a:cs typeface="Meiryo UI" panose="020B0604030504040204" pitchFamily="50" charset="-128"/>
              </a:rPr>
              <a:t>LVDT</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compensation value	</a:t>
            </a:r>
            <a:br>
              <a:rPr lang="en-US" altLang="ja-JP" sz="1200">
                <a:latin typeface="Meiryo UI" panose="020B0604030504040204" pitchFamily="50" charset="-128"/>
                <a:ea typeface="Meiryo UI" panose="020B0604030504040204" pitchFamily="50" charset="-128"/>
                <a:cs typeface="Meiryo UI" panose="020B0604030504040204" pitchFamily="50" charset="-128"/>
              </a:rPr>
            </a:br>
            <a:r>
              <a:rPr lang="ja-JP" altLang="en-US" sz="1200">
                <a:latin typeface="Meiryo UI" panose="020B0604030504040204" pitchFamily="50" charset="-128"/>
                <a:ea typeface="Meiryo UI" panose="020B0604030504040204" pitchFamily="50" charset="-128"/>
                <a:cs typeface="Meiryo UI" panose="020B0604030504040204" pitchFamily="50" charset="-128"/>
              </a:rPr>
              <a:t>　・ </a:t>
            </a:r>
            <a:r>
              <a:rPr lang="en-US" altLang="ja-JP" sz="1200">
                <a:latin typeface="Meiryo UI" panose="020B0604030504040204" pitchFamily="50" charset="-128"/>
                <a:ea typeface="Meiryo UI" panose="020B0604030504040204" pitchFamily="50" charset="-128"/>
                <a:cs typeface="Meiryo UI" panose="020B0604030504040204" pitchFamily="50" charset="-128"/>
              </a:rPr>
              <a:t>Flow command</a:t>
            </a:r>
            <a:br>
              <a:rPr lang="en-US" altLang="ja-JP" sz="1200">
                <a:latin typeface="Meiryo UI" panose="020B0604030504040204" pitchFamily="50" charset="-128"/>
                <a:ea typeface="Meiryo UI" panose="020B0604030504040204" pitchFamily="50" charset="-128"/>
                <a:cs typeface="Meiryo UI" panose="020B0604030504040204" pitchFamily="50" charset="-128"/>
              </a:rPr>
            </a:br>
            <a:r>
              <a:rPr lang="ja-JP" altLang="en-US" sz="1200">
                <a:latin typeface="Meiryo UI" panose="020B0604030504040204" pitchFamily="50" charset="-128"/>
                <a:ea typeface="Meiryo UI" panose="020B0604030504040204" pitchFamily="50" charset="-128"/>
                <a:cs typeface="Meiryo UI" panose="020B0604030504040204" pitchFamily="50" charset="-128"/>
              </a:rPr>
              <a:t>　・ </a:t>
            </a:r>
            <a:r>
              <a:rPr lang="en-US" altLang="ja-JP" sz="1200">
                <a:latin typeface="Meiryo UI" panose="020B0604030504040204" pitchFamily="50" charset="-128"/>
                <a:ea typeface="Meiryo UI" panose="020B0604030504040204" pitchFamily="50" charset="-128"/>
                <a:cs typeface="Meiryo UI" panose="020B0604030504040204" pitchFamily="50" charset="-128"/>
              </a:rPr>
              <a:t>Joystick flow request</a:t>
            </a:r>
            <a:br>
              <a:rPr lang="en-US" altLang="ja-JP" sz="1200">
                <a:latin typeface="Meiryo UI" panose="020B0604030504040204" pitchFamily="50" charset="-128"/>
                <a:ea typeface="Meiryo UI" panose="020B0604030504040204" pitchFamily="50" charset="-128"/>
                <a:cs typeface="Meiryo UI" panose="020B0604030504040204" pitchFamily="50" charset="-128"/>
              </a:rPr>
            </a:br>
            <a:r>
              <a:rPr lang="ja-JP" altLang="en-US" sz="1200">
                <a:latin typeface="Meiryo UI" panose="020B0604030504040204" pitchFamily="50" charset="-128"/>
                <a:ea typeface="Meiryo UI" panose="020B0604030504040204" pitchFamily="50" charset="-128"/>
                <a:cs typeface="Meiryo UI" panose="020B0604030504040204" pitchFamily="50" charset="-128"/>
              </a:rPr>
              <a:t>　・ </a:t>
            </a:r>
            <a:r>
              <a:rPr lang="en-US" altLang="ja-JP" sz="1200">
                <a:latin typeface="Meiryo UI" panose="020B0604030504040204" pitchFamily="50" charset="-128"/>
                <a:ea typeface="Meiryo UI" panose="020B0604030504040204" pitchFamily="50" charset="-128"/>
                <a:cs typeface="Meiryo UI" panose="020B0604030504040204" pitchFamily="50" charset="-128"/>
              </a:rPr>
              <a:t>Steering wheel angle</a:t>
            </a:r>
            <a:br>
              <a:rPr lang="en-US" altLang="ja-JP" sz="1200">
                <a:latin typeface="Meiryo UI" panose="020B0604030504040204" pitchFamily="50" charset="-128"/>
                <a:ea typeface="Meiryo UI" panose="020B0604030504040204" pitchFamily="50" charset="-128"/>
                <a:cs typeface="Meiryo UI" panose="020B0604030504040204" pitchFamily="50" charset="-128"/>
              </a:rPr>
            </a:br>
            <a:r>
              <a:rPr lang="ja-JP" altLang="en-US" sz="1200">
                <a:latin typeface="Meiryo UI" panose="020B0604030504040204" pitchFamily="50" charset="-128"/>
                <a:ea typeface="Meiryo UI" panose="020B0604030504040204" pitchFamily="50" charset="-128"/>
                <a:cs typeface="Meiryo UI" panose="020B0604030504040204" pitchFamily="50" charset="-128"/>
              </a:rPr>
              <a:t>　・ </a:t>
            </a:r>
            <a:r>
              <a:rPr lang="en-US" altLang="ja-JP" sz="1200">
                <a:latin typeface="Meiryo UI" panose="020B0604030504040204" pitchFamily="50" charset="-128"/>
                <a:ea typeface="Meiryo UI" panose="020B0604030504040204" pitchFamily="50" charset="-128"/>
                <a:cs typeface="Meiryo UI" panose="020B0604030504040204" pitchFamily="50" charset="-128"/>
              </a:rPr>
              <a:t>Steering wheel velocity</a:t>
            </a:r>
          </a:p>
          <a:p>
            <a:pPr defTabSz="762000">
              <a:spcBef>
                <a:spcPts val="1200"/>
              </a:spcBef>
            </a:pPr>
            <a:r>
              <a:rPr lang="en-US" altLang="ja-JP" sz="1200">
                <a:latin typeface="Meiryo UI" panose="020B0604030504040204" pitchFamily="50" charset="-128"/>
                <a:ea typeface="Meiryo UI" panose="020B0604030504040204" pitchFamily="50" charset="-128"/>
                <a:cs typeface="Meiryo UI" panose="020B0604030504040204" pitchFamily="50" charset="-128"/>
              </a:rPr>
              <a:t>Settings</a:t>
            </a:r>
            <a:br>
              <a:rPr lang="en-US" altLang="ja-JP" sz="1200">
                <a:latin typeface="Meiryo UI" panose="020B0604030504040204" pitchFamily="50" charset="-128"/>
                <a:ea typeface="Meiryo UI" panose="020B0604030504040204" pitchFamily="50" charset="-128"/>
                <a:cs typeface="Meiryo UI" panose="020B0604030504040204" pitchFamily="50" charset="-128"/>
              </a:rPr>
            </a:br>
            <a:r>
              <a:rPr lang="en-US" altLang="ja-JP" sz="1200">
                <a:latin typeface="Meiryo UI" panose="020B0604030504040204" pitchFamily="50" charset="-128"/>
                <a:ea typeface="Meiryo UI" panose="020B0604030504040204" pitchFamily="50" charset="-128"/>
                <a:cs typeface="Meiryo UI" panose="020B0604030504040204" pitchFamily="50" charset="-128"/>
              </a:rPr>
              <a:t> </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Steering Speed	</a:t>
            </a: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Steering </a:t>
            </a:r>
            <a:r>
              <a:rPr lang="en-US" altLang="ja-JP" sz="1200" err="1">
                <a:latin typeface="Meiryo UI" panose="020B0604030504040204" pitchFamily="50" charset="-128"/>
                <a:ea typeface="Meiryo UI" panose="020B0604030504040204" pitchFamily="50" charset="-128"/>
                <a:cs typeface="Meiryo UI" panose="020B0604030504040204" pitchFamily="50" charset="-128"/>
              </a:rPr>
              <a:t>spped</a:t>
            </a:r>
            <a:r>
              <a:rPr lang="ja-JP" altLang="en-US" sz="1200">
                <a:latin typeface="Meiryo UI" panose="020B0604030504040204" pitchFamily="50" charset="-128"/>
                <a:ea typeface="Meiryo UI" panose="020B0604030504040204" pitchFamily="50" charset="-128"/>
                <a:cs typeface="Meiryo UI" panose="020B0604030504040204" pitchFamily="50" charset="-128"/>
              </a:rPr>
              <a:t>設定画面に遷移します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defTabSz="388938">
              <a:spcBef>
                <a:spcPts val="1200"/>
              </a:spcBef>
              <a:tabLst>
                <a:tab pos="1074738"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Diagnostic messages	</a:t>
            </a:r>
            <a:r>
              <a:rPr lang="ja-JP" altLang="en-US" sz="1200">
                <a:latin typeface="Meiryo UI" panose="020B0604030504040204" pitchFamily="50" charset="-128"/>
                <a:ea typeface="Meiryo UI" panose="020B0604030504040204" pitchFamily="50" charset="-128"/>
                <a:cs typeface="Meiryo UI" panose="020B0604030504040204" pitchFamily="50" charset="-128"/>
              </a:rPr>
              <a:t>：ジョイスティックステアリングコントローラのエラー発生状況を確認できます</a:t>
            </a:r>
            <a:br>
              <a:rPr lang="en-US" altLang="ja-JP" sz="1200">
                <a:latin typeface="Meiryo UI" panose="020B0604030504040204" pitchFamily="50" charset="-128"/>
                <a:ea typeface="Meiryo UI" panose="020B0604030504040204" pitchFamily="50" charset="-128"/>
                <a:cs typeface="Meiryo UI" panose="020B0604030504040204" pitchFamily="50" charset="-128"/>
              </a:rPr>
            </a:b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Malfunction	</a:t>
            </a:r>
            <a:r>
              <a:rPr lang="ja-JP" altLang="en-US" sz="1200">
                <a:latin typeface="Meiryo UI" panose="020B0604030504040204" pitchFamily="50" charset="-128"/>
                <a:ea typeface="Meiryo UI" panose="020B0604030504040204" pitchFamily="50" charset="-128"/>
                <a:cs typeface="Meiryo UI" panose="020B0604030504040204" pitchFamily="50" charset="-128"/>
              </a:rPr>
              <a:t>：故障している時</a:t>
            </a:r>
            <a:r>
              <a:rPr lang="en-US" altLang="ja-JP" sz="1200">
                <a:latin typeface="Meiryo UI" panose="020B0604030504040204" pitchFamily="50" charset="-128"/>
                <a:ea typeface="Meiryo UI" panose="020B0604030504040204" pitchFamily="50" charset="-128"/>
                <a:cs typeface="Meiryo UI" panose="020B0604030504040204" pitchFamily="50" charset="-128"/>
              </a:rPr>
              <a:t>ON</a:t>
            </a:r>
            <a:r>
              <a:rPr lang="ja-JP" altLang="en-US" sz="1200">
                <a:latin typeface="Meiryo UI" panose="020B0604030504040204" pitchFamily="50" charset="-128"/>
                <a:ea typeface="Meiryo UI" panose="020B0604030504040204" pitchFamily="50" charset="-128"/>
                <a:cs typeface="Meiryo UI" panose="020B0604030504040204" pitchFamily="50" charset="-128"/>
              </a:rPr>
              <a:t>の表示になります</a:t>
            </a:r>
            <a:br>
              <a:rPr lang="en-US" altLang="ja-JP" sz="1200">
                <a:latin typeface="Meiryo UI" panose="020B0604030504040204" pitchFamily="50" charset="-128"/>
                <a:ea typeface="Meiryo UI" panose="020B0604030504040204" pitchFamily="50" charset="-128"/>
                <a:cs typeface="Meiryo UI" panose="020B0604030504040204" pitchFamily="50" charset="-128"/>
              </a:rPr>
            </a:b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Warning	</a:t>
            </a:r>
            <a:r>
              <a:rPr lang="ja-JP" altLang="en-US" sz="1200">
                <a:latin typeface="Meiryo UI" panose="020B0604030504040204" pitchFamily="50" charset="-128"/>
                <a:ea typeface="Meiryo UI" panose="020B0604030504040204" pitchFamily="50" charset="-128"/>
                <a:cs typeface="Meiryo UI" panose="020B0604030504040204" pitchFamily="50" charset="-128"/>
              </a:rPr>
              <a:t>：エラーが発生している時</a:t>
            </a:r>
            <a:r>
              <a:rPr lang="en-US" altLang="ja-JP" sz="1200">
                <a:latin typeface="Meiryo UI" panose="020B0604030504040204" pitchFamily="50" charset="-128"/>
                <a:ea typeface="Meiryo UI" panose="020B0604030504040204" pitchFamily="50" charset="-128"/>
                <a:cs typeface="Meiryo UI" panose="020B0604030504040204" pitchFamily="50" charset="-128"/>
              </a:rPr>
              <a:t>ON</a:t>
            </a:r>
            <a:r>
              <a:rPr lang="ja-JP" altLang="en-US" sz="1200">
                <a:latin typeface="Meiryo UI" panose="020B0604030504040204" pitchFamily="50" charset="-128"/>
                <a:ea typeface="Meiryo UI" panose="020B0604030504040204" pitchFamily="50" charset="-128"/>
                <a:cs typeface="Meiryo UI" panose="020B0604030504040204" pitchFamily="50" charset="-128"/>
              </a:rPr>
              <a:t>の表示になります</a:t>
            </a:r>
            <a:br>
              <a:rPr lang="en-US" altLang="ja-JP" sz="1200">
                <a:latin typeface="Meiryo UI" panose="020B0604030504040204" pitchFamily="50" charset="-128"/>
                <a:ea typeface="Meiryo UI" panose="020B0604030504040204" pitchFamily="50" charset="-128"/>
                <a:cs typeface="Meiryo UI" panose="020B0604030504040204" pitchFamily="50" charset="-128"/>
              </a:rPr>
            </a:b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Critical error </a:t>
            </a:r>
            <a:r>
              <a:rPr lang="ja-JP" altLang="en-US" sz="1200">
                <a:latin typeface="Meiryo UI" panose="020B0604030504040204" pitchFamily="50" charset="-128"/>
                <a:ea typeface="Meiryo UI" panose="020B0604030504040204" pitchFamily="50" charset="-128"/>
                <a:cs typeface="Meiryo UI" panose="020B0604030504040204" pitchFamily="50" charset="-128"/>
              </a:rPr>
              <a:t>：深刻なエラーが発生している時</a:t>
            </a:r>
            <a:r>
              <a:rPr lang="en-US" altLang="ja-JP" sz="1200">
                <a:latin typeface="Meiryo UI" panose="020B0604030504040204" pitchFamily="50" charset="-128"/>
                <a:ea typeface="Meiryo UI" panose="020B0604030504040204" pitchFamily="50" charset="-128"/>
                <a:cs typeface="Meiryo UI" panose="020B0604030504040204" pitchFamily="50" charset="-128"/>
              </a:rPr>
              <a:t>ON</a:t>
            </a:r>
            <a:r>
              <a:rPr lang="ja-JP" altLang="en-US" sz="1200">
                <a:latin typeface="Meiryo UI" panose="020B0604030504040204" pitchFamily="50" charset="-128"/>
                <a:ea typeface="Meiryo UI" panose="020B0604030504040204" pitchFamily="50" charset="-128"/>
                <a:cs typeface="Meiryo UI" panose="020B0604030504040204" pitchFamily="50" charset="-128"/>
              </a:rPr>
              <a:t>の表示になります</a:t>
            </a:r>
            <a:br>
              <a:rPr lang="en-US" altLang="ja-JP" sz="1200">
                <a:latin typeface="Meiryo UI" panose="020B0604030504040204" pitchFamily="50" charset="-128"/>
                <a:ea typeface="Meiryo UI" panose="020B0604030504040204" pitchFamily="50" charset="-128"/>
                <a:cs typeface="Meiryo UI" panose="020B0604030504040204" pitchFamily="50" charset="-128"/>
              </a:rPr>
            </a:b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No.1</a:t>
            </a: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No.8	</a:t>
            </a:r>
            <a:r>
              <a:rPr lang="ja-JP" altLang="en-US" sz="1200">
                <a:latin typeface="Meiryo UI" panose="020B0604030504040204" pitchFamily="50" charset="-128"/>
                <a:ea typeface="Meiryo UI" panose="020B0604030504040204" pitchFamily="50" charset="-128"/>
                <a:cs typeface="Meiryo UI" panose="020B0604030504040204" pitchFamily="50" charset="-128"/>
              </a:rPr>
              <a:t>：発生しているエラーコードが表示されます</a:t>
            </a:r>
            <a:br>
              <a:rPr lang="en-US" altLang="ja-JP" sz="1200">
                <a:latin typeface="Meiryo UI" panose="020B0604030504040204" pitchFamily="50" charset="-128"/>
                <a:ea typeface="Meiryo UI" panose="020B0604030504040204" pitchFamily="50" charset="-128"/>
                <a:cs typeface="Meiryo UI" panose="020B0604030504040204" pitchFamily="50" charset="-128"/>
              </a:rPr>
            </a:b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Reset	</a:t>
            </a:r>
            <a:r>
              <a:rPr lang="ja-JP" altLang="en-US" sz="1200">
                <a:latin typeface="Meiryo UI" panose="020B0604030504040204" pitchFamily="50" charset="-128"/>
                <a:ea typeface="Meiryo UI" panose="020B0604030504040204" pitchFamily="50" charset="-128"/>
                <a:cs typeface="Meiryo UI" panose="020B0604030504040204" pitchFamily="50" charset="-128"/>
              </a:rPr>
              <a:t>：エラーコードをリセットします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Home	:</a:t>
            </a:r>
            <a:r>
              <a:rPr lang="ja-JP" altLang="en-US" sz="120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変更した値を反映させます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6" name="グループ化 25"/>
          <p:cNvGrpSpPr/>
          <p:nvPr/>
        </p:nvGrpSpPr>
        <p:grpSpPr>
          <a:xfrm>
            <a:off x="3028936" y="337258"/>
            <a:ext cx="741835" cy="728258"/>
            <a:chOff x="6028504" y="355342"/>
            <a:chExt cx="741835" cy="728258"/>
          </a:xfrm>
        </p:grpSpPr>
        <p:sp>
          <p:nvSpPr>
            <p:cNvPr id="27" name="角丸四角形 26"/>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2" name="直線矢印コネクタ 31"/>
            <p:cNvCxnSpPr>
              <a:stCxn id="33" idx="4"/>
              <a:endCxn id="27"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円/楕円 32"/>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34" name="グループ化 33"/>
          <p:cNvGrpSpPr/>
          <p:nvPr/>
        </p:nvGrpSpPr>
        <p:grpSpPr>
          <a:xfrm>
            <a:off x="2259502" y="337258"/>
            <a:ext cx="741835" cy="728258"/>
            <a:chOff x="6028504" y="355342"/>
            <a:chExt cx="741835" cy="728258"/>
          </a:xfrm>
        </p:grpSpPr>
        <p:sp>
          <p:nvSpPr>
            <p:cNvPr id="35" name="角丸四角形 34"/>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6" name="直線矢印コネクタ 35"/>
            <p:cNvCxnSpPr>
              <a:stCxn id="37" idx="4"/>
              <a:endCxn id="35"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円/楕円 36"/>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sp>
        <p:nvSpPr>
          <p:cNvPr id="9" name="テキスト ボックス 8">
            <a:extLst>
              <a:ext uri="{FF2B5EF4-FFF2-40B4-BE49-F238E27FC236}">
                <a16:creationId xmlns:a16="http://schemas.microsoft.com/office/drawing/2014/main" id="{EBFB5797-1AD1-51F6-85FA-CCD6B0A7E154}"/>
              </a:ext>
            </a:extLst>
          </p:cNvPr>
          <p:cNvSpPr txBox="1"/>
          <p:nvPr/>
        </p:nvSpPr>
        <p:spPr>
          <a:xfrm>
            <a:off x="0" y="-9676"/>
            <a:ext cx="995785" cy="253916"/>
          </a:xfrm>
          <a:prstGeom prst="rect">
            <a:avLst/>
          </a:prstGeom>
          <a:noFill/>
        </p:spPr>
        <p:txBody>
          <a:bodyPr wrap="none" rtlCol="0">
            <a:spAutoFit/>
          </a:bodyPr>
          <a:lstStyle/>
          <a:p>
            <a:r>
              <a:rPr kumimoji="1" lang="ja-JP" altLang="en-US" sz="1050">
                <a:solidFill>
                  <a:srgbClr val="FF0000"/>
                </a:solidFill>
              </a:rPr>
              <a:t>△</a:t>
            </a:r>
            <a:r>
              <a:rPr kumimoji="1" lang="en-US" altLang="ja-JP" sz="1050">
                <a:solidFill>
                  <a:srgbClr val="FF0000"/>
                </a:solidFill>
              </a:rPr>
              <a:t>09</a:t>
            </a:r>
            <a:r>
              <a:rPr kumimoji="1" lang="ja-JP" altLang="en-US" sz="1050">
                <a:solidFill>
                  <a:srgbClr val="FF0000"/>
                </a:solidFill>
              </a:rPr>
              <a:t>新規追加</a:t>
            </a:r>
          </a:p>
        </p:txBody>
      </p:sp>
    </p:spTree>
    <p:extLst>
      <p:ext uri="{BB962C8B-B14F-4D97-AF65-F5344CB8AC3E}">
        <p14:creationId xmlns:p14="http://schemas.microsoft.com/office/powerpoint/2010/main" val="15971483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406DE36-873A-D5E2-9C41-6F24EC925C20}"/>
            </a:ext>
          </a:extLst>
        </p:cNvPr>
        <p:cNvGrpSpPr/>
        <p:nvPr/>
      </p:nvGrpSpPr>
      <p:grpSpPr>
        <a:xfrm>
          <a:off x="0" y="0"/>
          <a:ext cx="0" cy="0"/>
          <a:chOff x="0" y="0"/>
          <a:chExt cx="0" cy="0"/>
        </a:xfrm>
      </p:grpSpPr>
      <p:pic>
        <p:nvPicPr>
          <p:cNvPr id="16" name="図 15">
            <a:extLst>
              <a:ext uri="{FF2B5EF4-FFF2-40B4-BE49-F238E27FC236}">
                <a16:creationId xmlns:a16="http://schemas.microsoft.com/office/drawing/2014/main" id="{55C4E1D0-F59B-C051-3B96-21FCEB805837}"/>
              </a:ext>
            </a:extLst>
          </p:cNvPr>
          <p:cNvPicPr>
            <a:picLocks noChangeAspect="1"/>
          </p:cNvPicPr>
          <p:nvPr/>
        </p:nvPicPr>
        <p:blipFill>
          <a:blip r:embed="rId2"/>
          <a:stretch>
            <a:fillRect/>
          </a:stretch>
        </p:blipFill>
        <p:spPr>
          <a:xfrm>
            <a:off x="228411" y="511370"/>
            <a:ext cx="6186045" cy="4273731"/>
          </a:xfrm>
          <a:prstGeom prst="rect">
            <a:avLst/>
          </a:prstGeom>
        </p:spPr>
      </p:pic>
      <p:sp>
        <p:nvSpPr>
          <p:cNvPr id="4" name="テキスト ボックス 3">
            <a:extLst>
              <a:ext uri="{FF2B5EF4-FFF2-40B4-BE49-F238E27FC236}">
                <a16:creationId xmlns:a16="http://schemas.microsoft.com/office/drawing/2014/main" id="{F019C26C-536B-BB04-06C4-47A71FD712D9}"/>
              </a:ext>
            </a:extLst>
          </p:cNvPr>
          <p:cNvSpPr txBox="1"/>
          <p:nvPr/>
        </p:nvSpPr>
        <p:spPr>
          <a:xfrm>
            <a:off x="312430" y="79315"/>
            <a:ext cx="4969502" cy="400110"/>
          </a:xfrm>
          <a:prstGeom prst="rect">
            <a:avLst/>
          </a:prstGeom>
          <a:noFill/>
        </p:spPr>
        <p:txBody>
          <a:bodyPr wrap="none" rtlCol="0">
            <a:spAutoFit/>
          </a:bodyPr>
          <a:lstStyle/>
          <a:p>
            <a:r>
              <a:rPr lang="en-US" altLang="ja-JP" sz="2000">
                <a:latin typeface="Meiryo UI" panose="020B0604030504040204" pitchFamily="50" charset="-128"/>
                <a:ea typeface="Meiryo UI" panose="020B0604030504040204" pitchFamily="50" charset="-128"/>
                <a:cs typeface="Meiryo UI" panose="020B0604030504040204" pitchFamily="50" charset="-128"/>
              </a:rPr>
              <a:t>Joystick</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Steering</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steering</a:t>
            </a:r>
            <a:r>
              <a:rPr lang="ja-JP" altLang="en-US" sz="2000">
                <a:latin typeface="Meiryo UI" panose="020B0604030504040204" pitchFamily="50" charset="-128"/>
                <a:ea typeface="Meiryo UI" panose="020B0604030504040204" pitchFamily="50" charset="-128"/>
                <a:cs typeface="Meiryo UI" panose="020B0604030504040204" pitchFamily="50" charset="-128"/>
              </a:rPr>
              <a:t> </a:t>
            </a:r>
            <a:r>
              <a:rPr lang="en-US" altLang="ja-JP" sz="2000">
                <a:latin typeface="Meiryo UI" panose="020B0604030504040204" pitchFamily="50" charset="-128"/>
                <a:ea typeface="Meiryo UI" panose="020B0604030504040204" pitchFamily="50" charset="-128"/>
                <a:cs typeface="Meiryo UI" panose="020B0604030504040204" pitchFamily="50" charset="-128"/>
              </a:rPr>
              <a:t>speed</a:t>
            </a:r>
            <a:r>
              <a:rPr lang="ja-JP" altLang="en-US" sz="2000">
                <a:latin typeface="Meiryo UI" panose="020B0604030504040204" pitchFamily="50" charset="-128"/>
                <a:ea typeface="Meiryo UI" panose="020B0604030504040204" pitchFamily="50" charset="-128"/>
                <a:cs typeface="Meiryo UI" panose="020B0604030504040204" pitchFamily="50" charset="-128"/>
              </a:rPr>
              <a:t>画面</a:t>
            </a:r>
          </a:p>
        </p:txBody>
      </p:sp>
      <p:grpSp>
        <p:nvGrpSpPr>
          <p:cNvPr id="56" name="グループ化 55">
            <a:extLst>
              <a:ext uri="{FF2B5EF4-FFF2-40B4-BE49-F238E27FC236}">
                <a16:creationId xmlns:a16="http://schemas.microsoft.com/office/drawing/2014/main" id="{B2037971-72A3-6C74-819B-EBF20420668F}"/>
              </a:ext>
            </a:extLst>
          </p:cNvPr>
          <p:cNvGrpSpPr/>
          <p:nvPr/>
        </p:nvGrpSpPr>
        <p:grpSpPr>
          <a:xfrm>
            <a:off x="5694078" y="337258"/>
            <a:ext cx="741835" cy="728258"/>
            <a:chOff x="6028504" y="355342"/>
            <a:chExt cx="741835" cy="728258"/>
          </a:xfrm>
        </p:grpSpPr>
        <p:sp>
          <p:nvSpPr>
            <p:cNvPr id="10" name="角丸四角形 9">
              <a:extLst>
                <a:ext uri="{FF2B5EF4-FFF2-40B4-BE49-F238E27FC236}">
                  <a16:creationId xmlns:a16="http://schemas.microsoft.com/office/drawing/2014/main" id="{64C55493-1DF1-4763-4BEE-2E636146258B}"/>
                </a:ext>
              </a:extLst>
            </p:cNvPr>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11" name="直線矢印コネクタ 10">
              <a:extLst>
                <a:ext uri="{FF2B5EF4-FFF2-40B4-BE49-F238E27FC236}">
                  <a16:creationId xmlns:a16="http://schemas.microsoft.com/office/drawing/2014/main" id="{399EFB90-8A0A-F502-B800-CE186902B5B0}"/>
                </a:ext>
              </a:extLst>
            </p:cNvPr>
            <p:cNvCxnSpPr>
              <a:stCxn id="12" idx="4"/>
              <a:endCxn id="10"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a:extLst>
                <a:ext uri="{FF2B5EF4-FFF2-40B4-BE49-F238E27FC236}">
                  <a16:creationId xmlns:a16="http://schemas.microsoft.com/office/drawing/2014/main" id="{DC47CFB1-8594-AF33-602F-38965872DDFA}"/>
                </a:ext>
              </a:extLst>
            </p:cNvPr>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1</a:t>
              </a:r>
              <a:endParaRPr lang="ja-JP" altLang="en-US" sz="1800">
                <a:solidFill>
                  <a:srgbClr val="FF0000"/>
                </a:solidFill>
              </a:endParaRPr>
            </a:p>
          </p:txBody>
        </p:sp>
      </p:grpSp>
      <p:grpSp>
        <p:nvGrpSpPr>
          <p:cNvPr id="26" name="グループ化 25">
            <a:extLst>
              <a:ext uri="{FF2B5EF4-FFF2-40B4-BE49-F238E27FC236}">
                <a16:creationId xmlns:a16="http://schemas.microsoft.com/office/drawing/2014/main" id="{B8828A50-82B2-7D73-545A-810885CD221B}"/>
              </a:ext>
            </a:extLst>
          </p:cNvPr>
          <p:cNvGrpSpPr/>
          <p:nvPr/>
        </p:nvGrpSpPr>
        <p:grpSpPr>
          <a:xfrm>
            <a:off x="3028936" y="337258"/>
            <a:ext cx="741835" cy="728258"/>
            <a:chOff x="6028504" y="355342"/>
            <a:chExt cx="741835" cy="728258"/>
          </a:xfrm>
        </p:grpSpPr>
        <p:sp>
          <p:nvSpPr>
            <p:cNvPr id="27" name="角丸四角形 26">
              <a:extLst>
                <a:ext uri="{FF2B5EF4-FFF2-40B4-BE49-F238E27FC236}">
                  <a16:creationId xmlns:a16="http://schemas.microsoft.com/office/drawing/2014/main" id="{E5F0644E-3D9E-A29B-8A96-960AF89D9E91}"/>
                </a:ext>
              </a:extLst>
            </p:cNvPr>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2" name="直線矢印コネクタ 31">
              <a:extLst>
                <a:ext uri="{FF2B5EF4-FFF2-40B4-BE49-F238E27FC236}">
                  <a16:creationId xmlns:a16="http://schemas.microsoft.com/office/drawing/2014/main" id="{EFC06AB8-2098-CF50-1761-B5D94927A7F1}"/>
                </a:ext>
              </a:extLst>
            </p:cNvPr>
            <p:cNvCxnSpPr>
              <a:stCxn id="33" idx="4"/>
              <a:endCxn id="27"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円/楕円 32">
              <a:extLst>
                <a:ext uri="{FF2B5EF4-FFF2-40B4-BE49-F238E27FC236}">
                  <a16:creationId xmlns:a16="http://schemas.microsoft.com/office/drawing/2014/main" id="{CFC4FDB7-B691-39F5-C2DF-05DBD71C96DC}"/>
                </a:ext>
              </a:extLst>
            </p:cNvPr>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3</a:t>
              </a:r>
              <a:endParaRPr lang="ja-JP" altLang="en-US" sz="1800">
                <a:solidFill>
                  <a:srgbClr val="FF0000"/>
                </a:solidFill>
              </a:endParaRPr>
            </a:p>
          </p:txBody>
        </p:sp>
      </p:grpSp>
      <p:grpSp>
        <p:nvGrpSpPr>
          <p:cNvPr id="34" name="グループ化 33">
            <a:extLst>
              <a:ext uri="{FF2B5EF4-FFF2-40B4-BE49-F238E27FC236}">
                <a16:creationId xmlns:a16="http://schemas.microsoft.com/office/drawing/2014/main" id="{2026C764-FCBB-A9BA-19AA-D7E8471E92D2}"/>
              </a:ext>
            </a:extLst>
          </p:cNvPr>
          <p:cNvGrpSpPr/>
          <p:nvPr/>
        </p:nvGrpSpPr>
        <p:grpSpPr>
          <a:xfrm>
            <a:off x="2259502" y="337258"/>
            <a:ext cx="741835" cy="728258"/>
            <a:chOff x="6028504" y="355342"/>
            <a:chExt cx="741835" cy="728258"/>
          </a:xfrm>
        </p:grpSpPr>
        <p:sp>
          <p:nvSpPr>
            <p:cNvPr id="35" name="角丸四角形 34">
              <a:extLst>
                <a:ext uri="{FF2B5EF4-FFF2-40B4-BE49-F238E27FC236}">
                  <a16:creationId xmlns:a16="http://schemas.microsoft.com/office/drawing/2014/main" id="{84418294-0701-87F0-AA01-317EEDA78765}"/>
                </a:ext>
              </a:extLst>
            </p:cNvPr>
            <p:cNvSpPr/>
            <p:nvPr/>
          </p:nvSpPr>
          <p:spPr>
            <a:xfrm>
              <a:off x="6028504" y="824337"/>
              <a:ext cx="741835"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36" name="直線矢印コネクタ 35">
              <a:extLst>
                <a:ext uri="{FF2B5EF4-FFF2-40B4-BE49-F238E27FC236}">
                  <a16:creationId xmlns:a16="http://schemas.microsoft.com/office/drawing/2014/main" id="{8442EF5D-DAED-0F6B-72D3-DAD50ECF2E01}"/>
                </a:ext>
              </a:extLst>
            </p:cNvPr>
            <p:cNvCxnSpPr>
              <a:stCxn id="37" idx="4"/>
              <a:endCxn id="35" idx="0"/>
            </p:cNvCxnSpPr>
            <p:nvPr/>
          </p:nvCxnSpPr>
          <p:spPr>
            <a:xfrm>
              <a:off x="6399421" y="643342"/>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円/楕円 36">
              <a:extLst>
                <a:ext uri="{FF2B5EF4-FFF2-40B4-BE49-F238E27FC236}">
                  <a16:creationId xmlns:a16="http://schemas.microsoft.com/office/drawing/2014/main" id="{8A1E2DC4-0423-7333-A799-28E490218F7D}"/>
                </a:ext>
              </a:extLst>
            </p:cNvPr>
            <p:cNvSpPr/>
            <p:nvPr/>
          </p:nvSpPr>
          <p:spPr>
            <a:xfrm>
              <a:off x="62554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2</a:t>
              </a:r>
              <a:endParaRPr lang="ja-JP" altLang="en-US" sz="1800">
                <a:solidFill>
                  <a:srgbClr val="FF0000"/>
                </a:solidFill>
              </a:endParaRPr>
            </a:p>
          </p:txBody>
        </p:sp>
      </p:grpSp>
      <p:sp>
        <p:nvSpPr>
          <p:cNvPr id="9" name="テキスト ボックス 8">
            <a:extLst>
              <a:ext uri="{FF2B5EF4-FFF2-40B4-BE49-F238E27FC236}">
                <a16:creationId xmlns:a16="http://schemas.microsoft.com/office/drawing/2014/main" id="{9F65AAC7-7574-ED5E-A73B-B09BD266B709}"/>
              </a:ext>
            </a:extLst>
          </p:cNvPr>
          <p:cNvSpPr txBox="1"/>
          <p:nvPr/>
        </p:nvSpPr>
        <p:spPr>
          <a:xfrm>
            <a:off x="0" y="-9676"/>
            <a:ext cx="995785" cy="253916"/>
          </a:xfrm>
          <a:prstGeom prst="rect">
            <a:avLst/>
          </a:prstGeom>
          <a:noFill/>
        </p:spPr>
        <p:txBody>
          <a:bodyPr wrap="none" rtlCol="0">
            <a:spAutoFit/>
          </a:bodyPr>
          <a:lstStyle/>
          <a:p>
            <a:r>
              <a:rPr kumimoji="1" lang="ja-JP" altLang="en-US" sz="1050">
                <a:solidFill>
                  <a:srgbClr val="FF0000"/>
                </a:solidFill>
              </a:rPr>
              <a:t>△</a:t>
            </a:r>
            <a:r>
              <a:rPr kumimoji="1" lang="en-US" altLang="ja-JP" sz="1050">
                <a:solidFill>
                  <a:srgbClr val="FF0000"/>
                </a:solidFill>
              </a:rPr>
              <a:t>09</a:t>
            </a:r>
            <a:r>
              <a:rPr kumimoji="1" lang="ja-JP" altLang="en-US" sz="1050">
                <a:solidFill>
                  <a:srgbClr val="FF0000"/>
                </a:solidFill>
              </a:rPr>
              <a:t>新規追加</a:t>
            </a:r>
          </a:p>
        </p:txBody>
      </p:sp>
      <p:grpSp>
        <p:nvGrpSpPr>
          <p:cNvPr id="2" name="グループ化 1">
            <a:extLst>
              <a:ext uri="{FF2B5EF4-FFF2-40B4-BE49-F238E27FC236}">
                <a16:creationId xmlns:a16="http://schemas.microsoft.com/office/drawing/2014/main" id="{06403428-E02E-3F93-547F-157ADA5AAB86}"/>
              </a:ext>
            </a:extLst>
          </p:cNvPr>
          <p:cNvGrpSpPr/>
          <p:nvPr/>
        </p:nvGrpSpPr>
        <p:grpSpPr>
          <a:xfrm>
            <a:off x="4825567" y="358461"/>
            <a:ext cx="822339" cy="714588"/>
            <a:chOff x="6028504" y="369012"/>
            <a:chExt cx="822339" cy="714588"/>
          </a:xfrm>
        </p:grpSpPr>
        <p:sp>
          <p:nvSpPr>
            <p:cNvPr id="5" name="角丸四角形 17">
              <a:extLst>
                <a:ext uri="{FF2B5EF4-FFF2-40B4-BE49-F238E27FC236}">
                  <a16:creationId xmlns:a16="http://schemas.microsoft.com/office/drawing/2014/main" id="{3C7C8EF7-95AF-F56F-212D-A674F05BB982}"/>
                </a:ext>
              </a:extLst>
            </p:cNvPr>
            <p:cNvSpPr/>
            <p:nvPr/>
          </p:nvSpPr>
          <p:spPr>
            <a:xfrm>
              <a:off x="6028504" y="824337"/>
              <a:ext cx="822339" cy="2592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405"/>
            </a:p>
          </p:txBody>
        </p:sp>
        <p:cxnSp>
          <p:nvCxnSpPr>
            <p:cNvPr id="6" name="直線矢印コネクタ 5">
              <a:extLst>
                <a:ext uri="{FF2B5EF4-FFF2-40B4-BE49-F238E27FC236}">
                  <a16:creationId xmlns:a16="http://schemas.microsoft.com/office/drawing/2014/main" id="{92978834-0C2D-A6C7-6ED8-BA7057FAE3B2}"/>
                </a:ext>
              </a:extLst>
            </p:cNvPr>
            <p:cNvCxnSpPr>
              <a:stCxn id="7" idx="4"/>
              <a:endCxn id="5" idx="0"/>
            </p:cNvCxnSpPr>
            <p:nvPr/>
          </p:nvCxnSpPr>
          <p:spPr>
            <a:xfrm>
              <a:off x="6439673" y="657012"/>
              <a:ext cx="1" cy="16732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円/楕円 19">
              <a:extLst>
                <a:ext uri="{FF2B5EF4-FFF2-40B4-BE49-F238E27FC236}">
                  <a16:creationId xmlns:a16="http://schemas.microsoft.com/office/drawing/2014/main" id="{C234A8A6-648C-B280-8304-373FE4CAC7D2}"/>
                </a:ext>
              </a:extLst>
            </p:cNvPr>
            <p:cNvSpPr/>
            <p:nvPr/>
          </p:nvSpPr>
          <p:spPr>
            <a:xfrm>
              <a:off x="6295673" y="36901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800">
                  <a:solidFill>
                    <a:srgbClr val="FF0000"/>
                  </a:solidFill>
                </a:rPr>
                <a:t>4</a:t>
              </a:r>
              <a:endParaRPr lang="ja-JP" altLang="en-US" sz="1800">
                <a:solidFill>
                  <a:srgbClr val="FF0000"/>
                </a:solidFill>
              </a:endParaRPr>
            </a:p>
          </p:txBody>
        </p:sp>
      </p:grpSp>
      <p:sp>
        <p:nvSpPr>
          <p:cNvPr id="8" name="テキスト ボックス 7">
            <a:extLst>
              <a:ext uri="{FF2B5EF4-FFF2-40B4-BE49-F238E27FC236}">
                <a16:creationId xmlns:a16="http://schemas.microsoft.com/office/drawing/2014/main" id="{DBE86CDC-0437-1C67-1CE5-2889035CC88A}"/>
              </a:ext>
            </a:extLst>
          </p:cNvPr>
          <p:cNvSpPr txBox="1"/>
          <p:nvPr/>
        </p:nvSpPr>
        <p:spPr>
          <a:xfrm>
            <a:off x="6688138" y="475325"/>
            <a:ext cx="5928569" cy="2369880"/>
          </a:xfrm>
          <a:prstGeom prst="rect">
            <a:avLst/>
          </a:prstGeom>
          <a:solidFill>
            <a:schemeClr val="bg1"/>
          </a:solidFill>
          <a:ln w="6350">
            <a:solidFill>
              <a:schemeClr val="tx1"/>
            </a:solidFill>
          </a:ln>
        </p:spPr>
        <p:txBody>
          <a:bodyPr wrap="square"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ジョイスティックステアリングの操作量に対する出力値（ステアリング速度）を設定します。</a:t>
            </a:r>
            <a:br>
              <a:rPr lang="en-US" altLang="ja-JP" sz="1200">
                <a:latin typeface="Meiryo UI" panose="020B0604030504040204" pitchFamily="50" charset="-128"/>
                <a:ea typeface="Meiryo UI" panose="020B0604030504040204" pitchFamily="50" charset="-128"/>
                <a:cs typeface="Meiryo UI" panose="020B0604030504040204" pitchFamily="50" charset="-128"/>
              </a:rPr>
            </a:br>
            <a:br>
              <a:rPr lang="en-US" altLang="ja-JP" sz="1200">
                <a:latin typeface="Meiryo UI" panose="020B0604030504040204" pitchFamily="50" charset="-128"/>
                <a:ea typeface="Meiryo UI" panose="020B0604030504040204" pitchFamily="50" charset="-128"/>
                <a:cs typeface="Meiryo UI" panose="020B0604030504040204" pitchFamily="50" charset="-128"/>
              </a:rPr>
            </a:br>
            <a:r>
              <a:rPr lang="ja-JP" altLang="en-US" sz="1200">
                <a:latin typeface="Meiryo UI" panose="020B0604030504040204" pitchFamily="50" charset="-128"/>
                <a:ea typeface="Meiryo UI" panose="020B0604030504040204" pitchFamily="50" charset="-128"/>
                <a:cs typeface="Meiryo UI" panose="020B0604030504040204" pitchFamily="50" charset="-128"/>
              </a:rPr>
              <a:t>◆</a:t>
            </a:r>
            <a:r>
              <a:rPr lang="en-US" altLang="ja-JP" sz="1200">
                <a:latin typeface="Meiryo UI" panose="020B0604030504040204" pitchFamily="50" charset="-128"/>
                <a:ea typeface="Meiryo UI" panose="020B0604030504040204" pitchFamily="50" charset="-128"/>
                <a:cs typeface="Meiryo UI" panose="020B0604030504040204" pitchFamily="50" charset="-128"/>
              </a:rPr>
              <a:t>Signal</a:t>
            </a:r>
            <a:r>
              <a:rPr lang="ja-JP" altLang="en-US" sz="1200">
                <a:latin typeface="Meiryo UI" panose="020B0604030504040204" pitchFamily="50" charset="-128"/>
                <a:ea typeface="Meiryo UI" panose="020B0604030504040204" pitchFamily="50" charset="-128"/>
                <a:cs typeface="Meiryo UI" panose="020B0604030504040204" pitchFamily="50" charset="-128"/>
              </a:rPr>
              <a:t> </a:t>
            </a:r>
            <a:r>
              <a:rPr lang="en-US" altLang="ja-JP" sz="1200">
                <a:latin typeface="Meiryo UI" panose="020B0604030504040204" pitchFamily="50" charset="-128"/>
                <a:ea typeface="Meiryo UI" panose="020B0604030504040204" pitchFamily="50" charset="-128"/>
                <a:cs typeface="Meiryo UI" panose="020B0604030504040204" pitchFamily="50" charset="-128"/>
              </a:rPr>
              <a:t>area</a:t>
            </a:r>
          </a:p>
          <a:p>
            <a:pPr marL="180000">
              <a:tabLst>
                <a:tab pos="447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X	:</a:t>
            </a:r>
            <a:r>
              <a:rPr lang="ja-JP" altLang="en-US" sz="1200">
                <a:latin typeface="Meiryo UI" panose="020B0604030504040204" pitchFamily="50" charset="-128"/>
                <a:ea typeface="Meiryo UI" panose="020B0604030504040204" pitchFamily="50" charset="-128"/>
                <a:cs typeface="Meiryo UI" panose="020B0604030504040204" pitchFamily="50" charset="-128"/>
              </a:rPr>
              <a:t> 操作量</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180000">
              <a:tabLst>
                <a:tab pos="447675" algn="l"/>
              </a:tabLst>
            </a:pPr>
            <a:r>
              <a:rPr lang="en-US" altLang="ja-JP" sz="1200">
                <a:latin typeface="Meiryo UI" panose="020B0604030504040204" pitchFamily="50" charset="-128"/>
                <a:ea typeface="Meiryo UI" panose="020B0604030504040204" pitchFamily="50" charset="-128"/>
                <a:cs typeface="Meiryo UI" panose="020B0604030504040204" pitchFamily="50" charset="-128"/>
              </a:rPr>
              <a:t>Y	:</a:t>
            </a:r>
            <a:r>
              <a:rPr lang="ja-JP" altLang="en-US" sz="1200">
                <a:latin typeface="Meiryo UI" panose="020B0604030504040204" pitchFamily="50" charset="-128"/>
                <a:ea typeface="Meiryo UI" panose="020B0604030504040204" pitchFamily="50" charset="-128"/>
                <a:cs typeface="Meiryo UI" panose="020B0604030504040204" pitchFamily="50" charset="-128"/>
              </a:rPr>
              <a:t> 出力値（ステアリング速度）</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①</a:t>
            </a:r>
            <a:r>
              <a:rPr lang="en-US" altLang="ja-JP" sz="1200">
                <a:latin typeface="Meiryo UI" panose="020B0604030504040204" pitchFamily="50" charset="-128"/>
                <a:ea typeface="Meiryo UI" panose="020B0604030504040204" pitchFamily="50" charset="-128"/>
                <a:cs typeface="Meiryo UI" panose="020B0604030504040204" pitchFamily="50" charset="-128"/>
              </a:rPr>
              <a:t>Back	:</a:t>
            </a:r>
            <a:r>
              <a:rPr lang="ja-JP" altLang="en-US" sz="1200">
                <a:latin typeface="Meiryo UI" panose="020B0604030504040204" pitchFamily="50" charset="-128"/>
                <a:ea typeface="Meiryo UI" panose="020B0604030504040204" pitchFamily="50" charset="-128"/>
                <a:cs typeface="Meiryo UI" panose="020B0604030504040204" pitchFamily="50" charset="-128"/>
              </a:rPr>
              <a:t> ジョイスティックステアリング画面に戻ります。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②</a:t>
            </a:r>
            <a:r>
              <a:rPr lang="en-US" altLang="ja-JP" sz="120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③</a:t>
            </a:r>
            <a:r>
              <a:rPr lang="en-US" altLang="ja-JP" sz="1200">
                <a:latin typeface="Meiryo UI" panose="020B0604030504040204" pitchFamily="50" charset="-128"/>
                <a:ea typeface="Meiryo UI" panose="020B0604030504040204" pitchFamily="50" charset="-128"/>
                <a:cs typeface="Meiryo UI" panose="020B0604030504040204" pitchFamily="50" charset="-128"/>
              </a:rPr>
              <a:t>Upload	:</a:t>
            </a:r>
            <a:r>
              <a:rPr lang="ja-JP" altLang="en-US" sz="120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1075" algn="l"/>
              </a:tabLst>
            </a:pPr>
            <a:r>
              <a:rPr lang="ja-JP" altLang="en-US" sz="1200">
                <a:latin typeface="Meiryo UI" panose="020B0604030504040204" pitchFamily="50" charset="-128"/>
                <a:ea typeface="Meiryo UI" panose="020B0604030504040204" pitchFamily="50" charset="-128"/>
                <a:cs typeface="Meiryo UI" panose="020B0604030504040204" pitchFamily="50" charset="-128"/>
              </a:rPr>
              <a:t>④</a:t>
            </a:r>
            <a:r>
              <a:rPr lang="en-US" altLang="ja-JP" sz="1200">
                <a:latin typeface="Meiryo UI" panose="020B0604030504040204" pitchFamily="50" charset="-128"/>
                <a:ea typeface="Meiryo UI" panose="020B0604030504040204" pitchFamily="50" charset="-128"/>
                <a:cs typeface="Meiryo UI" panose="020B0604030504040204" pitchFamily="50" charset="-128"/>
              </a:rPr>
              <a:t>Reset	:</a:t>
            </a:r>
            <a:r>
              <a:rPr lang="ja-JP" altLang="en-US" sz="1200">
                <a:latin typeface="Meiryo UI" panose="020B0604030504040204" pitchFamily="50" charset="-128"/>
                <a:ea typeface="Meiryo UI" panose="020B0604030504040204" pitchFamily="50" charset="-128"/>
                <a:cs typeface="Meiryo UI" panose="020B0604030504040204" pitchFamily="50" charset="-128"/>
              </a:rPr>
              <a:t> 出荷時の設定にリセットします</a:t>
            </a:r>
            <a:endParaRPr lang="en-US" altLang="ja-JP" sz="120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18312771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67B7FB3E-F537-82A5-4A85-CCEF894D00B9}"/>
              </a:ext>
            </a:extLst>
          </p:cNvPr>
          <p:cNvSpPr>
            <a:spLocks noGrp="1"/>
          </p:cNvSpPr>
          <p:nvPr>
            <p:ph type="body" sz="quarter" idx="10"/>
          </p:nvPr>
        </p:nvSpPr>
        <p:spPr/>
        <p:txBody>
          <a:bodyPr/>
          <a:lstStyle/>
          <a:p>
            <a:r>
              <a:rPr kumimoji="1" lang="en-US" altLang="ja-JP"/>
              <a:t>TFM command</a:t>
            </a:r>
            <a:endParaRPr kumimoji="1" lang="ja-JP" altLang="en-US"/>
          </a:p>
        </p:txBody>
      </p:sp>
      <p:pic>
        <p:nvPicPr>
          <p:cNvPr id="3" name="図 2">
            <a:extLst>
              <a:ext uri="{FF2B5EF4-FFF2-40B4-BE49-F238E27FC236}">
                <a16:creationId xmlns:a16="http://schemas.microsoft.com/office/drawing/2014/main" id="{AFAE7BFA-089D-3B97-5B32-CF8E145CC1DA}"/>
              </a:ext>
            </a:extLst>
          </p:cNvPr>
          <p:cNvPicPr>
            <a:picLocks noChangeAspect="1"/>
          </p:cNvPicPr>
          <p:nvPr/>
        </p:nvPicPr>
        <p:blipFill>
          <a:blip r:embed="rId2"/>
          <a:stretch>
            <a:fillRect/>
          </a:stretch>
        </p:blipFill>
        <p:spPr>
          <a:xfrm>
            <a:off x="445184" y="1218614"/>
            <a:ext cx="6341305" cy="5028461"/>
          </a:xfrm>
          <a:prstGeom prst="rect">
            <a:avLst/>
          </a:prstGeom>
        </p:spPr>
      </p:pic>
      <p:sp>
        <p:nvSpPr>
          <p:cNvPr id="4" name="テキスト ボックス 3">
            <a:extLst>
              <a:ext uri="{FF2B5EF4-FFF2-40B4-BE49-F238E27FC236}">
                <a16:creationId xmlns:a16="http://schemas.microsoft.com/office/drawing/2014/main" id="{DCDC93C1-5F20-3AF2-713A-9845921D89E1}"/>
              </a:ext>
            </a:extLst>
          </p:cNvPr>
          <p:cNvSpPr txBox="1"/>
          <p:nvPr/>
        </p:nvSpPr>
        <p:spPr>
          <a:xfrm>
            <a:off x="7006005" y="1218615"/>
            <a:ext cx="4601581" cy="1630831"/>
          </a:xfrm>
          <a:prstGeom prst="rect">
            <a:avLst/>
          </a:prstGeom>
          <a:solidFill>
            <a:schemeClr val="bg1"/>
          </a:solidFill>
          <a:ln w="6350">
            <a:solidFill>
              <a:schemeClr val="tx1"/>
            </a:solidFill>
          </a:ln>
        </p:spPr>
        <p:txBody>
          <a:bodyPr wrap="none" rtlCol="0">
            <a:spAutoFit/>
          </a:bodyPr>
          <a:lstStyle/>
          <a:p>
            <a:pPr defTabSz="232233"/>
            <a:r>
              <a:rPr lang="en-US" altLang="ja-JP" sz="1111">
                <a:latin typeface="Meiryo UI" panose="020B0604030504040204" pitchFamily="50" charset="-128"/>
                <a:ea typeface="Meiryo UI" panose="020B0604030504040204" pitchFamily="50" charset="-128"/>
                <a:cs typeface="Meiryo UI" panose="020B0604030504040204" pitchFamily="50" charset="-128"/>
              </a:rPr>
              <a:t>TFM</a:t>
            </a:r>
            <a:r>
              <a:rPr lang="ja-JP" altLang="en-US" sz="1111">
                <a:latin typeface="Meiryo UI" panose="020B0604030504040204" pitchFamily="50" charset="-128"/>
                <a:ea typeface="Meiryo UI" panose="020B0604030504040204" pitchFamily="50" charset="-128"/>
                <a:cs typeface="Meiryo UI" panose="020B0604030504040204" pitchFamily="50" charset="-128"/>
              </a:rPr>
              <a:t>リモートコマンドの機能を設定できます。</a:t>
            </a:r>
            <a:endParaRPr lang="en-US" altLang="ja-JP" sz="1111">
              <a:latin typeface="Meiryo UI" panose="020B0604030504040204" pitchFamily="50" charset="-128"/>
              <a:ea typeface="Meiryo UI" panose="020B0604030504040204" pitchFamily="50" charset="-128"/>
              <a:cs typeface="Meiryo UI" panose="020B0604030504040204" pitchFamily="50" charset="-128"/>
            </a:endParaRPr>
          </a:p>
          <a:p>
            <a:pPr defTabSz="232233"/>
            <a:endParaRPr lang="en-US" altLang="ja-JP" sz="1111">
              <a:latin typeface="Meiryo UI" panose="020B0604030504040204" pitchFamily="50" charset="-128"/>
              <a:ea typeface="Meiryo UI" panose="020B0604030504040204" pitchFamily="50" charset="-128"/>
              <a:cs typeface="Meiryo UI" panose="020B0604030504040204" pitchFamily="50" charset="-128"/>
            </a:endParaRPr>
          </a:p>
          <a:p>
            <a:pPr defTabSz="232233"/>
            <a:r>
              <a:rPr lang="ja-JP" altLang="en-US" sz="1111">
                <a:latin typeface="Meiryo UI" panose="020B0604030504040204" pitchFamily="50" charset="-128"/>
                <a:ea typeface="Meiryo UI" panose="020B0604030504040204" pitchFamily="50" charset="-128"/>
                <a:cs typeface="Meiryo UI" panose="020B0604030504040204" pitchFamily="50" charset="-128"/>
              </a:rPr>
              <a:t>①エンジンの回転数制限・始動制限を選択します。</a:t>
            </a:r>
            <a:endParaRPr lang="en-US" altLang="ja-JP" sz="1111">
              <a:latin typeface="Meiryo UI" panose="020B0604030504040204" pitchFamily="50" charset="-128"/>
              <a:ea typeface="Meiryo UI" panose="020B0604030504040204" pitchFamily="50" charset="-128"/>
              <a:cs typeface="Meiryo UI" panose="020B0604030504040204" pitchFamily="50" charset="-128"/>
            </a:endParaRPr>
          </a:p>
          <a:p>
            <a:pPr defTabSz="232233"/>
            <a:r>
              <a:rPr lang="en-US" altLang="ja-JP" sz="1111">
                <a:latin typeface="Meiryo UI" panose="020B0604030504040204" pitchFamily="50" charset="-128"/>
                <a:ea typeface="Meiryo UI" panose="020B0604030504040204" pitchFamily="50" charset="-128"/>
                <a:cs typeface="Meiryo UI" panose="020B0604030504040204" pitchFamily="50" charset="-128"/>
              </a:rPr>
              <a:t>	Engine start disable</a:t>
            </a:r>
            <a:r>
              <a:rPr lang="ja-JP" altLang="en-US" sz="1111">
                <a:latin typeface="Meiryo UI" panose="020B0604030504040204" pitchFamily="50" charset="-128"/>
                <a:ea typeface="Meiryo UI" panose="020B0604030504040204" pitchFamily="50" charset="-128"/>
                <a:cs typeface="Meiryo UI" panose="020B0604030504040204" pitchFamily="50" charset="-128"/>
              </a:rPr>
              <a:t>・・・有効の場合、エンジン始動不可</a:t>
            </a:r>
          </a:p>
          <a:p>
            <a:pPr defTabSz="232233"/>
            <a:r>
              <a:rPr lang="en-US" altLang="ja-JP" sz="1111">
                <a:latin typeface="Meiryo UI" panose="020B0604030504040204" pitchFamily="50" charset="-128"/>
                <a:ea typeface="Meiryo UI" panose="020B0604030504040204" pitchFamily="50" charset="-128"/>
                <a:cs typeface="Meiryo UI" panose="020B0604030504040204" pitchFamily="50" charset="-128"/>
              </a:rPr>
              <a:t>	Engine speed low</a:t>
            </a:r>
            <a:r>
              <a:rPr lang="ja-JP" altLang="en-US" sz="1111">
                <a:latin typeface="Meiryo UI" panose="020B0604030504040204" pitchFamily="50" charset="-128"/>
                <a:ea typeface="Meiryo UI" panose="020B0604030504040204" pitchFamily="50" charset="-128"/>
                <a:cs typeface="Meiryo UI" panose="020B0604030504040204" pitchFamily="50" charset="-128"/>
              </a:rPr>
              <a:t>・・・有効の場合、アクセル開度の上限を</a:t>
            </a:r>
            <a:r>
              <a:rPr lang="en-US" altLang="ja-JP" sz="1111">
                <a:latin typeface="Meiryo UI" panose="020B0604030504040204" pitchFamily="50" charset="-128"/>
                <a:ea typeface="Meiryo UI" panose="020B0604030504040204" pitchFamily="50" charset="-128"/>
                <a:cs typeface="Meiryo UI" panose="020B0604030504040204" pitchFamily="50" charset="-128"/>
              </a:rPr>
              <a:t>0%</a:t>
            </a:r>
            <a:r>
              <a:rPr lang="ja-JP" altLang="en-US" sz="1111">
                <a:latin typeface="Meiryo UI" panose="020B0604030504040204" pitchFamily="50" charset="-128"/>
                <a:ea typeface="Meiryo UI" panose="020B0604030504040204" pitchFamily="50" charset="-128"/>
                <a:cs typeface="Meiryo UI" panose="020B0604030504040204" pitchFamily="50" charset="-128"/>
              </a:rPr>
              <a:t>に制限</a:t>
            </a:r>
          </a:p>
          <a:p>
            <a:pPr defTabSz="232233"/>
            <a:r>
              <a:rPr lang="en-US" altLang="ja-JP" sz="1111">
                <a:latin typeface="Meiryo UI" panose="020B0604030504040204" pitchFamily="50" charset="-128"/>
                <a:ea typeface="Meiryo UI" panose="020B0604030504040204" pitchFamily="50" charset="-128"/>
                <a:cs typeface="Meiryo UI" panose="020B0604030504040204" pitchFamily="50" charset="-128"/>
              </a:rPr>
              <a:t>	Engine speed mid</a:t>
            </a:r>
            <a:r>
              <a:rPr lang="ja-JP" altLang="en-US" sz="1111">
                <a:latin typeface="Meiryo UI" panose="020B0604030504040204" pitchFamily="50" charset="-128"/>
                <a:ea typeface="Meiryo UI" panose="020B0604030504040204" pitchFamily="50" charset="-128"/>
                <a:cs typeface="Meiryo UI" panose="020B0604030504040204" pitchFamily="50" charset="-128"/>
              </a:rPr>
              <a:t>・・・有効の場合、アクセル開度の上限を</a:t>
            </a:r>
            <a:r>
              <a:rPr lang="en-US" altLang="ja-JP" sz="1111">
                <a:latin typeface="Meiryo UI" panose="020B0604030504040204" pitchFamily="50" charset="-128"/>
                <a:ea typeface="Meiryo UI" panose="020B0604030504040204" pitchFamily="50" charset="-128"/>
                <a:cs typeface="Meiryo UI" panose="020B0604030504040204" pitchFamily="50" charset="-128"/>
              </a:rPr>
              <a:t>50%</a:t>
            </a:r>
            <a:r>
              <a:rPr lang="ja-JP" altLang="en-US" sz="1111">
                <a:latin typeface="Meiryo UI" panose="020B0604030504040204" pitchFamily="50" charset="-128"/>
                <a:ea typeface="Meiryo UI" panose="020B0604030504040204" pitchFamily="50" charset="-128"/>
                <a:cs typeface="Meiryo UI" panose="020B0604030504040204" pitchFamily="50" charset="-128"/>
              </a:rPr>
              <a:t>に制限</a:t>
            </a:r>
          </a:p>
          <a:p>
            <a:pPr defTabSz="232233"/>
            <a:r>
              <a:rPr lang="en-US" altLang="ja-JP" sz="1111">
                <a:latin typeface="Meiryo UI" panose="020B0604030504040204" pitchFamily="50" charset="-128"/>
                <a:ea typeface="Meiryo UI" panose="020B0604030504040204" pitchFamily="50" charset="-128"/>
                <a:cs typeface="Meiryo UI" panose="020B0604030504040204" pitchFamily="50" charset="-128"/>
              </a:rPr>
              <a:t>	Limit unlock</a:t>
            </a:r>
            <a:r>
              <a:rPr lang="ja-JP" altLang="en-US" sz="1111">
                <a:latin typeface="Meiryo UI" panose="020B0604030504040204" pitchFamily="50" charset="-128"/>
                <a:ea typeface="Meiryo UI" panose="020B0604030504040204" pitchFamily="50" charset="-128"/>
                <a:cs typeface="Meiryo UI" panose="020B0604030504040204" pitchFamily="50" charset="-128"/>
              </a:rPr>
              <a:t>・・・有効の場合、制限なし</a:t>
            </a:r>
            <a:endParaRPr lang="en-US" altLang="ja-JP" sz="1111">
              <a:latin typeface="Meiryo UI" panose="020B0604030504040204" pitchFamily="50" charset="-128"/>
              <a:ea typeface="Meiryo UI" panose="020B0604030504040204" pitchFamily="50" charset="-128"/>
              <a:cs typeface="Meiryo UI" panose="020B0604030504040204" pitchFamily="50" charset="-128"/>
            </a:endParaRPr>
          </a:p>
          <a:p>
            <a:pPr defTabSz="232233"/>
            <a:r>
              <a:rPr lang="ja-JP" altLang="en-US" sz="1111">
                <a:latin typeface="Meiryo UI" panose="020B0604030504040204" pitchFamily="50" charset="-128"/>
                <a:ea typeface="Meiryo UI" panose="020B0604030504040204" pitchFamily="50" charset="-128"/>
                <a:cs typeface="Meiryo UI" panose="020B0604030504040204" pitchFamily="50" charset="-128"/>
              </a:rPr>
              <a:t>②選択した</a:t>
            </a:r>
            <a:r>
              <a:rPr lang="en-US" altLang="ja-JP" sz="1111">
                <a:latin typeface="Meiryo UI" panose="020B0604030504040204" pitchFamily="50" charset="-128"/>
                <a:ea typeface="Meiryo UI" panose="020B0604030504040204" pitchFamily="50" charset="-128"/>
                <a:cs typeface="Meiryo UI" panose="020B0604030504040204" pitchFamily="50" charset="-128"/>
              </a:rPr>
              <a:t>TFM</a:t>
            </a:r>
            <a:r>
              <a:rPr lang="ja-JP" altLang="en-US" sz="1111">
                <a:latin typeface="Meiryo UI" panose="020B0604030504040204" pitchFamily="50" charset="-128"/>
                <a:ea typeface="Meiryo UI" panose="020B0604030504040204" pitchFamily="50" charset="-128"/>
                <a:cs typeface="Meiryo UI" panose="020B0604030504040204" pitchFamily="50" charset="-128"/>
              </a:rPr>
              <a:t>コマンドを更新します。</a:t>
            </a:r>
            <a:endParaRPr lang="en-US" altLang="ja-JP" sz="1111">
              <a:latin typeface="Meiryo UI" panose="020B0604030504040204" pitchFamily="50" charset="-128"/>
              <a:ea typeface="Meiryo UI" panose="020B0604030504040204" pitchFamily="50" charset="-128"/>
              <a:cs typeface="Meiryo UI" panose="020B0604030504040204" pitchFamily="50" charset="-128"/>
            </a:endParaRPr>
          </a:p>
          <a:p>
            <a:pPr defTabSz="232233"/>
            <a:r>
              <a:rPr lang="ja-JP" altLang="en-US" sz="1111">
                <a:latin typeface="Meiryo UI" panose="020B0604030504040204" pitchFamily="50" charset="-128"/>
                <a:ea typeface="Meiryo UI" panose="020B0604030504040204" pitchFamily="50" charset="-128"/>
                <a:cs typeface="Meiryo UI" panose="020B0604030504040204" pitchFamily="50" charset="-128"/>
              </a:rPr>
              <a:t>③</a:t>
            </a:r>
            <a:r>
              <a:rPr lang="en-US" altLang="ja-JP" sz="1111">
                <a:latin typeface="Meiryo UI" panose="020B0604030504040204" pitchFamily="50" charset="-128"/>
                <a:ea typeface="Meiryo UI" panose="020B0604030504040204" pitchFamily="50" charset="-128"/>
                <a:cs typeface="Meiryo UI" panose="020B0604030504040204" pitchFamily="50" charset="-128"/>
              </a:rPr>
              <a:t>HOME</a:t>
            </a:r>
            <a:r>
              <a:rPr lang="ja-JP" altLang="en-US" sz="1111">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1111">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5" name="グループ化 4">
            <a:extLst>
              <a:ext uri="{FF2B5EF4-FFF2-40B4-BE49-F238E27FC236}">
                <a16:creationId xmlns:a16="http://schemas.microsoft.com/office/drawing/2014/main" id="{BD3F3801-5F07-98E1-0A46-6335E4C0F8EA}"/>
              </a:ext>
            </a:extLst>
          </p:cNvPr>
          <p:cNvGrpSpPr/>
          <p:nvPr/>
        </p:nvGrpSpPr>
        <p:grpSpPr>
          <a:xfrm>
            <a:off x="5801748" y="5879707"/>
            <a:ext cx="849337" cy="719465"/>
            <a:chOff x="5214380" y="1121305"/>
            <a:chExt cx="920114" cy="779422"/>
          </a:xfrm>
        </p:grpSpPr>
        <p:sp>
          <p:nvSpPr>
            <p:cNvPr id="6" name="角丸四角形 17">
              <a:extLst>
                <a:ext uri="{FF2B5EF4-FFF2-40B4-BE49-F238E27FC236}">
                  <a16:creationId xmlns:a16="http://schemas.microsoft.com/office/drawing/2014/main" id="{D92D93DA-80D6-F768-D26B-5E25168C614B}"/>
                </a:ext>
              </a:extLst>
            </p:cNvPr>
            <p:cNvSpPr/>
            <p:nvPr/>
          </p:nvSpPr>
          <p:spPr>
            <a:xfrm>
              <a:off x="5214380" y="1121305"/>
              <a:ext cx="920114" cy="31115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220"/>
            </a:p>
          </p:txBody>
        </p:sp>
        <p:cxnSp>
          <p:nvCxnSpPr>
            <p:cNvPr id="7" name="直線矢印コネクタ 6">
              <a:extLst>
                <a:ext uri="{FF2B5EF4-FFF2-40B4-BE49-F238E27FC236}">
                  <a16:creationId xmlns:a16="http://schemas.microsoft.com/office/drawing/2014/main" id="{EB7B26D8-68F9-9966-6E65-972B01A40DDD}"/>
                </a:ext>
              </a:extLst>
            </p:cNvPr>
            <p:cNvCxnSpPr>
              <a:cxnSpLocks/>
              <a:stCxn id="8" idx="0"/>
              <a:endCxn id="6" idx="2"/>
            </p:cNvCxnSpPr>
            <p:nvPr/>
          </p:nvCxnSpPr>
          <p:spPr>
            <a:xfrm flipV="1">
              <a:off x="5674436" y="1432457"/>
              <a:ext cx="1" cy="18027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円/楕円 19">
              <a:extLst>
                <a:ext uri="{FF2B5EF4-FFF2-40B4-BE49-F238E27FC236}">
                  <a16:creationId xmlns:a16="http://schemas.microsoft.com/office/drawing/2014/main" id="{60B713AA-9EAA-3691-E0A0-C69E3770A09B}"/>
                </a:ext>
              </a:extLst>
            </p:cNvPr>
            <p:cNvSpPr/>
            <p:nvPr/>
          </p:nvSpPr>
          <p:spPr>
            <a:xfrm>
              <a:off x="5530437" y="1612727"/>
              <a:ext cx="287999"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662">
                  <a:solidFill>
                    <a:srgbClr val="FF0000"/>
                  </a:solidFill>
                </a:rPr>
                <a:t>3</a:t>
              </a:r>
              <a:endParaRPr lang="ja-JP" altLang="en-US" sz="1662">
                <a:solidFill>
                  <a:srgbClr val="FF0000"/>
                </a:solidFill>
              </a:endParaRPr>
            </a:p>
          </p:txBody>
        </p:sp>
      </p:grpSp>
      <p:grpSp>
        <p:nvGrpSpPr>
          <p:cNvPr id="9" name="グループ化 8">
            <a:extLst>
              <a:ext uri="{FF2B5EF4-FFF2-40B4-BE49-F238E27FC236}">
                <a16:creationId xmlns:a16="http://schemas.microsoft.com/office/drawing/2014/main" id="{25B20F4E-7B0B-ADED-CE38-98BD9D9F3826}"/>
              </a:ext>
            </a:extLst>
          </p:cNvPr>
          <p:cNvGrpSpPr/>
          <p:nvPr/>
        </p:nvGrpSpPr>
        <p:grpSpPr>
          <a:xfrm>
            <a:off x="3766621" y="2293618"/>
            <a:ext cx="1921442" cy="882164"/>
            <a:chOff x="5214380" y="1121305"/>
            <a:chExt cx="2081560" cy="955680"/>
          </a:xfrm>
        </p:grpSpPr>
        <p:sp>
          <p:nvSpPr>
            <p:cNvPr id="10" name="角丸四角形 17">
              <a:extLst>
                <a:ext uri="{FF2B5EF4-FFF2-40B4-BE49-F238E27FC236}">
                  <a16:creationId xmlns:a16="http://schemas.microsoft.com/office/drawing/2014/main" id="{2CF18744-E9C9-2B27-67DB-5351CBD0A6E3}"/>
                </a:ext>
              </a:extLst>
            </p:cNvPr>
            <p:cNvSpPr/>
            <p:nvPr/>
          </p:nvSpPr>
          <p:spPr>
            <a:xfrm>
              <a:off x="5214380" y="1121305"/>
              <a:ext cx="1555753" cy="955680"/>
            </a:xfrm>
            <a:prstGeom prst="roundRect">
              <a:avLst>
                <a:gd name="adj" fmla="val 12016"/>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220"/>
            </a:p>
          </p:txBody>
        </p:sp>
        <p:cxnSp>
          <p:nvCxnSpPr>
            <p:cNvPr id="11" name="直線矢印コネクタ 10">
              <a:extLst>
                <a:ext uri="{FF2B5EF4-FFF2-40B4-BE49-F238E27FC236}">
                  <a16:creationId xmlns:a16="http://schemas.microsoft.com/office/drawing/2014/main" id="{6A466A9C-8F2A-FE81-48F1-2780B269D60E}"/>
                </a:ext>
              </a:extLst>
            </p:cNvPr>
            <p:cNvCxnSpPr>
              <a:cxnSpLocks/>
              <a:stCxn id="12" idx="2"/>
              <a:endCxn id="10" idx="3"/>
            </p:cNvCxnSpPr>
            <p:nvPr/>
          </p:nvCxnSpPr>
          <p:spPr>
            <a:xfrm flipH="1">
              <a:off x="6770133" y="1599144"/>
              <a:ext cx="237808" cy="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9">
              <a:extLst>
                <a:ext uri="{FF2B5EF4-FFF2-40B4-BE49-F238E27FC236}">
                  <a16:creationId xmlns:a16="http://schemas.microsoft.com/office/drawing/2014/main" id="{CFA0C783-2145-D893-56A2-A2B44B1F991D}"/>
                </a:ext>
              </a:extLst>
            </p:cNvPr>
            <p:cNvSpPr/>
            <p:nvPr/>
          </p:nvSpPr>
          <p:spPr>
            <a:xfrm>
              <a:off x="7007941" y="1455144"/>
              <a:ext cx="287999"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662">
                  <a:solidFill>
                    <a:srgbClr val="FF0000"/>
                  </a:solidFill>
                </a:rPr>
                <a:t>1</a:t>
              </a:r>
              <a:endParaRPr lang="ja-JP" altLang="en-US" sz="1662">
                <a:solidFill>
                  <a:srgbClr val="FF0000"/>
                </a:solidFill>
              </a:endParaRPr>
            </a:p>
          </p:txBody>
        </p:sp>
      </p:grpSp>
      <p:grpSp>
        <p:nvGrpSpPr>
          <p:cNvPr id="19" name="グループ化 18">
            <a:extLst>
              <a:ext uri="{FF2B5EF4-FFF2-40B4-BE49-F238E27FC236}">
                <a16:creationId xmlns:a16="http://schemas.microsoft.com/office/drawing/2014/main" id="{D954808F-602D-593F-23B2-BC440554A593}"/>
              </a:ext>
            </a:extLst>
          </p:cNvPr>
          <p:cNvGrpSpPr/>
          <p:nvPr/>
        </p:nvGrpSpPr>
        <p:grpSpPr>
          <a:xfrm>
            <a:off x="668800" y="3237755"/>
            <a:ext cx="1037649" cy="265846"/>
            <a:chOff x="5214381" y="1092878"/>
            <a:chExt cx="1124119" cy="288000"/>
          </a:xfrm>
        </p:grpSpPr>
        <p:sp>
          <p:nvSpPr>
            <p:cNvPr id="20" name="角丸四角形 17">
              <a:extLst>
                <a:ext uri="{FF2B5EF4-FFF2-40B4-BE49-F238E27FC236}">
                  <a16:creationId xmlns:a16="http://schemas.microsoft.com/office/drawing/2014/main" id="{B9946BBE-D4DE-878C-92D7-AF81E10C5987}"/>
                </a:ext>
              </a:extLst>
            </p:cNvPr>
            <p:cNvSpPr/>
            <p:nvPr/>
          </p:nvSpPr>
          <p:spPr>
            <a:xfrm>
              <a:off x="5214381" y="1121306"/>
              <a:ext cx="655642" cy="23114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220"/>
            </a:p>
          </p:txBody>
        </p:sp>
        <p:cxnSp>
          <p:nvCxnSpPr>
            <p:cNvPr id="21" name="直線矢印コネクタ 20">
              <a:extLst>
                <a:ext uri="{FF2B5EF4-FFF2-40B4-BE49-F238E27FC236}">
                  <a16:creationId xmlns:a16="http://schemas.microsoft.com/office/drawing/2014/main" id="{802333F0-3EF6-ADD7-7CBE-4E50EBE76D4F}"/>
                </a:ext>
              </a:extLst>
            </p:cNvPr>
            <p:cNvCxnSpPr>
              <a:cxnSpLocks/>
              <a:endCxn id="20" idx="3"/>
            </p:cNvCxnSpPr>
            <p:nvPr/>
          </p:nvCxnSpPr>
          <p:spPr>
            <a:xfrm flipH="1">
              <a:off x="5870023" y="1236878"/>
              <a:ext cx="180478"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円/楕円 19">
              <a:extLst>
                <a:ext uri="{FF2B5EF4-FFF2-40B4-BE49-F238E27FC236}">
                  <a16:creationId xmlns:a16="http://schemas.microsoft.com/office/drawing/2014/main" id="{BA3851CD-53FC-D028-C2A4-CDE863717B36}"/>
                </a:ext>
              </a:extLst>
            </p:cNvPr>
            <p:cNvSpPr/>
            <p:nvPr/>
          </p:nvSpPr>
          <p:spPr>
            <a:xfrm>
              <a:off x="6050501" y="1092878"/>
              <a:ext cx="287999"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662">
                  <a:solidFill>
                    <a:srgbClr val="FF0000"/>
                  </a:solidFill>
                </a:rPr>
                <a:t>2</a:t>
              </a:r>
              <a:endParaRPr lang="ja-JP" altLang="en-US" sz="1662">
                <a:solidFill>
                  <a:srgbClr val="FF0000"/>
                </a:solidFill>
              </a:endParaRPr>
            </a:p>
          </p:txBody>
        </p:sp>
      </p:grpSp>
      <p:sp>
        <p:nvSpPr>
          <p:cNvPr id="28" name="テキスト ボックス 27">
            <a:extLst>
              <a:ext uri="{FF2B5EF4-FFF2-40B4-BE49-F238E27FC236}">
                <a16:creationId xmlns:a16="http://schemas.microsoft.com/office/drawing/2014/main" id="{DB82589C-2E9E-031B-F31A-FB6CB28762E6}"/>
              </a:ext>
            </a:extLst>
          </p:cNvPr>
          <p:cNvSpPr txBox="1"/>
          <p:nvPr/>
        </p:nvSpPr>
        <p:spPr>
          <a:xfrm>
            <a:off x="9521606" y="208309"/>
            <a:ext cx="3108543" cy="512897"/>
          </a:xfrm>
          <a:prstGeom prst="rect">
            <a:avLst/>
          </a:prstGeom>
          <a:noFill/>
        </p:spPr>
        <p:txBody>
          <a:bodyPr wrap="none" rtlCol="0">
            <a:spAutoFit/>
          </a:bodyPr>
          <a:lstStyle/>
          <a:p>
            <a:r>
              <a:rPr lang="ja-JP" altLang="en-US" sz="2733" b="1">
                <a:solidFill>
                  <a:schemeClr val="accent2"/>
                </a:solidFill>
              </a:rPr>
              <a:t>ライセンス付版のみ</a:t>
            </a:r>
          </a:p>
        </p:txBody>
      </p:sp>
      <p:sp>
        <p:nvSpPr>
          <p:cNvPr id="13" name="テキスト ボックス 12">
            <a:extLst>
              <a:ext uri="{FF2B5EF4-FFF2-40B4-BE49-F238E27FC236}">
                <a16:creationId xmlns:a16="http://schemas.microsoft.com/office/drawing/2014/main" id="{4EBE37B1-BBDF-9D4A-4FD5-4A652E015BDD}"/>
              </a:ext>
            </a:extLst>
          </p:cNvPr>
          <p:cNvSpPr txBox="1"/>
          <p:nvPr/>
        </p:nvSpPr>
        <p:spPr>
          <a:xfrm>
            <a:off x="2532868" y="349342"/>
            <a:ext cx="646331" cy="230832"/>
          </a:xfrm>
          <a:prstGeom prst="rect">
            <a:avLst/>
          </a:prstGeom>
          <a:noFill/>
        </p:spPr>
        <p:txBody>
          <a:bodyPr wrap="none" rtlCol="0">
            <a:spAutoFit/>
          </a:bodyPr>
          <a:lstStyle/>
          <a:p>
            <a:r>
              <a:rPr kumimoji="1" lang="ja-JP" altLang="en-US" sz="900">
                <a:solidFill>
                  <a:srgbClr val="FF0000"/>
                </a:solidFill>
              </a:rPr>
              <a:t>△</a:t>
            </a:r>
            <a:r>
              <a:rPr lang="en-US" altLang="ja-JP" sz="900">
                <a:solidFill>
                  <a:srgbClr val="FF0000"/>
                </a:solidFill>
              </a:rPr>
              <a:t>12</a:t>
            </a:r>
            <a:r>
              <a:rPr kumimoji="1" lang="ja-JP" altLang="en-US" sz="900">
                <a:solidFill>
                  <a:srgbClr val="FF0000"/>
                </a:solidFill>
              </a:rPr>
              <a:t>追加</a:t>
            </a:r>
            <a:endParaRPr kumimoji="1" lang="en-US" altLang="ja-JP" sz="900">
              <a:solidFill>
                <a:srgbClr val="FF0000"/>
              </a:solidFill>
            </a:endParaRPr>
          </a:p>
        </p:txBody>
      </p:sp>
    </p:spTree>
    <p:extLst>
      <p:ext uri="{BB962C8B-B14F-4D97-AF65-F5344CB8AC3E}">
        <p14:creationId xmlns:p14="http://schemas.microsoft.com/office/powerpoint/2010/main" val="51331399"/>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テーマ">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テーマ">
  <a:themeElements>
    <a:clrScheme name="Office テーマ">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テーマ">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260281e-2780-411c-b0b7-792c15c55b28">
      <Terms xmlns="http://schemas.microsoft.com/office/infopath/2007/PartnerControls"/>
    </lcf76f155ced4ddcb4097134ff3c332f>
    <TaxCatchAll xmlns="ec06e18c-a3a2-42b8-8b7b-44b3444fc4c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2D7E4BFDD3D0B248ADB70C57262F5B93" ma:contentTypeVersion="12" ma:contentTypeDescription="新しいドキュメントを作成します。" ma:contentTypeScope="" ma:versionID="0fc8c1cb8424c8cf92bd8021f45c4330">
  <xsd:schema xmlns:xsd="http://www.w3.org/2001/XMLSchema" xmlns:xs="http://www.w3.org/2001/XMLSchema" xmlns:p="http://schemas.microsoft.com/office/2006/metadata/properties" xmlns:ns2="a260281e-2780-411c-b0b7-792c15c55b28" xmlns:ns3="ec06e18c-a3a2-42b8-8b7b-44b3444fc4c4" targetNamespace="http://schemas.microsoft.com/office/2006/metadata/properties" ma:root="true" ma:fieldsID="9e056d9958c70bffae62611f9f17ac1d" ns2:_="" ns3:_="">
    <xsd:import namespace="a260281e-2780-411c-b0b7-792c15c55b28"/>
    <xsd:import namespace="ec06e18c-a3a2-42b8-8b7b-44b3444fc4c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Location"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260281e-2780-411c-b0b7-792c15c55b2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Location" ma:index="15" nillable="true" ma:displayName="Location" ma:indexed="true" ma:internalName="MediaServiceLocation" ma:readOnly="true">
      <xsd:simpleType>
        <xsd:restriction base="dms:Text"/>
      </xsd:simpleType>
    </xsd:element>
    <xsd:element name="lcf76f155ced4ddcb4097134ff3c332f" ma:index="17" nillable="true" ma:taxonomy="true" ma:internalName="lcf76f155ced4ddcb4097134ff3c332f" ma:taxonomyFieldName="MediaServiceImageTags" ma:displayName="画像タグ" ma:readOnly="false" ma:fieldId="{5cf76f15-5ced-4ddc-b409-7134ff3c332f}" ma:taxonomyMulti="true" ma:sspId="45c48354-4d24-49e8-bf58-b3da240e2a7a"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c06e18c-a3a2-42b8-8b7b-44b3444fc4c4"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f7e377e4-d108-4b92-bf36-bcd242811759}" ma:internalName="TaxCatchAll" ma:showField="CatchAllData" ma:web="ec06e18c-a3a2-42b8-8b7b-44b3444fc4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0EB8826-4B46-4228-ACB6-0CF4D25A17B4}">
  <ds:schemaRefs>
    <ds:schemaRef ds:uri="http://schemas.microsoft.com/sharepoint/v3/contenttype/forms"/>
  </ds:schemaRefs>
</ds:datastoreItem>
</file>

<file path=customXml/itemProps2.xml><?xml version="1.0" encoding="utf-8"?>
<ds:datastoreItem xmlns:ds="http://schemas.openxmlformats.org/officeDocument/2006/customXml" ds:itemID="{37F1C89F-1681-4C31-B567-C97141307CA2}">
  <ds:schemaRefs>
    <ds:schemaRef ds:uri="http://schemas.microsoft.com/office/2006/documentManagement/types"/>
    <ds:schemaRef ds:uri="http://schemas.microsoft.com/office/2006/metadata/properties"/>
    <ds:schemaRef ds:uri="http://purl.org/dc/dcmitype/"/>
    <ds:schemaRef ds:uri="ec06e18c-a3a2-42b8-8b7b-44b3444fc4c4"/>
    <ds:schemaRef ds:uri="http://schemas.openxmlformats.org/package/2006/metadata/core-properties"/>
    <ds:schemaRef ds:uri="http://www.w3.org/XML/1998/namespace"/>
    <ds:schemaRef ds:uri="http://schemas.microsoft.com/office/infopath/2007/PartnerControls"/>
    <ds:schemaRef ds:uri="a260281e-2780-411c-b0b7-792c15c55b28"/>
    <ds:schemaRef ds:uri="http://purl.org/dc/terms/"/>
    <ds:schemaRef ds:uri="http://purl.org/dc/elements/1.1/"/>
  </ds:schemaRefs>
</ds:datastoreItem>
</file>

<file path=customXml/itemProps3.xml><?xml version="1.0" encoding="utf-8"?>
<ds:datastoreItem xmlns:ds="http://schemas.openxmlformats.org/officeDocument/2006/customXml" ds:itemID="{0853E5ED-039D-4C44-884F-E6972751F50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260281e-2780-411c-b0b7-792c15c55b28"/>
    <ds:schemaRef ds:uri="ec06e18c-a3a2-42b8-8b7b-44b3444fc4c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14</TotalTime>
  <Words>9731</Words>
  <Application>Microsoft Office PowerPoint</Application>
  <PresentationFormat>A3 297x420 mm</PresentationFormat>
  <Paragraphs>1490</Paragraphs>
  <Slides>67</Slides>
  <Notes>0</Notes>
  <HiddenSlides>1</HiddenSlides>
  <MMClips>0</MMClips>
  <ScaleCrop>false</ScaleCrop>
  <HeadingPairs>
    <vt:vector size="6" baseType="variant">
      <vt:variant>
        <vt:lpstr>使用されているフォント</vt:lpstr>
      </vt:variant>
      <vt:variant>
        <vt:i4>6</vt:i4>
      </vt:variant>
      <vt:variant>
        <vt:lpstr>テーマ</vt:lpstr>
      </vt:variant>
      <vt:variant>
        <vt:i4>2</vt:i4>
      </vt:variant>
      <vt:variant>
        <vt:lpstr>スライド タイトル</vt:lpstr>
      </vt:variant>
      <vt:variant>
        <vt:i4>67</vt:i4>
      </vt:variant>
    </vt:vector>
  </HeadingPairs>
  <TitlesOfParts>
    <vt:vector size="75" baseType="lpstr">
      <vt:lpstr>Meiryo UI</vt:lpstr>
      <vt:lpstr>ＭＳ Ｐゴシック</vt:lpstr>
      <vt:lpstr>メイリオ</vt:lpstr>
      <vt:lpstr>Arial</vt:lpstr>
      <vt:lpstr>Calibri</vt:lpstr>
      <vt:lpstr>Calibri Light</vt:lpstr>
      <vt:lpstr>Office テーマ</vt:lpstr>
      <vt:lpstr>1_Office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原 寛貴</dc:creator>
  <cp:lastModifiedBy>星野 真伸</cp:lastModifiedBy>
  <cp:revision>1</cp:revision>
  <cp:lastPrinted>2025-07-10T09:57:08Z</cp:lastPrinted>
  <dcterms:created xsi:type="dcterms:W3CDTF">2016-05-24T01:40:00Z</dcterms:created>
  <dcterms:modified xsi:type="dcterms:W3CDTF">2026-05-31T23:31:44Z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0x0101002D7E4BFDD3D0B248ADB70C57262F5B93</vt:lpwstr>
  </property>
  <property fmtid="{D5CDD505-2E9C-101B-9397-08002B2CF9AE}" pid="3" name="KSOProductBuildVer">
    <vt:lpwstr>1041-10.8.2.6709</vt:lpwstr>
  </property>
  <property fmtid="{D5CDD505-2E9C-101B-9397-08002B2CF9AE}" pid="4" name="MediaServiceImageTags">
    <vt:lpwstr/>
  </property>
</Properties>
</file>